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80" r:id="rId2"/>
    <p:sldId id="582" r:id="rId3"/>
    <p:sldId id="583" r:id="rId4"/>
    <p:sldId id="584" r:id="rId5"/>
    <p:sldId id="572" r:id="rId6"/>
    <p:sldId id="585" r:id="rId7"/>
    <p:sldId id="573" r:id="rId8"/>
    <p:sldId id="574" r:id="rId9"/>
    <p:sldId id="575" r:id="rId10"/>
    <p:sldId id="576" r:id="rId11"/>
    <p:sldId id="577" r:id="rId12"/>
    <p:sldId id="578" r:id="rId13"/>
    <p:sldId id="595" r:id="rId14"/>
    <p:sldId id="593" r:id="rId15"/>
    <p:sldId id="594" r:id="rId16"/>
    <p:sldId id="579" r:id="rId17"/>
    <p:sldId id="580" r:id="rId18"/>
    <p:sldId id="581" r:id="rId19"/>
    <p:sldId id="586" r:id="rId20"/>
    <p:sldId id="587" r:id="rId21"/>
    <p:sldId id="588" r:id="rId22"/>
    <p:sldId id="589" r:id="rId23"/>
    <p:sldId id="590" r:id="rId24"/>
    <p:sldId id="591" r:id="rId25"/>
    <p:sldId id="372" r:id="rId26"/>
  </p:sldIdLst>
  <p:sldSz cx="9906000" cy="6858000" type="A4"/>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C4F4344-209C-4F70-85AC-9C0340846E2F}">
          <p14:sldIdLst>
            <p14:sldId id="280"/>
            <p14:sldId id="582"/>
            <p14:sldId id="583"/>
            <p14:sldId id="584"/>
            <p14:sldId id="572"/>
            <p14:sldId id="585"/>
            <p14:sldId id="573"/>
            <p14:sldId id="574"/>
            <p14:sldId id="575"/>
            <p14:sldId id="576"/>
            <p14:sldId id="577"/>
            <p14:sldId id="578"/>
            <p14:sldId id="595"/>
            <p14:sldId id="593"/>
            <p14:sldId id="594"/>
            <p14:sldId id="579"/>
            <p14:sldId id="580"/>
            <p14:sldId id="581"/>
            <p14:sldId id="586"/>
            <p14:sldId id="587"/>
            <p14:sldId id="588"/>
            <p14:sldId id="589"/>
            <p14:sldId id="590"/>
            <p14:sldId id="591"/>
            <p14:sldId id="372"/>
          </p14:sldIdLst>
        </p14:section>
        <p14:section name="无标题节" id="{3A58C67D-E970-4AF9-96C5-84664AA55BD8}">
          <p14:sldIdLst/>
        </p14:section>
      </p14:sectionLst>
    </p:ext>
    <p:ext uri="{EFAFB233-063F-42B5-8137-9DF3F51BA10A}">
      <p15:sldGuideLst xmlns:p15="http://schemas.microsoft.com/office/powerpoint/2012/main">
        <p15:guide id="1" orient="horz" pos="2306">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1C06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54" autoAdjust="0"/>
    <p:restoredTop sz="92632" autoAdjust="0"/>
  </p:normalViewPr>
  <p:slideViewPr>
    <p:cSldViewPr snapToGrid="0">
      <p:cViewPr varScale="1">
        <p:scale>
          <a:sx n="57" d="100"/>
          <a:sy n="57" d="100"/>
        </p:scale>
        <p:origin x="1064" y="176"/>
      </p:cViewPr>
      <p:guideLst>
        <p:guide orient="horz" pos="2306"/>
        <p:guide pos="3120"/>
      </p:guideLst>
    </p:cSldViewPr>
  </p:slideViewPr>
  <p:notesTextViewPr>
    <p:cViewPr>
      <p:scale>
        <a:sx n="1" d="1"/>
        <a:sy n="1" d="1"/>
      </p:scale>
      <p:origin x="0" y="0"/>
    </p:cViewPr>
  </p:notesTextViewPr>
  <p:sorterViewPr>
    <p:cViewPr>
      <p:scale>
        <a:sx n="190" d="100"/>
        <a:sy n="19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86F613-6386-45E1-B87F-1E8A4FD761EB}" type="datetimeFigureOut">
              <a:rPr lang="zh-CN" altLang="en-US" smtClean="0"/>
              <a:t>2025/10/9</a:t>
            </a:fld>
            <a:endParaRPr lang="zh-CN" altLang="en-US"/>
          </a:p>
        </p:txBody>
      </p:sp>
      <p:sp>
        <p:nvSpPr>
          <p:cNvPr id="4" name="幻灯片图像占位符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E6104B-F43C-4180-A305-CEC1284C5FF8}" type="slidenum">
              <a:rPr lang="zh-CN" altLang="en-US" smtClean="0"/>
              <a:t>‹#›</a:t>
            </a:fld>
            <a:endParaRPr lang="zh-CN" altLang="en-US"/>
          </a:p>
        </p:txBody>
      </p:sp>
    </p:spTree>
    <p:extLst>
      <p:ext uri="{BB962C8B-B14F-4D97-AF65-F5344CB8AC3E}">
        <p14:creationId xmlns:p14="http://schemas.microsoft.com/office/powerpoint/2010/main" val="1270897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00150" y="1143000"/>
            <a:ext cx="44577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8E6104B-F43C-4180-A305-CEC1284C5FF8}" type="slidenum">
              <a:rPr lang="zh-CN" altLang="en-US" smtClean="0"/>
              <a:t>1</a:t>
            </a:fld>
            <a:endParaRPr lang="zh-CN" altLang="en-US"/>
          </a:p>
        </p:txBody>
      </p:sp>
    </p:spTree>
    <p:extLst>
      <p:ext uri="{BB962C8B-B14F-4D97-AF65-F5344CB8AC3E}">
        <p14:creationId xmlns:p14="http://schemas.microsoft.com/office/powerpoint/2010/main" val="2256418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00150" y="1143000"/>
            <a:ext cx="4457700" cy="3086100"/>
          </a:xfrm>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58E6104B-F43C-4180-A305-CEC1284C5FF8}" type="slidenum">
              <a:rPr lang="zh-CN" altLang="en-US" smtClean="0"/>
              <a:t>25</a:t>
            </a:fld>
            <a:endParaRPr lang="zh-CN" altLang="en-US"/>
          </a:p>
        </p:txBody>
      </p:sp>
    </p:spTree>
    <p:extLst>
      <p:ext uri="{BB962C8B-B14F-4D97-AF65-F5344CB8AC3E}">
        <p14:creationId xmlns:p14="http://schemas.microsoft.com/office/powerpoint/2010/main" val="777704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38250" y="1122363"/>
            <a:ext cx="74295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B49FAA84-EDC1-2242-BA5D-77B485A2FED8}" type="datetime1">
              <a:rPr lang="en-US" altLang="zh-CN" smtClean="0"/>
              <a:t>10/9/25</a:t>
            </a:fld>
            <a:endParaRPr lang="zh-CN" altLang="en-US"/>
          </a:p>
        </p:txBody>
      </p:sp>
      <p:sp>
        <p:nvSpPr>
          <p:cNvPr id="5" name="页脚占位符 4"/>
          <p:cNvSpPr>
            <a:spLocks noGrp="1"/>
          </p:cNvSpPr>
          <p:nvPr>
            <p:ph type="ftr" sz="quarter" idx="11"/>
          </p:nvPr>
        </p:nvSpPr>
        <p:spPr/>
        <p:txBody>
          <a:bodyPr/>
          <a:lstStyle/>
          <a:p>
            <a:r>
              <a:rPr lang="en-US" altLang="zh-CN"/>
              <a:t>Dr. Zubair Ahmad</a:t>
            </a:r>
            <a:endParaRPr lang="zh-CN" altLang="en-US"/>
          </a:p>
        </p:txBody>
      </p:sp>
      <p:sp>
        <p:nvSpPr>
          <p:cNvPr id="6" name="灯片编号占位符 5"/>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CE823694-04BE-454C-9412-795C4CEC40E8}" type="datetime1">
              <a:rPr lang="en-US" altLang="zh-CN" smtClean="0"/>
              <a:t>10/9/25</a:t>
            </a:fld>
            <a:endParaRPr lang="zh-CN" altLang="en-US"/>
          </a:p>
        </p:txBody>
      </p:sp>
      <p:sp>
        <p:nvSpPr>
          <p:cNvPr id="5" name="页脚占位符 4"/>
          <p:cNvSpPr>
            <a:spLocks noGrp="1"/>
          </p:cNvSpPr>
          <p:nvPr>
            <p:ph type="ftr" sz="quarter" idx="11"/>
          </p:nvPr>
        </p:nvSpPr>
        <p:spPr/>
        <p:txBody>
          <a:bodyPr/>
          <a:lstStyle/>
          <a:p>
            <a:r>
              <a:rPr lang="en-US" altLang="zh-CN"/>
              <a:t>Dr. Zubair Ahmad</a:t>
            </a:r>
            <a:endParaRPr lang="zh-CN" altLang="en-US"/>
          </a:p>
        </p:txBody>
      </p:sp>
      <p:sp>
        <p:nvSpPr>
          <p:cNvPr id="6" name="灯片编号占位符 5"/>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75878" y="1709738"/>
            <a:ext cx="8543925"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75878" y="4589464"/>
            <a:ext cx="854392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456C37D5-1E4E-FF40-9A0A-16227C9DCD4C}" type="datetime1">
              <a:rPr lang="en-US" altLang="zh-CN" smtClean="0"/>
              <a:t>10/9/25</a:t>
            </a:fld>
            <a:endParaRPr lang="zh-CN" altLang="en-US"/>
          </a:p>
        </p:txBody>
      </p:sp>
      <p:sp>
        <p:nvSpPr>
          <p:cNvPr id="5" name="页脚占位符 4"/>
          <p:cNvSpPr>
            <a:spLocks noGrp="1"/>
          </p:cNvSpPr>
          <p:nvPr>
            <p:ph type="ftr" sz="quarter" idx="11"/>
          </p:nvPr>
        </p:nvSpPr>
        <p:spPr/>
        <p:txBody>
          <a:bodyPr/>
          <a:lstStyle/>
          <a:p>
            <a:r>
              <a:rPr lang="en-US" altLang="zh-CN"/>
              <a:t>Dr. Zubair Ahmad</a:t>
            </a:r>
            <a:endParaRPr lang="zh-CN" altLang="en-US"/>
          </a:p>
        </p:txBody>
      </p:sp>
      <p:sp>
        <p:nvSpPr>
          <p:cNvPr id="6" name="灯片编号占位符 5"/>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681038" y="1825625"/>
            <a:ext cx="421005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5014913" y="1825625"/>
            <a:ext cx="421005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7B210A2-B854-C146-96A1-9441964F57E8}" type="datetime1">
              <a:rPr lang="en-US" altLang="zh-CN" smtClean="0"/>
              <a:t>10/9/25</a:t>
            </a:fld>
            <a:endParaRPr lang="zh-CN" altLang="en-US"/>
          </a:p>
        </p:txBody>
      </p:sp>
      <p:sp>
        <p:nvSpPr>
          <p:cNvPr id="6" name="页脚占位符 5"/>
          <p:cNvSpPr>
            <a:spLocks noGrp="1"/>
          </p:cNvSpPr>
          <p:nvPr>
            <p:ph type="ftr" sz="quarter" idx="11"/>
          </p:nvPr>
        </p:nvSpPr>
        <p:spPr/>
        <p:txBody>
          <a:bodyPr/>
          <a:lstStyle/>
          <a:p>
            <a:r>
              <a:rPr lang="en-US" altLang="zh-CN"/>
              <a:t>Dr. Zubair Ahmad</a:t>
            </a:r>
            <a:endParaRPr lang="zh-CN" altLang="en-US"/>
          </a:p>
        </p:txBody>
      </p:sp>
      <p:sp>
        <p:nvSpPr>
          <p:cNvPr id="7" name="灯片编号占位符 6"/>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82328" y="365126"/>
            <a:ext cx="8543925"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682328"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82328" y="2505075"/>
            <a:ext cx="4190702"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5014913" y="2505075"/>
            <a:ext cx="4211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5FF3E3-404D-DB45-BD97-59B59A27D0F0}" type="datetime1">
              <a:rPr lang="en-US" altLang="zh-CN" smtClean="0"/>
              <a:t>10/9/25</a:t>
            </a:fld>
            <a:endParaRPr lang="zh-CN" altLang="en-US"/>
          </a:p>
        </p:txBody>
      </p:sp>
      <p:sp>
        <p:nvSpPr>
          <p:cNvPr id="8" name="页脚占位符 7"/>
          <p:cNvSpPr>
            <a:spLocks noGrp="1"/>
          </p:cNvSpPr>
          <p:nvPr>
            <p:ph type="ftr" sz="quarter" idx="11"/>
          </p:nvPr>
        </p:nvSpPr>
        <p:spPr/>
        <p:txBody>
          <a:bodyPr/>
          <a:lstStyle/>
          <a:p>
            <a:r>
              <a:rPr lang="en-US" altLang="zh-CN"/>
              <a:t>Dr. Zubair Ahmad</a:t>
            </a:r>
            <a:endParaRPr lang="zh-CN" altLang="en-US"/>
          </a:p>
        </p:txBody>
      </p:sp>
      <p:sp>
        <p:nvSpPr>
          <p:cNvPr id="9" name="灯片编号占位符 8"/>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C3628F3-06AC-904D-A9C6-89B88A3E7EC7}" type="datetime1">
              <a:rPr lang="en-US" altLang="zh-CN" smtClean="0"/>
              <a:t>10/9/25</a:t>
            </a:fld>
            <a:endParaRPr lang="zh-CN" altLang="en-US"/>
          </a:p>
        </p:txBody>
      </p:sp>
      <p:sp>
        <p:nvSpPr>
          <p:cNvPr id="4" name="页脚占位符 3"/>
          <p:cNvSpPr>
            <a:spLocks noGrp="1"/>
          </p:cNvSpPr>
          <p:nvPr>
            <p:ph type="ftr" sz="quarter" idx="11"/>
          </p:nvPr>
        </p:nvSpPr>
        <p:spPr/>
        <p:txBody>
          <a:bodyPr/>
          <a:lstStyle/>
          <a:p>
            <a:r>
              <a:rPr lang="en-US" altLang="zh-CN"/>
              <a:t>Dr. Zubair Ahmad</a:t>
            </a:r>
            <a:endParaRPr lang="zh-CN" altLang="en-US"/>
          </a:p>
        </p:txBody>
      </p:sp>
      <p:sp>
        <p:nvSpPr>
          <p:cNvPr id="5" name="灯片编号占位符 4"/>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5DF33D0-CD15-1749-A098-9E1AB11BEE73}" type="datetime1">
              <a:rPr lang="en-US" altLang="zh-CN" smtClean="0"/>
              <a:t>10/9/25</a:t>
            </a:fld>
            <a:endParaRPr lang="zh-CN" altLang="en-US"/>
          </a:p>
        </p:txBody>
      </p:sp>
      <p:sp>
        <p:nvSpPr>
          <p:cNvPr id="3" name="页脚占位符 2"/>
          <p:cNvSpPr>
            <a:spLocks noGrp="1"/>
          </p:cNvSpPr>
          <p:nvPr>
            <p:ph type="ftr" sz="quarter" idx="11"/>
          </p:nvPr>
        </p:nvSpPr>
        <p:spPr/>
        <p:txBody>
          <a:bodyPr/>
          <a:lstStyle/>
          <a:p>
            <a:r>
              <a:rPr lang="en-US" altLang="zh-CN"/>
              <a:t>Dr. Zubair Ahmad</a:t>
            </a:r>
            <a:endParaRPr lang="zh-CN" altLang="en-US"/>
          </a:p>
        </p:txBody>
      </p:sp>
      <p:sp>
        <p:nvSpPr>
          <p:cNvPr id="4" name="灯片编号占位符 3"/>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2328" y="457200"/>
            <a:ext cx="3194943"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4211340" y="987426"/>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7287170-714A-2847-B059-D35CCB19046E}" type="datetime1">
              <a:rPr lang="en-US" altLang="zh-CN" smtClean="0"/>
              <a:t>10/9/25</a:t>
            </a:fld>
            <a:endParaRPr lang="zh-CN" altLang="en-US"/>
          </a:p>
        </p:txBody>
      </p:sp>
      <p:sp>
        <p:nvSpPr>
          <p:cNvPr id="6" name="页脚占位符 5"/>
          <p:cNvSpPr>
            <a:spLocks noGrp="1"/>
          </p:cNvSpPr>
          <p:nvPr>
            <p:ph type="ftr" sz="quarter" idx="11"/>
          </p:nvPr>
        </p:nvSpPr>
        <p:spPr/>
        <p:txBody>
          <a:bodyPr/>
          <a:lstStyle/>
          <a:p>
            <a:r>
              <a:rPr lang="en-US" altLang="zh-CN"/>
              <a:t>Dr. Zubair Ahmad</a:t>
            </a:r>
            <a:endParaRPr lang="zh-CN" altLang="en-US"/>
          </a:p>
        </p:txBody>
      </p:sp>
      <p:sp>
        <p:nvSpPr>
          <p:cNvPr id="7" name="灯片编号占位符 6"/>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2328" y="457200"/>
            <a:ext cx="3194943"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4211340" y="987426"/>
            <a:ext cx="501491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2E077979-054D-0445-8B34-03AE4041BDF9}" type="datetime1">
              <a:rPr lang="en-US" altLang="zh-CN" smtClean="0"/>
              <a:t>10/9/25</a:t>
            </a:fld>
            <a:endParaRPr lang="zh-CN" altLang="en-US"/>
          </a:p>
        </p:txBody>
      </p:sp>
      <p:sp>
        <p:nvSpPr>
          <p:cNvPr id="6" name="页脚占位符 5"/>
          <p:cNvSpPr>
            <a:spLocks noGrp="1"/>
          </p:cNvSpPr>
          <p:nvPr>
            <p:ph type="ftr" sz="quarter" idx="11"/>
          </p:nvPr>
        </p:nvSpPr>
        <p:spPr/>
        <p:txBody>
          <a:bodyPr/>
          <a:lstStyle/>
          <a:p>
            <a:r>
              <a:rPr lang="en-US" altLang="zh-CN"/>
              <a:t>Dr. Zubair Ahmad</a:t>
            </a:r>
            <a:endParaRPr lang="zh-CN" altLang="en-US"/>
          </a:p>
        </p:txBody>
      </p:sp>
      <p:sp>
        <p:nvSpPr>
          <p:cNvPr id="7" name="灯片编号占位符 6"/>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703E865-EE86-3545-95EA-F59DE4CAC563}" type="datetime1">
              <a:rPr lang="en-US" altLang="zh-CN" smtClean="0"/>
              <a:t>10/9/25</a:t>
            </a:fld>
            <a:endParaRPr lang="zh-CN" altLang="en-US"/>
          </a:p>
        </p:txBody>
      </p:sp>
      <p:sp>
        <p:nvSpPr>
          <p:cNvPr id="5" name="页脚占位符 4"/>
          <p:cNvSpPr>
            <a:spLocks noGrp="1"/>
          </p:cNvSpPr>
          <p:nvPr>
            <p:ph type="ftr" sz="quarter" idx="11"/>
          </p:nvPr>
        </p:nvSpPr>
        <p:spPr/>
        <p:txBody>
          <a:bodyPr/>
          <a:lstStyle/>
          <a:p>
            <a:r>
              <a:rPr lang="en-US" altLang="zh-CN"/>
              <a:t>Dr. Zubair Ahmad</a:t>
            </a:r>
            <a:endParaRPr lang="zh-CN" altLang="en-US"/>
          </a:p>
        </p:txBody>
      </p:sp>
      <p:sp>
        <p:nvSpPr>
          <p:cNvPr id="6" name="灯片编号占位符 5"/>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88981" y="365125"/>
            <a:ext cx="2135981"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81037" y="365125"/>
            <a:ext cx="6284119"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3156BDC-2542-EC4E-AB15-0D06D4BAE3DA}" type="datetime1">
              <a:rPr lang="en-US" altLang="zh-CN" smtClean="0"/>
              <a:t>10/9/25</a:t>
            </a:fld>
            <a:endParaRPr lang="zh-CN" altLang="en-US"/>
          </a:p>
        </p:txBody>
      </p:sp>
      <p:sp>
        <p:nvSpPr>
          <p:cNvPr id="5" name="页脚占位符 4"/>
          <p:cNvSpPr>
            <a:spLocks noGrp="1"/>
          </p:cNvSpPr>
          <p:nvPr>
            <p:ph type="ftr" sz="quarter" idx="11"/>
          </p:nvPr>
        </p:nvSpPr>
        <p:spPr/>
        <p:txBody>
          <a:bodyPr/>
          <a:lstStyle/>
          <a:p>
            <a:r>
              <a:rPr lang="en-US" altLang="zh-CN"/>
              <a:t>Dr. Zubair Ahmad</a:t>
            </a:r>
            <a:endParaRPr lang="zh-CN" altLang="en-US"/>
          </a:p>
        </p:txBody>
      </p:sp>
      <p:sp>
        <p:nvSpPr>
          <p:cNvPr id="6" name="灯片编号占位符 5"/>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endParaRPr lang="zh-CN" altLang="en-US" dirty="0"/>
          </a:p>
        </p:txBody>
      </p:sp>
      <p:sp>
        <p:nvSpPr>
          <p:cNvPr id="3" name="文本占位符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7F14DA-5640-CB4B-9735-37A74DCF72A9}" type="datetime1">
              <a:rPr lang="en-US" altLang="zh-CN" smtClean="0"/>
              <a:t>10/9/25</a:t>
            </a:fld>
            <a:endParaRPr lang="zh-CN" altLang="en-US"/>
          </a:p>
        </p:txBody>
      </p:sp>
      <p:sp>
        <p:nvSpPr>
          <p:cNvPr id="5" name="页脚占位符 4"/>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1400" b="1">
                <a:solidFill>
                  <a:schemeClr val="bg1"/>
                </a:solidFill>
              </a:defRPr>
            </a:lvl1pPr>
          </a:lstStyle>
          <a:p>
            <a:r>
              <a:rPr lang="en-US" altLang="zh-CN" dirty="0"/>
              <a:t>Dr. Zubair Ahmad</a:t>
            </a:r>
            <a:endParaRPr lang="zh-CN" altLang="en-US" dirty="0"/>
          </a:p>
        </p:txBody>
      </p:sp>
      <p:sp>
        <p:nvSpPr>
          <p:cNvPr id="6" name="灯片编号占位符 5"/>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1200" b="1">
                <a:solidFill>
                  <a:schemeClr val="bg1"/>
                </a:solidFill>
              </a:defRPr>
            </a:lvl1pPr>
          </a:lstStyle>
          <a:p>
            <a:fld id="{48758AAF-F958-4141-BDE8-5609689A4508}" type="slidenum">
              <a:rPr lang="zh-CN" altLang="en-US" smtClean="0"/>
              <a:pPr/>
              <a:t>‹#›</a:t>
            </a:fld>
            <a:endParaRPr lang="zh-CN" altLang="en-US" dirty="0"/>
          </a:p>
        </p:txBody>
      </p:sp>
      <p:pic>
        <p:nvPicPr>
          <p:cNvPr id="8" name="Picture 7">
            <a:extLst>
              <a:ext uri="{FF2B5EF4-FFF2-40B4-BE49-F238E27FC236}">
                <a16:creationId xmlns:a16="http://schemas.microsoft.com/office/drawing/2014/main" id="{A11D7D9E-FB29-9D4A-9A84-AC73C8AAA8E8}"/>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8441842" y="0"/>
            <a:ext cx="1367045" cy="104692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4" name="TextBox 1"/>
          <p:cNvSpPr txBox="1">
            <a:spLocks noChangeArrowheads="1"/>
          </p:cNvSpPr>
          <p:nvPr/>
        </p:nvSpPr>
        <p:spPr bwMode="auto">
          <a:xfrm>
            <a:off x="1" y="1654175"/>
            <a:ext cx="9905999" cy="442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SimSun"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9pPr>
          </a:lstStyle>
          <a:p>
            <a:endParaRPr lang="en-US" dirty="0"/>
          </a:p>
          <a:p>
            <a:pPr algn="ctr">
              <a:buNone/>
            </a:pPr>
            <a:endParaRPr lang="it-IT" b="1" dirty="0"/>
          </a:p>
          <a:p>
            <a:pPr algn="ctr">
              <a:buNone/>
            </a:pPr>
            <a:endParaRPr lang="en-US" sz="4000" b="1" dirty="0">
              <a:solidFill>
                <a:schemeClr val="bg2">
                  <a:lumMod val="50000"/>
                </a:schemeClr>
              </a:solidFill>
            </a:endParaRPr>
          </a:p>
          <a:p>
            <a:pPr algn="ctr">
              <a:buNone/>
            </a:pPr>
            <a:r>
              <a:rPr lang="en-US" sz="4000" b="1" dirty="0">
                <a:solidFill>
                  <a:schemeClr val="bg2">
                    <a:lumMod val="50000"/>
                  </a:schemeClr>
                </a:solidFill>
              </a:rPr>
              <a:t>Queue</a:t>
            </a:r>
            <a:r>
              <a:rPr lang="en-US" b="1" dirty="0">
                <a:solidFill>
                  <a:schemeClr val="bg2">
                    <a:lumMod val="50000"/>
                  </a:schemeClr>
                </a:solidFill>
              </a:rPr>
              <a:t> (FIFO)</a:t>
            </a:r>
          </a:p>
          <a:p>
            <a:pPr algn="ctr">
              <a:buNone/>
            </a:pPr>
            <a:endParaRPr lang="en-US" b="1" dirty="0">
              <a:solidFill>
                <a:schemeClr val="accent5">
                  <a:lumMod val="50000"/>
                </a:schemeClr>
              </a:solidFill>
            </a:endParaRPr>
          </a:p>
          <a:p>
            <a:pPr algn="ctr">
              <a:buNone/>
            </a:pPr>
            <a:endParaRPr lang="en-US" b="1" dirty="0">
              <a:solidFill>
                <a:schemeClr val="accent5">
                  <a:lumMod val="50000"/>
                </a:schemeClr>
              </a:solidFill>
            </a:endParaRPr>
          </a:p>
          <a:p>
            <a:pPr algn="ctr">
              <a:buNone/>
            </a:pPr>
            <a:r>
              <a:rPr lang="en-US" dirty="0"/>
              <a:t>	</a:t>
            </a:r>
          </a:p>
        </p:txBody>
      </p:sp>
      <p:sp>
        <p:nvSpPr>
          <p:cNvPr id="49155" name="AutoShape 3" descr="C:\Users\W10\AppData\Roaming\Tencent\Users\794473416\QQ\WinTemp\RichOle\XO7~@R[DK0Y$4$RD6Y5[U.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lstStyle/>
          <a:p>
            <a:endParaRPr lang="zh-CN" altLang="en-US"/>
          </a:p>
        </p:txBody>
      </p:sp>
      <p:sp>
        <p:nvSpPr>
          <p:cNvPr id="49156" name="AutoShape 4" descr="C:\Users\W10\AppData\Roaming\Tencent\Users\794473416\QQ\WinTemp\RichOle\XO7~@R[DK0Y$4$RD6Y5[U.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lstStyle/>
          <a:p>
            <a:endParaRPr lang="zh-CN" altLang="en-US"/>
          </a:p>
        </p:txBody>
      </p:sp>
      <p:sp>
        <p:nvSpPr>
          <p:cNvPr id="49157" name="AutoShape 5" descr="C:\Users\W10\AppData\Roaming\Tencent\Users\794473416\QQ\WinTemp\RichOle\XO7~@R[DK0Y$4$RD6Y5[U.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lstStyle/>
          <a:p>
            <a:endParaRPr lang="zh-CN" altLang="en-US"/>
          </a:p>
        </p:txBody>
      </p:sp>
      <p:sp>
        <p:nvSpPr>
          <p:cNvPr id="2" name="TextBox 1">
            <a:extLst>
              <a:ext uri="{FF2B5EF4-FFF2-40B4-BE49-F238E27FC236}">
                <a16:creationId xmlns:a16="http://schemas.microsoft.com/office/drawing/2014/main" id="{09A99ADA-48C1-EC4B-A15E-7A2B09F5ECE8}"/>
              </a:ext>
            </a:extLst>
          </p:cNvPr>
          <p:cNvSpPr txBox="1"/>
          <p:nvPr/>
        </p:nvSpPr>
        <p:spPr>
          <a:xfrm>
            <a:off x="2833816" y="1284843"/>
            <a:ext cx="4518454" cy="646331"/>
          </a:xfrm>
          <a:prstGeom prst="rect">
            <a:avLst/>
          </a:prstGeom>
          <a:noFill/>
        </p:spPr>
        <p:txBody>
          <a:bodyPr wrap="square" rtlCol="0">
            <a:spAutoFit/>
          </a:bodyPr>
          <a:lstStyle/>
          <a:p>
            <a:pPr algn="ctr"/>
            <a:r>
              <a:rPr lang="en-US" b="1" dirty="0"/>
              <a:t>Data Structures and Algorithms</a:t>
            </a:r>
          </a:p>
          <a:p>
            <a:pPr algn="ctr"/>
            <a:r>
              <a:rPr lang="en-US" b="1" dirty="0"/>
              <a:t>(CS221) </a:t>
            </a:r>
          </a:p>
        </p:txBody>
      </p:sp>
      <p:sp>
        <p:nvSpPr>
          <p:cNvPr id="3" name="Footer Placeholder 2">
            <a:extLst>
              <a:ext uri="{FF2B5EF4-FFF2-40B4-BE49-F238E27FC236}">
                <a16:creationId xmlns:a16="http://schemas.microsoft.com/office/drawing/2014/main" id="{E91BA143-6FE5-0A40-A100-5A7FA343095F}"/>
              </a:ext>
            </a:extLst>
          </p:cNvPr>
          <p:cNvSpPr>
            <a:spLocks noGrp="1"/>
          </p:cNvSpPr>
          <p:nvPr>
            <p:ph type="ftr" sz="quarter" idx="11"/>
          </p:nvPr>
        </p:nvSpPr>
        <p:spPr/>
        <p:txBody>
          <a:bodyPr/>
          <a:lstStyle/>
          <a:p>
            <a:r>
              <a:rPr lang="en-US" altLang="zh-CN"/>
              <a:t>Dr. Zubair Ahmad</a:t>
            </a:r>
            <a:endParaRPr lang="zh-CN" altLang="en-US"/>
          </a:p>
        </p:txBody>
      </p:sp>
      <p:sp>
        <p:nvSpPr>
          <p:cNvPr id="5" name="Slide Number Placeholder 4">
            <a:extLst>
              <a:ext uri="{FF2B5EF4-FFF2-40B4-BE49-F238E27FC236}">
                <a16:creationId xmlns:a16="http://schemas.microsoft.com/office/drawing/2014/main" id="{48A3A1A5-CD11-B24D-A2F7-6797C0743C88}"/>
              </a:ext>
            </a:extLst>
          </p:cNvPr>
          <p:cNvSpPr>
            <a:spLocks noGrp="1"/>
          </p:cNvSpPr>
          <p:nvPr>
            <p:ph type="sldNum" sz="quarter" idx="12"/>
          </p:nvPr>
        </p:nvSpPr>
        <p:spPr/>
        <p:txBody>
          <a:bodyPr/>
          <a:lstStyle/>
          <a:p>
            <a:fld id="{48758AAF-F958-4141-BDE8-5609689A4508}" type="slidenum">
              <a:rPr lang="zh-CN" altLang="en-US" smtClean="0"/>
              <a:t>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BD94E5-00B7-1F44-B31D-A2AE664E8508}"/>
              </a:ext>
            </a:extLst>
          </p:cNvPr>
          <p:cNvSpPr>
            <a:spLocks noGrp="1"/>
          </p:cNvSpPr>
          <p:nvPr>
            <p:ph type="sldNum" sz="quarter" idx="12"/>
          </p:nvPr>
        </p:nvSpPr>
        <p:spPr/>
        <p:txBody>
          <a:bodyPr/>
          <a:lstStyle/>
          <a:p>
            <a:fld id="{48758AAF-F958-4141-BDE8-5609689A4508}" type="slidenum">
              <a:rPr lang="zh-CN" altLang="en-US" smtClean="0"/>
              <a:t>2</a:t>
            </a:fld>
            <a:endParaRPr lang="zh-CN" altLang="en-US"/>
          </a:p>
        </p:txBody>
      </p:sp>
      <p:pic>
        <p:nvPicPr>
          <p:cNvPr id="4" name="Picture 3">
            <a:extLst>
              <a:ext uri="{FF2B5EF4-FFF2-40B4-BE49-F238E27FC236}">
                <a16:creationId xmlns:a16="http://schemas.microsoft.com/office/drawing/2014/main" id="{27B026CA-976F-FD4F-A040-00D725736B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5639" y="1281527"/>
            <a:ext cx="5843239" cy="4534353"/>
          </a:xfrm>
          <a:prstGeom prst="rect">
            <a:avLst/>
          </a:prstGeom>
        </p:spPr>
      </p:pic>
      <p:sp>
        <p:nvSpPr>
          <p:cNvPr id="3" name="Footer Placeholder 2">
            <a:extLst>
              <a:ext uri="{FF2B5EF4-FFF2-40B4-BE49-F238E27FC236}">
                <a16:creationId xmlns:a16="http://schemas.microsoft.com/office/drawing/2014/main" id="{7DD7AB4C-A526-7943-AE24-98FB32967F82}"/>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2885608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56DD3C-BB7D-F047-A2DD-73423CA0F97C}"/>
              </a:ext>
            </a:extLst>
          </p:cNvPr>
          <p:cNvSpPr>
            <a:spLocks noGrp="1"/>
          </p:cNvSpPr>
          <p:nvPr>
            <p:ph type="sldNum" sz="quarter" idx="12"/>
          </p:nvPr>
        </p:nvSpPr>
        <p:spPr/>
        <p:txBody>
          <a:bodyPr/>
          <a:lstStyle/>
          <a:p>
            <a:fld id="{48758AAF-F958-4141-BDE8-5609689A4508}" type="slidenum">
              <a:rPr lang="zh-CN" altLang="en-US" smtClean="0"/>
              <a:t>3</a:t>
            </a:fld>
            <a:endParaRPr lang="zh-CN" altLang="en-US"/>
          </a:p>
        </p:txBody>
      </p:sp>
      <p:pic>
        <p:nvPicPr>
          <p:cNvPr id="4" name="Picture 3">
            <a:extLst>
              <a:ext uri="{FF2B5EF4-FFF2-40B4-BE49-F238E27FC236}">
                <a16:creationId xmlns:a16="http://schemas.microsoft.com/office/drawing/2014/main" id="{C19CD4A9-50FE-3440-9512-16CADB20F7DA}"/>
              </a:ext>
            </a:extLst>
          </p:cNvPr>
          <p:cNvPicPr>
            <a:picLocks noChangeAspect="1"/>
          </p:cNvPicPr>
          <p:nvPr/>
        </p:nvPicPr>
        <p:blipFill rotWithShape="1">
          <a:blip r:embed="rId2">
            <a:extLst>
              <a:ext uri="{28A0092B-C50C-407E-A947-70E740481C1C}">
                <a14:useLocalDpi xmlns:a14="http://schemas.microsoft.com/office/drawing/2010/main" val="0"/>
              </a:ext>
            </a:extLst>
          </a:blip>
          <a:srcRect l="23639" r="24127"/>
          <a:stretch/>
        </p:blipFill>
        <p:spPr>
          <a:xfrm>
            <a:off x="2256263" y="1671187"/>
            <a:ext cx="5174166" cy="3515623"/>
          </a:xfrm>
          <a:prstGeom prst="rect">
            <a:avLst/>
          </a:prstGeom>
        </p:spPr>
      </p:pic>
      <p:pic>
        <p:nvPicPr>
          <p:cNvPr id="5" name="Picture 4">
            <a:extLst>
              <a:ext uri="{FF2B5EF4-FFF2-40B4-BE49-F238E27FC236}">
                <a16:creationId xmlns:a16="http://schemas.microsoft.com/office/drawing/2014/main" id="{67A4B685-D6AE-764D-9D2D-C480184EC2E9}"/>
              </a:ext>
            </a:extLst>
          </p:cNvPr>
          <p:cNvPicPr>
            <a:picLocks noChangeAspect="1"/>
          </p:cNvPicPr>
          <p:nvPr/>
        </p:nvPicPr>
        <p:blipFill rotWithShape="1">
          <a:blip r:embed="rId2">
            <a:extLst>
              <a:ext uri="{28A0092B-C50C-407E-A947-70E740481C1C}">
                <a14:useLocalDpi xmlns:a14="http://schemas.microsoft.com/office/drawing/2010/main" val="0"/>
              </a:ext>
            </a:extLst>
          </a:blip>
          <a:srcRect l="75009"/>
          <a:stretch/>
        </p:blipFill>
        <p:spPr>
          <a:xfrm>
            <a:off x="7430429" y="1671188"/>
            <a:ext cx="2475571" cy="3515623"/>
          </a:xfrm>
          <a:prstGeom prst="rect">
            <a:avLst/>
          </a:prstGeom>
        </p:spPr>
      </p:pic>
      <p:pic>
        <p:nvPicPr>
          <p:cNvPr id="7" name="Picture 6">
            <a:extLst>
              <a:ext uri="{FF2B5EF4-FFF2-40B4-BE49-F238E27FC236}">
                <a16:creationId xmlns:a16="http://schemas.microsoft.com/office/drawing/2014/main" id="{48DBC14D-A716-A446-8754-5BCA27CB142A}"/>
              </a:ext>
            </a:extLst>
          </p:cNvPr>
          <p:cNvPicPr>
            <a:picLocks noChangeAspect="1"/>
          </p:cNvPicPr>
          <p:nvPr/>
        </p:nvPicPr>
        <p:blipFill rotWithShape="1">
          <a:blip r:embed="rId2">
            <a:extLst>
              <a:ext uri="{28A0092B-C50C-407E-A947-70E740481C1C}">
                <a14:useLocalDpi xmlns:a14="http://schemas.microsoft.com/office/drawing/2010/main" val="0"/>
              </a:ext>
            </a:extLst>
          </a:blip>
          <a:srcRect r="77223"/>
          <a:stretch/>
        </p:blipFill>
        <p:spPr>
          <a:xfrm>
            <a:off x="0" y="1671187"/>
            <a:ext cx="2256263" cy="3515623"/>
          </a:xfrm>
          <a:prstGeom prst="rect">
            <a:avLst/>
          </a:prstGeom>
        </p:spPr>
      </p:pic>
      <p:sp>
        <p:nvSpPr>
          <p:cNvPr id="3" name="Footer Placeholder 2">
            <a:extLst>
              <a:ext uri="{FF2B5EF4-FFF2-40B4-BE49-F238E27FC236}">
                <a16:creationId xmlns:a16="http://schemas.microsoft.com/office/drawing/2014/main" id="{802331C8-4516-C748-8D4B-E8B7A9FE6430}"/>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330155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85727A-FE31-0F48-8263-BE920283E7C2}"/>
              </a:ext>
            </a:extLst>
          </p:cNvPr>
          <p:cNvSpPr>
            <a:spLocks noGrp="1"/>
          </p:cNvSpPr>
          <p:nvPr>
            <p:ph type="sldNum" sz="quarter" idx="12"/>
          </p:nvPr>
        </p:nvSpPr>
        <p:spPr/>
        <p:txBody>
          <a:bodyPr/>
          <a:lstStyle/>
          <a:p>
            <a:fld id="{48758AAF-F958-4141-BDE8-5609689A4508}" type="slidenum">
              <a:rPr lang="zh-CN" altLang="en-US" smtClean="0"/>
              <a:t>4</a:t>
            </a:fld>
            <a:endParaRPr lang="zh-CN" altLang="en-US"/>
          </a:p>
        </p:txBody>
      </p:sp>
      <p:pic>
        <p:nvPicPr>
          <p:cNvPr id="4" name="Picture 3">
            <a:extLst>
              <a:ext uri="{FF2B5EF4-FFF2-40B4-BE49-F238E27FC236}">
                <a16:creationId xmlns:a16="http://schemas.microsoft.com/office/drawing/2014/main" id="{189520E8-829C-7149-B061-440817561609}"/>
              </a:ext>
            </a:extLst>
          </p:cNvPr>
          <p:cNvPicPr>
            <a:picLocks noChangeAspect="1"/>
          </p:cNvPicPr>
          <p:nvPr/>
        </p:nvPicPr>
        <p:blipFill rotWithShape="1">
          <a:blip r:embed="rId2">
            <a:extLst>
              <a:ext uri="{28A0092B-C50C-407E-A947-70E740481C1C}">
                <a14:useLocalDpi xmlns:a14="http://schemas.microsoft.com/office/drawing/2010/main" val="0"/>
              </a:ext>
            </a:extLst>
          </a:blip>
          <a:srcRect r="78883"/>
          <a:stretch/>
        </p:blipFill>
        <p:spPr>
          <a:xfrm>
            <a:off x="0" y="2659348"/>
            <a:ext cx="2091847" cy="1539304"/>
          </a:xfrm>
          <a:prstGeom prst="rect">
            <a:avLst/>
          </a:prstGeom>
        </p:spPr>
      </p:pic>
      <p:pic>
        <p:nvPicPr>
          <p:cNvPr id="5" name="Picture 4">
            <a:extLst>
              <a:ext uri="{FF2B5EF4-FFF2-40B4-BE49-F238E27FC236}">
                <a16:creationId xmlns:a16="http://schemas.microsoft.com/office/drawing/2014/main" id="{F9D288EF-A393-EB44-B926-61388003A56A}"/>
              </a:ext>
            </a:extLst>
          </p:cNvPr>
          <p:cNvPicPr>
            <a:picLocks noChangeAspect="1"/>
          </p:cNvPicPr>
          <p:nvPr/>
        </p:nvPicPr>
        <p:blipFill rotWithShape="1">
          <a:blip r:embed="rId2">
            <a:extLst>
              <a:ext uri="{28A0092B-C50C-407E-A947-70E740481C1C}">
                <a14:useLocalDpi xmlns:a14="http://schemas.microsoft.com/office/drawing/2010/main" val="0"/>
              </a:ext>
            </a:extLst>
          </a:blip>
          <a:srcRect l="19578" r="54626"/>
          <a:stretch/>
        </p:blipFill>
        <p:spPr>
          <a:xfrm>
            <a:off x="2367420" y="2659348"/>
            <a:ext cx="2555310" cy="1539304"/>
          </a:xfrm>
          <a:prstGeom prst="rect">
            <a:avLst/>
          </a:prstGeom>
        </p:spPr>
      </p:pic>
      <p:pic>
        <p:nvPicPr>
          <p:cNvPr id="6" name="Picture 5">
            <a:extLst>
              <a:ext uri="{FF2B5EF4-FFF2-40B4-BE49-F238E27FC236}">
                <a16:creationId xmlns:a16="http://schemas.microsoft.com/office/drawing/2014/main" id="{D3B5DD9E-DF61-C940-8A1B-E89B7CB70121}"/>
              </a:ext>
            </a:extLst>
          </p:cNvPr>
          <p:cNvPicPr>
            <a:picLocks noChangeAspect="1"/>
          </p:cNvPicPr>
          <p:nvPr/>
        </p:nvPicPr>
        <p:blipFill rotWithShape="1">
          <a:blip r:embed="rId2">
            <a:extLst>
              <a:ext uri="{28A0092B-C50C-407E-A947-70E740481C1C}">
                <a14:useLocalDpi xmlns:a14="http://schemas.microsoft.com/office/drawing/2010/main" val="0"/>
              </a:ext>
            </a:extLst>
          </a:blip>
          <a:srcRect l="44635" r="29376"/>
          <a:stretch/>
        </p:blipFill>
        <p:spPr>
          <a:xfrm>
            <a:off x="4882183" y="2659348"/>
            <a:ext cx="2574425" cy="1539304"/>
          </a:xfrm>
          <a:prstGeom prst="rect">
            <a:avLst/>
          </a:prstGeom>
        </p:spPr>
      </p:pic>
      <p:pic>
        <p:nvPicPr>
          <p:cNvPr id="7" name="Picture 6">
            <a:extLst>
              <a:ext uri="{FF2B5EF4-FFF2-40B4-BE49-F238E27FC236}">
                <a16:creationId xmlns:a16="http://schemas.microsoft.com/office/drawing/2014/main" id="{C8AF44B6-3D23-E74F-B371-AF9F00CEC07D}"/>
              </a:ext>
            </a:extLst>
          </p:cNvPr>
          <p:cNvPicPr>
            <a:picLocks noChangeAspect="1"/>
          </p:cNvPicPr>
          <p:nvPr/>
        </p:nvPicPr>
        <p:blipFill rotWithShape="1">
          <a:blip r:embed="rId2">
            <a:extLst>
              <a:ext uri="{28A0092B-C50C-407E-A947-70E740481C1C}">
                <a14:useLocalDpi xmlns:a14="http://schemas.microsoft.com/office/drawing/2010/main" val="0"/>
              </a:ext>
            </a:extLst>
          </a:blip>
          <a:srcRect l="69108"/>
          <a:stretch/>
        </p:blipFill>
        <p:spPr>
          <a:xfrm>
            <a:off x="6845801" y="2659348"/>
            <a:ext cx="3060199" cy="1539304"/>
          </a:xfrm>
          <a:prstGeom prst="rect">
            <a:avLst/>
          </a:prstGeom>
        </p:spPr>
      </p:pic>
      <p:sp>
        <p:nvSpPr>
          <p:cNvPr id="3" name="Footer Placeholder 2">
            <a:extLst>
              <a:ext uri="{FF2B5EF4-FFF2-40B4-BE49-F238E27FC236}">
                <a16:creationId xmlns:a16="http://schemas.microsoft.com/office/drawing/2014/main" id="{9757975E-9391-D445-8F55-362FB126D0D0}"/>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291083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A89042-87F4-0D4E-A1D9-7D5C07A36CA8}"/>
              </a:ext>
            </a:extLst>
          </p:cNvPr>
          <p:cNvSpPr>
            <a:spLocks noGrp="1"/>
          </p:cNvSpPr>
          <p:nvPr>
            <p:ph type="sldNum" sz="quarter" idx="12"/>
          </p:nvPr>
        </p:nvSpPr>
        <p:spPr/>
        <p:txBody>
          <a:bodyPr/>
          <a:lstStyle/>
          <a:p>
            <a:fld id="{48758AAF-F958-4141-BDE8-5609689A4508}" type="slidenum">
              <a:rPr lang="zh-CN" altLang="en-US" smtClean="0"/>
              <a:t>5</a:t>
            </a:fld>
            <a:endParaRPr lang="zh-CN" altLang="en-US"/>
          </a:p>
        </p:txBody>
      </p:sp>
      <p:sp>
        <p:nvSpPr>
          <p:cNvPr id="3" name="Rectangle 2">
            <a:extLst>
              <a:ext uri="{FF2B5EF4-FFF2-40B4-BE49-F238E27FC236}">
                <a16:creationId xmlns:a16="http://schemas.microsoft.com/office/drawing/2014/main" id="{C4685CCB-0CB2-E24F-9CF0-BAC92B0C5BE2}"/>
              </a:ext>
            </a:extLst>
          </p:cNvPr>
          <p:cNvSpPr txBox="1">
            <a:spLocks noChangeArrowheads="1"/>
          </p:cNvSpPr>
          <p:nvPr/>
        </p:nvSpPr>
        <p:spPr>
          <a:xfrm>
            <a:off x="0" y="381000"/>
            <a:ext cx="9144000" cy="63658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sz="2800" b="1" dirty="0">
                <a:latin typeface="+mn-lt"/>
              </a:rPr>
              <a:t>Queues</a:t>
            </a:r>
          </a:p>
        </p:txBody>
      </p:sp>
      <p:sp>
        <p:nvSpPr>
          <p:cNvPr id="4" name="Rectangle 3">
            <a:extLst>
              <a:ext uri="{FF2B5EF4-FFF2-40B4-BE49-F238E27FC236}">
                <a16:creationId xmlns:a16="http://schemas.microsoft.com/office/drawing/2014/main" id="{F548EE12-06FF-2340-A1DD-09DFD9A555CE}"/>
              </a:ext>
            </a:extLst>
          </p:cNvPr>
          <p:cNvSpPr txBox="1">
            <a:spLocks noChangeArrowheads="1"/>
          </p:cNvSpPr>
          <p:nvPr/>
        </p:nvSpPr>
        <p:spPr>
          <a:xfrm>
            <a:off x="150813" y="1293813"/>
            <a:ext cx="8002587" cy="1978025"/>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en-US" dirty="0"/>
              <a:t>“A </a:t>
            </a:r>
            <a:r>
              <a:rPr lang="en-US" altLang="en-US" b="1" i="1" dirty="0">
                <a:solidFill>
                  <a:schemeClr val="bg2">
                    <a:lumMod val="50000"/>
                  </a:schemeClr>
                </a:solidFill>
              </a:rPr>
              <a:t>Queue</a:t>
            </a:r>
            <a:r>
              <a:rPr lang="en-US" altLang="en-US" i="1" dirty="0"/>
              <a:t> </a:t>
            </a:r>
            <a:r>
              <a:rPr lang="en-US" altLang="en-US" dirty="0"/>
              <a:t>is a special kind of list, where items are inserted at one end (</a:t>
            </a:r>
            <a:r>
              <a:rPr lang="en-US" altLang="en-US" b="1" i="1" dirty="0">
                <a:solidFill>
                  <a:schemeClr val="bg2">
                    <a:lumMod val="50000"/>
                  </a:schemeClr>
                </a:solidFill>
              </a:rPr>
              <a:t>the rear</a:t>
            </a:r>
            <a:r>
              <a:rPr lang="en-US" altLang="en-US" dirty="0"/>
              <a:t>) And deleted at the other end (</a:t>
            </a:r>
            <a:r>
              <a:rPr lang="en-US" altLang="en-US" b="1" i="1" dirty="0">
                <a:solidFill>
                  <a:schemeClr val="bg2">
                    <a:lumMod val="50000"/>
                  </a:schemeClr>
                </a:solidFill>
              </a:rPr>
              <a:t>the front</a:t>
            </a:r>
            <a:r>
              <a:rPr lang="en-US" altLang="en-US" dirty="0"/>
              <a:t>)</a:t>
            </a:r>
            <a:r>
              <a:rPr lang="en-US" altLang="en-US" i="1" dirty="0"/>
              <a:t>”</a:t>
            </a:r>
            <a:endParaRPr lang="en-US" altLang="en-US" i="1" dirty="0">
              <a:latin typeface="Helvetica" pitchFamily="2" charset="0"/>
            </a:endParaRPr>
          </a:p>
        </p:txBody>
      </p:sp>
      <p:sp>
        <p:nvSpPr>
          <p:cNvPr id="5" name="Rectangle 4">
            <a:extLst>
              <a:ext uri="{FF2B5EF4-FFF2-40B4-BE49-F238E27FC236}">
                <a16:creationId xmlns:a16="http://schemas.microsoft.com/office/drawing/2014/main" id="{5E76D7F9-388F-6A44-9969-55CC004FFF24}"/>
              </a:ext>
            </a:extLst>
          </p:cNvPr>
          <p:cNvSpPr>
            <a:spLocks noChangeArrowheads="1"/>
          </p:cNvSpPr>
          <p:nvPr/>
        </p:nvSpPr>
        <p:spPr bwMode="auto">
          <a:xfrm>
            <a:off x="533400" y="3352800"/>
            <a:ext cx="822642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n-US" altLang="en-US" sz="2400" dirty="0">
                <a:latin typeface="Helvetica" pitchFamily="2" charset="0"/>
              </a:rPr>
              <a:t>Other Name:</a:t>
            </a:r>
          </a:p>
          <a:p>
            <a:pPr eaLnBrk="1" hangingPunct="1">
              <a:spcBef>
                <a:spcPct val="20000"/>
              </a:spcBef>
              <a:buClr>
                <a:schemeClr val="tx1"/>
              </a:buClr>
              <a:buFont typeface="Wingdings" pitchFamily="2" charset="2"/>
              <a:buChar char="§"/>
            </a:pPr>
            <a:r>
              <a:rPr lang="en-US" altLang="en-US" sz="2400" dirty="0">
                <a:latin typeface="Helvetica" pitchFamily="2" charset="0"/>
              </a:rPr>
              <a:t>First In First Out (FIFO)</a:t>
            </a:r>
            <a:endParaRPr lang="en-US" altLang="en-US" sz="2400" i="1" dirty="0">
              <a:latin typeface="Helvetica" pitchFamily="2" charset="0"/>
            </a:endParaRPr>
          </a:p>
        </p:txBody>
      </p:sp>
      <p:sp>
        <p:nvSpPr>
          <p:cNvPr id="6" name="Footer Placeholder 5">
            <a:extLst>
              <a:ext uri="{FF2B5EF4-FFF2-40B4-BE49-F238E27FC236}">
                <a16:creationId xmlns:a16="http://schemas.microsoft.com/office/drawing/2014/main" id="{B6DD33DB-585C-C847-A84D-69DAFEC1E3EC}"/>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282318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E4F595-405A-BA40-A6FB-D29E7882FB27}"/>
              </a:ext>
            </a:extLst>
          </p:cNvPr>
          <p:cNvSpPr>
            <a:spLocks noGrp="1"/>
          </p:cNvSpPr>
          <p:nvPr>
            <p:ph type="sldNum" sz="quarter" idx="12"/>
          </p:nvPr>
        </p:nvSpPr>
        <p:spPr/>
        <p:txBody>
          <a:bodyPr/>
          <a:lstStyle/>
          <a:p>
            <a:fld id="{48758AAF-F958-4141-BDE8-5609689A4508}" type="slidenum">
              <a:rPr lang="zh-CN" altLang="en-US" smtClean="0"/>
              <a:t>6</a:t>
            </a:fld>
            <a:endParaRPr lang="zh-CN" altLang="en-US"/>
          </a:p>
        </p:txBody>
      </p:sp>
      <p:pic>
        <p:nvPicPr>
          <p:cNvPr id="7" name="Picture 6">
            <a:extLst>
              <a:ext uri="{FF2B5EF4-FFF2-40B4-BE49-F238E27FC236}">
                <a16:creationId xmlns:a16="http://schemas.microsoft.com/office/drawing/2014/main" id="{2EF1B88F-F8BA-B640-8AD0-CE4AE0ACD0B8}"/>
              </a:ext>
            </a:extLst>
          </p:cNvPr>
          <p:cNvPicPr>
            <a:picLocks noChangeAspect="1"/>
          </p:cNvPicPr>
          <p:nvPr/>
        </p:nvPicPr>
        <p:blipFill rotWithShape="1">
          <a:blip r:embed="rId2">
            <a:extLst>
              <a:ext uri="{28A0092B-C50C-407E-A947-70E740481C1C}">
                <a14:useLocalDpi xmlns:a14="http://schemas.microsoft.com/office/drawing/2010/main" val="0"/>
              </a:ext>
            </a:extLst>
          </a:blip>
          <a:srcRect t="50420" r="5039"/>
          <a:stretch/>
        </p:blipFill>
        <p:spPr>
          <a:xfrm>
            <a:off x="4278128" y="2878899"/>
            <a:ext cx="5435970" cy="2229960"/>
          </a:xfrm>
          <a:prstGeom prst="rect">
            <a:avLst/>
          </a:prstGeom>
        </p:spPr>
      </p:pic>
      <p:sp>
        <p:nvSpPr>
          <p:cNvPr id="8" name="Rectangle 7">
            <a:extLst>
              <a:ext uri="{FF2B5EF4-FFF2-40B4-BE49-F238E27FC236}">
                <a16:creationId xmlns:a16="http://schemas.microsoft.com/office/drawing/2014/main" id="{27138AC7-84C3-0C40-9789-FFFD42E47F7B}"/>
              </a:ext>
            </a:extLst>
          </p:cNvPr>
          <p:cNvSpPr>
            <a:spLocks noChangeArrowheads="1"/>
          </p:cNvSpPr>
          <p:nvPr/>
        </p:nvSpPr>
        <p:spPr bwMode="auto">
          <a:xfrm>
            <a:off x="144539" y="2878899"/>
            <a:ext cx="4133589"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n-US" altLang="en-US" sz="2400" u="sng" dirty="0">
                <a:latin typeface="Helvetica" pitchFamily="2" charset="0"/>
              </a:rPr>
              <a:t>Difference from Stack:</a:t>
            </a:r>
          </a:p>
          <a:p>
            <a:pPr eaLnBrk="1" hangingPunct="1">
              <a:spcBef>
                <a:spcPct val="20000"/>
              </a:spcBef>
            </a:pPr>
            <a:r>
              <a:rPr lang="en-US" altLang="en-US" sz="2400" dirty="0">
                <a:latin typeface="Helvetica" pitchFamily="2" charset="0"/>
              </a:rPr>
              <a:t>	Insertion go at the end of the list, rather than the beginning of the list. </a:t>
            </a:r>
          </a:p>
        </p:txBody>
      </p:sp>
      <p:sp>
        <p:nvSpPr>
          <p:cNvPr id="3" name="Footer Placeholder 2">
            <a:extLst>
              <a:ext uri="{FF2B5EF4-FFF2-40B4-BE49-F238E27FC236}">
                <a16:creationId xmlns:a16="http://schemas.microsoft.com/office/drawing/2014/main" id="{734AB081-C2A8-144A-B53F-4C403FC591A2}"/>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1322142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097BC3-B935-EE44-85DD-BFB33FDBBA07}"/>
              </a:ext>
            </a:extLst>
          </p:cNvPr>
          <p:cNvSpPr>
            <a:spLocks noGrp="1"/>
          </p:cNvSpPr>
          <p:nvPr>
            <p:ph type="sldNum" sz="quarter" idx="12"/>
          </p:nvPr>
        </p:nvSpPr>
        <p:spPr/>
        <p:txBody>
          <a:bodyPr/>
          <a:lstStyle/>
          <a:p>
            <a:fld id="{48758AAF-F958-4141-BDE8-5609689A4508}" type="slidenum">
              <a:rPr lang="zh-CN" altLang="en-US" smtClean="0"/>
              <a:t>7</a:t>
            </a:fld>
            <a:endParaRPr lang="zh-CN" altLang="en-US"/>
          </a:p>
        </p:txBody>
      </p:sp>
      <p:sp>
        <p:nvSpPr>
          <p:cNvPr id="3" name="Rectangle 2">
            <a:extLst>
              <a:ext uri="{FF2B5EF4-FFF2-40B4-BE49-F238E27FC236}">
                <a16:creationId xmlns:a16="http://schemas.microsoft.com/office/drawing/2014/main" id="{AB767682-B51B-994F-B7B4-01B0634C7E95}"/>
              </a:ext>
            </a:extLst>
          </p:cNvPr>
          <p:cNvSpPr txBox="1">
            <a:spLocks noChangeArrowheads="1"/>
          </p:cNvSpPr>
          <p:nvPr/>
        </p:nvSpPr>
        <p:spPr>
          <a:xfrm>
            <a:off x="0" y="422274"/>
            <a:ext cx="7239000" cy="5715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sz="2800" b="1" dirty="0"/>
              <a:t>Common Operations on Queues</a:t>
            </a:r>
          </a:p>
        </p:txBody>
      </p:sp>
      <p:sp>
        <p:nvSpPr>
          <p:cNvPr id="4" name="Rectangle 3">
            <a:extLst>
              <a:ext uri="{FF2B5EF4-FFF2-40B4-BE49-F238E27FC236}">
                <a16:creationId xmlns:a16="http://schemas.microsoft.com/office/drawing/2014/main" id="{ACC612BA-ACF8-2847-AD74-90C274CB72D8}"/>
              </a:ext>
            </a:extLst>
          </p:cNvPr>
          <p:cNvSpPr txBox="1">
            <a:spLocks noChangeArrowheads="1"/>
          </p:cNvSpPr>
          <p:nvPr/>
        </p:nvSpPr>
        <p:spPr>
          <a:xfrm>
            <a:off x="579863" y="1431925"/>
            <a:ext cx="7696200" cy="2590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09600" indent="-609600">
              <a:buFontTx/>
              <a:buAutoNum type="arabicPeriod"/>
            </a:pPr>
            <a:r>
              <a:rPr lang="en-US" altLang="en-US" sz="2400" b="1" dirty="0"/>
              <a:t>MAKENULL(Q):</a:t>
            </a:r>
            <a:r>
              <a:rPr lang="en-US" altLang="en-US" sz="2400" dirty="0"/>
              <a:t> Makes Queue Q be an empty list.</a:t>
            </a:r>
          </a:p>
          <a:p>
            <a:pPr marL="609600" indent="-609600">
              <a:buFontTx/>
              <a:buAutoNum type="arabicPeriod"/>
            </a:pPr>
            <a:r>
              <a:rPr lang="en-US" altLang="en-US" sz="2400" b="1" dirty="0"/>
              <a:t>FRONT</a:t>
            </a:r>
            <a:r>
              <a:rPr lang="en-US" altLang="en-US" sz="2400" b="1" i="1" dirty="0"/>
              <a:t>(Q</a:t>
            </a:r>
            <a:r>
              <a:rPr lang="en-US" altLang="en-US" sz="2400" b="1" dirty="0"/>
              <a:t>):</a:t>
            </a:r>
            <a:r>
              <a:rPr lang="en-US" altLang="en-US" sz="2400" dirty="0"/>
              <a:t> Returns the first element on Queue Q.</a:t>
            </a:r>
          </a:p>
          <a:p>
            <a:pPr marL="609600" indent="-609600">
              <a:buFontTx/>
              <a:buAutoNum type="arabicPeriod"/>
            </a:pPr>
            <a:r>
              <a:rPr lang="en-US" altLang="en-US" sz="2400" b="1" dirty="0"/>
              <a:t>ENQUEUE(</a:t>
            </a:r>
            <a:r>
              <a:rPr lang="en-US" altLang="en-US" sz="2400" b="1" i="1" dirty="0" err="1"/>
              <a:t>x</a:t>
            </a:r>
            <a:r>
              <a:rPr lang="en-US" altLang="en-US" sz="2400" b="1" dirty="0" err="1"/>
              <a:t>,</a:t>
            </a:r>
            <a:r>
              <a:rPr lang="en-US" altLang="en-US" sz="2400" b="1" i="1" dirty="0" err="1"/>
              <a:t>Q</a:t>
            </a:r>
            <a:r>
              <a:rPr lang="en-US" altLang="en-US" sz="2400" b="1" dirty="0"/>
              <a:t>):</a:t>
            </a:r>
            <a:r>
              <a:rPr lang="en-US" altLang="en-US" sz="2400" dirty="0"/>
              <a:t> Inserts element x at the end of Queue Q. </a:t>
            </a:r>
          </a:p>
          <a:p>
            <a:pPr marL="609600" indent="-609600">
              <a:buFontTx/>
              <a:buAutoNum type="arabicPeriod"/>
            </a:pPr>
            <a:r>
              <a:rPr lang="en-US" altLang="en-US" sz="2400" b="1" dirty="0"/>
              <a:t>DEQUEUE(</a:t>
            </a:r>
            <a:r>
              <a:rPr lang="en-US" altLang="en-US" sz="2400" b="1" i="1" dirty="0"/>
              <a:t>Q</a:t>
            </a:r>
            <a:r>
              <a:rPr lang="en-US" altLang="en-US" sz="2400" b="1" dirty="0"/>
              <a:t>):</a:t>
            </a:r>
            <a:r>
              <a:rPr lang="en-US" altLang="en-US" sz="2400" dirty="0"/>
              <a:t> Deletes the first element of </a:t>
            </a:r>
            <a:r>
              <a:rPr lang="en-US" altLang="en-US" sz="2400" i="1" dirty="0"/>
              <a:t>Q.</a:t>
            </a:r>
          </a:p>
          <a:p>
            <a:pPr marL="609600" indent="-609600">
              <a:buFontTx/>
              <a:buAutoNum type="arabicPeriod"/>
            </a:pPr>
            <a:r>
              <a:rPr lang="en-US" altLang="en-US" sz="2400" b="1" dirty="0"/>
              <a:t>EMPTY(</a:t>
            </a:r>
            <a:r>
              <a:rPr lang="en-US" altLang="en-US" sz="2400" b="1" i="1" dirty="0"/>
              <a:t>Q</a:t>
            </a:r>
            <a:r>
              <a:rPr lang="en-US" altLang="en-US" sz="2400" b="1" dirty="0"/>
              <a:t>):</a:t>
            </a:r>
            <a:r>
              <a:rPr lang="en-US" altLang="en-US" sz="2400" dirty="0"/>
              <a:t> Returns true if and only if Q is an empty queue.</a:t>
            </a:r>
          </a:p>
          <a:p>
            <a:pPr marL="609600" indent="-609600">
              <a:buFontTx/>
              <a:buNone/>
            </a:pPr>
            <a:endParaRPr lang="en-US" altLang="en-US" sz="2400" dirty="0"/>
          </a:p>
        </p:txBody>
      </p:sp>
      <p:sp>
        <p:nvSpPr>
          <p:cNvPr id="5" name="Text Box 4">
            <a:extLst>
              <a:ext uri="{FF2B5EF4-FFF2-40B4-BE49-F238E27FC236}">
                <a16:creationId xmlns:a16="http://schemas.microsoft.com/office/drawing/2014/main" id="{AA02A8CA-A81E-F845-86F7-52A0A4A8016B}"/>
              </a:ext>
            </a:extLst>
          </p:cNvPr>
          <p:cNvSpPr txBox="1">
            <a:spLocks noChangeArrowheads="1"/>
          </p:cNvSpPr>
          <p:nvPr/>
        </p:nvSpPr>
        <p:spPr bwMode="auto">
          <a:xfrm>
            <a:off x="1097388" y="4441825"/>
            <a:ext cx="73310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3600" b="1" dirty="0">
                <a:latin typeface="Times New Roman" panose="02020603050405020304" pitchFamily="18" charset="0"/>
              </a:rPr>
              <a:t>Example??</a:t>
            </a:r>
          </a:p>
        </p:txBody>
      </p:sp>
      <p:sp>
        <p:nvSpPr>
          <p:cNvPr id="6" name="Footer Placeholder 5">
            <a:extLst>
              <a:ext uri="{FF2B5EF4-FFF2-40B4-BE49-F238E27FC236}">
                <a16:creationId xmlns:a16="http://schemas.microsoft.com/office/drawing/2014/main" id="{A7CF7218-46D6-074D-806D-7828159DD363}"/>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250062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639B8D-97B6-2B47-A7EA-315DBD2F45C7}"/>
              </a:ext>
            </a:extLst>
          </p:cNvPr>
          <p:cNvSpPr>
            <a:spLocks noGrp="1"/>
          </p:cNvSpPr>
          <p:nvPr>
            <p:ph type="sldNum" sz="quarter" idx="12"/>
          </p:nvPr>
        </p:nvSpPr>
        <p:spPr/>
        <p:txBody>
          <a:bodyPr/>
          <a:lstStyle/>
          <a:p>
            <a:fld id="{48758AAF-F958-4141-BDE8-5609689A4508}" type="slidenum">
              <a:rPr lang="zh-CN" altLang="en-US" smtClean="0"/>
              <a:t>8</a:t>
            </a:fld>
            <a:endParaRPr lang="zh-CN" altLang="en-US"/>
          </a:p>
        </p:txBody>
      </p:sp>
      <p:sp>
        <p:nvSpPr>
          <p:cNvPr id="3" name="Rectangle 2">
            <a:extLst>
              <a:ext uri="{FF2B5EF4-FFF2-40B4-BE49-F238E27FC236}">
                <a16:creationId xmlns:a16="http://schemas.microsoft.com/office/drawing/2014/main" id="{79B45A6C-ADA2-3B43-9354-94A90CBCC7E3}"/>
              </a:ext>
            </a:extLst>
          </p:cNvPr>
          <p:cNvSpPr txBox="1">
            <a:spLocks noChangeArrowheads="1"/>
          </p:cNvSpPr>
          <p:nvPr/>
        </p:nvSpPr>
        <p:spPr>
          <a:xfrm>
            <a:off x="457200" y="320675"/>
            <a:ext cx="72390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t>Applications of Queues</a:t>
            </a:r>
          </a:p>
        </p:txBody>
      </p:sp>
      <p:sp>
        <p:nvSpPr>
          <p:cNvPr id="4" name="Rectangle 3">
            <a:extLst>
              <a:ext uri="{FF2B5EF4-FFF2-40B4-BE49-F238E27FC236}">
                <a16:creationId xmlns:a16="http://schemas.microsoft.com/office/drawing/2014/main" id="{65FF0554-933D-9C4E-BCF4-645F7139AE8F}"/>
              </a:ext>
            </a:extLst>
          </p:cNvPr>
          <p:cNvSpPr txBox="1">
            <a:spLocks noChangeArrowheads="1"/>
          </p:cNvSpPr>
          <p:nvPr/>
        </p:nvSpPr>
        <p:spPr>
          <a:xfrm>
            <a:off x="457200" y="1447800"/>
            <a:ext cx="8229600" cy="45259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Operating system</a:t>
            </a:r>
          </a:p>
          <a:p>
            <a:pPr lvl="1"/>
            <a:r>
              <a:rPr lang="en-US" altLang="en-US" dirty="0"/>
              <a:t>multi-user/multitasking environments, where several users or task may be requesting the same resource simultaneously.</a:t>
            </a:r>
            <a:endParaRPr lang="en-US" altLang="en-US" sz="2500" dirty="0"/>
          </a:p>
        </p:txBody>
      </p:sp>
      <p:sp>
        <p:nvSpPr>
          <p:cNvPr id="5" name="Footer Placeholder 4">
            <a:extLst>
              <a:ext uri="{FF2B5EF4-FFF2-40B4-BE49-F238E27FC236}">
                <a16:creationId xmlns:a16="http://schemas.microsoft.com/office/drawing/2014/main" id="{D675BD16-2666-6B43-B4F6-3E14C1738B52}"/>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4158039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489EF4-06E2-3A4A-9DAB-10E0DAC234B9}"/>
              </a:ext>
            </a:extLst>
          </p:cNvPr>
          <p:cNvSpPr>
            <a:spLocks noGrp="1"/>
          </p:cNvSpPr>
          <p:nvPr>
            <p:ph type="sldNum" sz="quarter" idx="12"/>
          </p:nvPr>
        </p:nvSpPr>
        <p:spPr/>
        <p:txBody>
          <a:bodyPr/>
          <a:lstStyle/>
          <a:p>
            <a:fld id="{48758AAF-F958-4141-BDE8-5609689A4508}" type="slidenum">
              <a:rPr lang="zh-CN" altLang="en-US" smtClean="0"/>
              <a:t>9</a:t>
            </a:fld>
            <a:endParaRPr lang="zh-CN" altLang="en-US"/>
          </a:p>
        </p:txBody>
      </p:sp>
      <p:sp>
        <p:nvSpPr>
          <p:cNvPr id="3" name="Rectangle 2">
            <a:extLst>
              <a:ext uri="{FF2B5EF4-FFF2-40B4-BE49-F238E27FC236}">
                <a16:creationId xmlns:a16="http://schemas.microsoft.com/office/drawing/2014/main" id="{5CE986C3-4FCE-734E-B8BE-42A5E96931BA}"/>
              </a:ext>
            </a:extLst>
          </p:cNvPr>
          <p:cNvSpPr txBox="1">
            <a:spLocks noChangeArrowheads="1"/>
          </p:cNvSpPr>
          <p:nvPr/>
        </p:nvSpPr>
        <p:spPr>
          <a:xfrm>
            <a:off x="457200" y="320675"/>
            <a:ext cx="72390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t>Implementation</a:t>
            </a:r>
          </a:p>
        </p:txBody>
      </p:sp>
      <p:sp>
        <p:nvSpPr>
          <p:cNvPr id="4" name="Rectangle 3">
            <a:extLst>
              <a:ext uri="{FF2B5EF4-FFF2-40B4-BE49-F238E27FC236}">
                <a16:creationId xmlns:a16="http://schemas.microsoft.com/office/drawing/2014/main" id="{A688E32F-A4C5-6A4C-A4C3-771B2F4ED717}"/>
              </a:ext>
            </a:extLst>
          </p:cNvPr>
          <p:cNvSpPr txBox="1">
            <a:spLocks noChangeArrowheads="1"/>
          </p:cNvSpPr>
          <p:nvPr/>
        </p:nvSpPr>
        <p:spPr>
          <a:xfrm>
            <a:off x="457200" y="1609725"/>
            <a:ext cx="7239000" cy="48466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Static</a:t>
            </a:r>
          </a:p>
          <a:p>
            <a:pPr lvl="1"/>
            <a:r>
              <a:rPr lang="en-US" altLang="en-US" dirty="0"/>
              <a:t>Queue is implemented by an array, and size of queue remains fix</a:t>
            </a:r>
          </a:p>
          <a:p>
            <a:r>
              <a:rPr lang="en-US" altLang="en-US" dirty="0"/>
              <a:t>Dynamic</a:t>
            </a:r>
          </a:p>
          <a:p>
            <a:pPr lvl="1"/>
            <a:r>
              <a:rPr lang="en-US" altLang="en-US" dirty="0"/>
              <a:t>A </a:t>
            </a:r>
            <a:r>
              <a:rPr lang="en-US" altLang="en-US" b="1" dirty="0">
                <a:solidFill>
                  <a:schemeClr val="bg2">
                    <a:lumMod val="50000"/>
                  </a:schemeClr>
                </a:solidFill>
              </a:rPr>
              <a:t>queue</a:t>
            </a:r>
            <a:r>
              <a:rPr lang="en-US" altLang="en-US" dirty="0"/>
              <a:t> can be </a:t>
            </a:r>
            <a:r>
              <a:rPr lang="en-US" altLang="en-US" b="1" dirty="0">
                <a:solidFill>
                  <a:schemeClr val="bg2">
                    <a:lumMod val="50000"/>
                  </a:schemeClr>
                </a:solidFill>
              </a:rPr>
              <a:t>implemented</a:t>
            </a:r>
            <a:r>
              <a:rPr lang="en-US" altLang="en-US" dirty="0"/>
              <a:t> as a </a:t>
            </a:r>
            <a:r>
              <a:rPr lang="en-US" altLang="en-US" b="1" dirty="0">
                <a:solidFill>
                  <a:schemeClr val="bg2">
                    <a:lumMod val="50000"/>
                  </a:schemeClr>
                </a:solidFill>
              </a:rPr>
              <a:t>linked list</a:t>
            </a:r>
            <a:r>
              <a:rPr lang="en-US" altLang="en-US" dirty="0"/>
              <a:t>, and </a:t>
            </a:r>
            <a:r>
              <a:rPr lang="en-US" altLang="en-US" i="1" dirty="0"/>
              <a:t>expand</a:t>
            </a:r>
            <a:r>
              <a:rPr lang="en-US" altLang="en-US" dirty="0"/>
              <a:t> or </a:t>
            </a:r>
            <a:r>
              <a:rPr lang="en-US" altLang="en-US" i="1" dirty="0"/>
              <a:t>shrink </a:t>
            </a:r>
            <a:r>
              <a:rPr lang="en-US" altLang="en-US" dirty="0"/>
              <a:t>with each </a:t>
            </a:r>
            <a:r>
              <a:rPr lang="en-US" altLang="en-US" i="1" dirty="0"/>
              <a:t>enqueue</a:t>
            </a:r>
            <a:r>
              <a:rPr lang="en-US" altLang="en-US" dirty="0"/>
              <a:t> or </a:t>
            </a:r>
            <a:r>
              <a:rPr lang="en-US" altLang="en-US" i="1" dirty="0"/>
              <a:t>dequeue</a:t>
            </a:r>
            <a:r>
              <a:rPr lang="en-US" altLang="en-US" dirty="0"/>
              <a:t> operation.</a:t>
            </a:r>
          </a:p>
        </p:txBody>
      </p:sp>
      <p:sp>
        <p:nvSpPr>
          <p:cNvPr id="5" name="Footer Placeholder 4">
            <a:extLst>
              <a:ext uri="{FF2B5EF4-FFF2-40B4-BE49-F238E27FC236}">
                <a16:creationId xmlns:a16="http://schemas.microsoft.com/office/drawing/2014/main" id="{D02365D2-2329-BA44-A4E9-68C26F580747}"/>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890010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62153B-9AF7-134B-A7B5-364866EFCE83}"/>
              </a:ext>
            </a:extLst>
          </p:cNvPr>
          <p:cNvSpPr>
            <a:spLocks noGrp="1"/>
          </p:cNvSpPr>
          <p:nvPr>
            <p:ph type="sldNum" sz="quarter" idx="12"/>
          </p:nvPr>
        </p:nvSpPr>
        <p:spPr/>
        <p:txBody>
          <a:bodyPr/>
          <a:lstStyle/>
          <a:p>
            <a:fld id="{48758AAF-F958-4141-BDE8-5609689A4508}" type="slidenum">
              <a:rPr lang="zh-CN" altLang="en-US" smtClean="0"/>
              <a:t>10</a:t>
            </a:fld>
            <a:endParaRPr lang="zh-CN" altLang="en-US"/>
          </a:p>
        </p:txBody>
      </p:sp>
      <p:pic>
        <p:nvPicPr>
          <p:cNvPr id="3" name="Picture 2" descr="Figure 18-9">
            <a:extLst>
              <a:ext uri="{FF2B5EF4-FFF2-40B4-BE49-F238E27FC236}">
                <a16:creationId xmlns:a16="http://schemas.microsoft.com/office/drawing/2014/main" id="{DD5256E9-6246-0848-B3D9-3E965739D6CD}"/>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929481" y="915988"/>
            <a:ext cx="2366963" cy="5440363"/>
          </a:xfrm>
          <a:prstGeom prst="rect">
            <a:avLst/>
          </a:prstGeom>
          <a:noFill/>
        </p:spPr>
      </p:pic>
      <p:pic>
        <p:nvPicPr>
          <p:cNvPr id="4" name="Picture 3" descr="Figure 18-10">
            <a:extLst>
              <a:ext uri="{FF2B5EF4-FFF2-40B4-BE49-F238E27FC236}">
                <a16:creationId xmlns:a16="http://schemas.microsoft.com/office/drawing/2014/main" id="{B10892B1-8C28-4E41-9227-C95B6B966CB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5573713" y="685800"/>
            <a:ext cx="2627312" cy="5440363"/>
          </a:xfrm>
          <a:prstGeom prst="rect">
            <a:avLst/>
          </a:prstGeom>
          <a:noFill/>
        </p:spPr>
      </p:pic>
      <p:sp>
        <p:nvSpPr>
          <p:cNvPr id="5" name="Rectangle 4">
            <a:extLst>
              <a:ext uri="{FF2B5EF4-FFF2-40B4-BE49-F238E27FC236}">
                <a16:creationId xmlns:a16="http://schemas.microsoft.com/office/drawing/2014/main" id="{B5938296-1795-CB40-8365-630AC9C316D2}"/>
              </a:ext>
            </a:extLst>
          </p:cNvPr>
          <p:cNvSpPr/>
          <p:nvPr/>
        </p:nvSpPr>
        <p:spPr>
          <a:xfrm>
            <a:off x="5237163" y="1697038"/>
            <a:ext cx="1981200" cy="6858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dirty="0">
                <a:solidFill>
                  <a:schemeClr val="tx1"/>
                </a:solidFill>
                <a:latin typeface="Arial" pitchFamily="34" charset="0"/>
                <a:cs typeface="Arial" pitchFamily="34" charset="0"/>
              </a:rPr>
              <a:t>       6     9 </a:t>
            </a:r>
            <a:endParaRPr lang="en-US" sz="1100" dirty="0">
              <a:solidFill>
                <a:schemeClr val="tx1"/>
              </a:solidFill>
              <a:latin typeface="Arial" pitchFamily="34" charset="0"/>
              <a:cs typeface="Arial" pitchFamily="34" charset="0"/>
            </a:endParaRPr>
          </a:p>
        </p:txBody>
      </p:sp>
      <p:cxnSp>
        <p:nvCxnSpPr>
          <p:cNvPr id="6" name="Straight Connector 5">
            <a:extLst>
              <a:ext uri="{FF2B5EF4-FFF2-40B4-BE49-F238E27FC236}">
                <a16:creationId xmlns:a16="http://schemas.microsoft.com/office/drawing/2014/main" id="{D210F129-F30B-0643-A30E-D928BA82A4F2}"/>
              </a:ext>
            </a:extLst>
          </p:cNvPr>
          <p:cNvCxnSpPr/>
          <p:nvPr/>
        </p:nvCxnSpPr>
        <p:spPr>
          <a:xfrm rot="5400000" flipH="1" flipV="1">
            <a:off x="6246812" y="2030413"/>
            <a:ext cx="639763"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62A03E-51C5-2F43-93FF-418F84C1B69B}"/>
              </a:ext>
            </a:extLst>
          </p:cNvPr>
          <p:cNvCxnSpPr/>
          <p:nvPr/>
        </p:nvCxnSpPr>
        <p:spPr>
          <a:xfrm rot="5400000" flipH="1" flipV="1">
            <a:off x="5576094" y="2029619"/>
            <a:ext cx="64135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BB242F3-CB37-9143-A9B4-C6C493C7C2EE}"/>
              </a:ext>
            </a:extLst>
          </p:cNvPr>
          <p:cNvSpPr/>
          <p:nvPr/>
        </p:nvSpPr>
        <p:spPr>
          <a:xfrm>
            <a:off x="7239000" y="1600200"/>
            <a:ext cx="685800" cy="838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a:extLst>
              <a:ext uri="{FF2B5EF4-FFF2-40B4-BE49-F238E27FC236}">
                <a16:creationId xmlns:a16="http://schemas.microsoft.com/office/drawing/2014/main" id="{A3D8BE69-2917-7C4F-928C-C2C2A1488F87}"/>
              </a:ext>
            </a:extLst>
          </p:cNvPr>
          <p:cNvSpPr/>
          <p:nvPr/>
        </p:nvSpPr>
        <p:spPr>
          <a:xfrm>
            <a:off x="6629400" y="3429000"/>
            <a:ext cx="1357313" cy="838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a:extLst>
              <a:ext uri="{FF2B5EF4-FFF2-40B4-BE49-F238E27FC236}">
                <a16:creationId xmlns:a16="http://schemas.microsoft.com/office/drawing/2014/main" id="{2E51CF6B-DEE2-764D-9405-9039B3BBDCDC}"/>
              </a:ext>
            </a:extLst>
          </p:cNvPr>
          <p:cNvSpPr/>
          <p:nvPr/>
        </p:nvSpPr>
        <p:spPr>
          <a:xfrm>
            <a:off x="7286625" y="5334000"/>
            <a:ext cx="685800" cy="838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a:extLst>
              <a:ext uri="{FF2B5EF4-FFF2-40B4-BE49-F238E27FC236}">
                <a16:creationId xmlns:a16="http://schemas.microsoft.com/office/drawing/2014/main" id="{66E42E7B-D183-144E-8583-A293ACF3D7CC}"/>
              </a:ext>
            </a:extLst>
          </p:cNvPr>
          <p:cNvSpPr/>
          <p:nvPr/>
        </p:nvSpPr>
        <p:spPr>
          <a:xfrm>
            <a:off x="4648200" y="3560763"/>
            <a:ext cx="1981200" cy="6858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dirty="0">
                <a:solidFill>
                  <a:schemeClr val="tx1"/>
                </a:solidFill>
                <a:latin typeface="Arial" pitchFamily="34" charset="0"/>
                <a:cs typeface="Arial" pitchFamily="34" charset="0"/>
              </a:rPr>
              <a:t>             9 </a:t>
            </a:r>
            <a:endParaRPr lang="en-US" sz="1100" dirty="0">
              <a:solidFill>
                <a:schemeClr val="tx1"/>
              </a:solidFill>
              <a:latin typeface="Arial" pitchFamily="34" charset="0"/>
              <a:cs typeface="Arial" pitchFamily="34" charset="0"/>
            </a:endParaRPr>
          </a:p>
        </p:txBody>
      </p:sp>
      <p:cxnSp>
        <p:nvCxnSpPr>
          <p:cNvPr id="12" name="Straight Connector 11">
            <a:extLst>
              <a:ext uri="{FF2B5EF4-FFF2-40B4-BE49-F238E27FC236}">
                <a16:creationId xmlns:a16="http://schemas.microsoft.com/office/drawing/2014/main" id="{7FC82BF7-D2B8-2B49-A716-EECB359397E8}"/>
              </a:ext>
            </a:extLst>
          </p:cNvPr>
          <p:cNvCxnSpPr/>
          <p:nvPr/>
        </p:nvCxnSpPr>
        <p:spPr>
          <a:xfrm rot="5400000" flipH="1" flipV="1">
            <a:off x="5657851" y="3895725"/>
            <a:ext cx="639762"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7BA118-07B6-5D4C-9676-56EE5E4CFB41}"/>
              </a:ext>
            </a:extLst>
          </p:cNvPr>
          <p:cNvCxnSpPr/>
          <p:nvPr/>
        </p:nvCxnSpPr>
        <p:spPr>
          <a:xfrm rot="5400000" flipH="1" flipV="1">
            <a:off x="4985544" y="3894931"/>
            <a:ext cx="64135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C9F2B8D-7E58-F54D-91C6-128DAADD2887}"/>
              </a:ext>
            </a:extLst>
          </p:cNvPr>
          <p:cNvSpPr/>
          <p:nvPr/>
        </p:nvSpPr>
        <p:spPr>
          <a:xfrm>
            <a:off x="5334000" y="5438775"/>
            <a:ext cx="1981200" cy="6858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dirty="0">
                <a:solidFill>
                  <a:schemeClr val="tx1"/>
                </a:solidFill>
                <a:latin typeface="Arial" pitchFamily="34" charset="0"/>
                <a:cs typeface="Arial" pitchFamily="34" charset="0"/>
              </a:rPr>
              <a:t>             </a:t>
            </a:r>
            <a:endParaRPr lang="en-US" sz="1100" dirty="0">
              <a:solidFill>
                <a:schemeClr val="tx1"/>
              </a:solidFill>
              <a:latin typeface="Arial" pitchFamily="34" charset="0"/>
              <a:cs typeface="Arial" pitchFamily="34" charset="0"/>
            </a:endParaRPr>
          </a:p>
        </p:txBody>
      </p:sp>
      <p:cxnSp>
        <p:nvCxnSpPr>
          <p:cNvPr id="15" name="Straight Connector 14">
            <a:extLst>
              <a:ext uri="{FF2B5EF4-FFF2-40B4-BE49-F238E27FC236}">
                <a16:creationId xmlns:a16="http://schemas.microsoft.com/office/drawing/2014/main" id="{A488EE39-FB15-3646-A20B-B73B0D0EF0F0}"/>
              </a:ext>
            </a:extLst>
          </p:cNvPr>
          <p:cNvCxnSpPr/>
          <p:nvPr/>
        </p:nvCxnSpPr>
        <p:spPr>
          <a:xfrm rot="5400000" flipH="1" flipV="1">
            <a:off x="6343651" y="5772150"/>
            <a:ext cx="639762" cy="158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DA377A2-B55F-B24A-B0BA-3568C3731A29}"/>
              </a:ext>
            </a:extLst>
          </p:cNvPr>
          <p:cNvCxnSpPr/>
          <p:nvPr/>
        </p:nvCxnSpPr>
        <p:spPr>
          <a:xfrm rot="5400000" flipH="1" flipV="1">
            <a:off x="5672138" y="5772150"/>
            <a:ext cx="639762"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Footer Placeholder 16">
            <a:extLst>
              <a:ext uri="{FF2B5EF4-FFF2-40B4-BE49-F238E27FC236}">
                <a16:creationId xmlns:a16="http://schemas.microsoft.com/office/drawing/2014/main" id="{6C2D351F-AEE4-2647-B88A-F0E2996888BD}"/>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3864210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C07E9F-2881-6F48-A0A0-3FEF6C43B493}"/>
              </a:ext>
            </a:extLst>
          </p:cNvPr>
          <p:cNvSpPr>
            <a:spLocks noGrp="1"/>
          </p:cNvSpPr>
          <p:nvPr>
            <p:ph type="sldNum" sz="quarter" idx="12"/>
          </p:nvPr>
        </p:nvSpPr>
        <p:spPr/>
        <p:txBody>
          <a:bodyPr/>
          <a:lstStyle/>
          <a:p>
            <a:fld id="{48758AAF-F958-4141-BDE8-5609689A4508}" type="slidenum">
              <a:rPr lang="zh-CN" altLang="en-US" smtClean="0"/>
              <a:t>11</a:t>
            </a:fld>
            <a:endParaRPr lang="zh-CN" altLang="en-US"/>
          </a:p>
        </p:txBody>
      </p:sp>
      <p:sp>
        <p:nvSpPr>
          <p:cNvPr id="3" name="Title 4">
            <a:extLst>
              <a:ext uri="{FF2B5EF4-FFF2-40B4-BE49-F238E27FC236}">
                <a16:creationId xmlns:a16="http://schemas.microsoft.com/office/drawing/2014/main" id="{EC397CDE-14D9-F046-8E95-47887DED53A4}"/>
              </a:ext>
            </a:extLst>
          </p:cNvPr>
          <p:cNvSpPr txBox="1">
            <a:spLocks/>
          </p:cNvSpPr>
          <p:nvPr/>
        </p:nvSpPr>
        <p:spPr>
          <a:xfrm>
            <a:off x="144049" y="275573"/>
            <a:ext cx="7239000" cy="52609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sz="2800" b="1" dirty="0">
                <a:latin typeface="+mn-lt"/>
              </a:rPr>
              <a:t>ENQUEUE(</a:t>
            </a:r>
            <a:r>
              <a:rPr lang="en-US" sz="2800" b="1" i="1" dirty="0" err="1">
                <a:latin typeface="+mn-lt"/>
              </a:rPr>
              <a:t>NEwdata</a:t>
            </a:r>
            <a:r>
              <a:rPr lang="en-US" sz="2800" b="1" dirty="0" err="1">
                <a:latin typeface="+mn-lt"/>
              </a:rPr>
              <a:t>,</a:t>
            </a:r>
            <a:r>
              <a:rPr lang="en-US" sz="2800" b="1" i="1" dirty="0" err="1">
                <a:latin typeface="+mn-lt"/>
              </a:rPr>
              <a:t>Queue</a:t>
            </a:r>
            <a:r>
              <a:rPr lang="en-US" sz="2800" b="1" dirty="0">
                <a:latin typeface="+mn-lt"/>
              </a:rPr>
              <a:t>)</a:t>
            </a:r>
          </a:p>
        </p:txBody>
      </p:sp>
      <p:sp>
        <p:nvSpPr>
          <p:cNvPr id="4" name="Content Placeholder 5">
            <a:extLst>
              <a:ext uri="{FF2B5EF4-FFF2-40B4-BE49-F238E27FC236}">
                <a16:creationId xmlns:a16="http://schemas.microsoft.com/office/drawing/2014/main" id="{546BC70A-915A-204B-B5C3-F3BAE17D7058}"/>
              </a:ext>
            </a:extLst>
          </p:cNvPr>
          <p:cNvSpPr txBox="1">
            <a:spLocks/>
          </p:cNvSpPr>
          <p:nvPr/>
        </p:nvSpPr>
        <p:spPr>
          <a:xfrm>
            <a:off x="381000" y="1289050"/>
            <a:ext cx="8153400" cy="50196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2" pitchFamily="2" charset="2"/>
              <a:buNone/>
            </a:pPr>
            <a:r>
              <a:rPr lang="en-US" altLang="en-US" sz="2400" dirty="0"/>
              <a:t>1.</a:t>
            </a:r>
            <a:r>
              <a:rPr lang="en-US" altLang="en-US" sz="2400" dirty="0">
                <a:solidFill>
                  <a:srgbClr val="0070C0"/>
                </a:solidFill>
              </a:rPr>
              <a:t> if </a:t>
            </a:r>
            <a:r>
              <a:rPr lang="en-US" altLang="en-US" sz="2400" dirty="0"/>
              <a:t>( (front = 0 and rear = N-1) or (Front = Rear + 1) )</a:t>
            </a:r>
          </a:p>
          <a:p>
            <a:pPr>
              <a:buFont typeface="Wingdings 2" pitchFamily="2" charset="2"/>
              <a:buNone/>
            </a:pPr>
            <a:r>
              <a:rPr lang="en-US" altLang="en-US" sz="2400" dirty="0">
                <a:solidFill>
                  <a:srgbClr val="FF0000"/>
                </a:solidFill>
              </a:rPr>
              <a:t>     (Queue already full ? )</a:t>
            </a:r>
            <a:endParaRPr lang="en-US" altLang="en-US" sz="2400" dirty="0"/>
          </a:p>
          <a:p>
            <a:pPr lvl="1"/>
            <a:r>
              <a:rPr lang="en-US" altLang="en-US" sz="2000" dirty="0"/>
              <a:t>Print Overflow and return</a:t>
            </a:r>
          </a:p>
          <a:p>
            <a:pPr>
              <a:buFont typeface="Wingdings 2" pitchFamily="2" charset="2"/>
              <a:buNone/>
            </a:pPr>
            <a:r>
              <a:rPr lang="en-US" altLang="en-US" sz="2400" dirty="0"/>
              <a:t>2. </a:t>
            </a:r>
            <a:r>
              <a:rPr lang="en-US" altLang="en-US" sz="2400" dirty="0">
                <a:solidFill>
                  <a:srgbClr val="FF0000"/>
                </a:solidFill>
              </a:rPr>
              <a:t>Find the new value of Rear </a:t>
            </a:r>
          </a:p>
          <a:p>
            <a:pPr>
              <a:buFont typeface="Wingdings 2" pitchFamily="2" charset="2"/>
              <a:buNone/>
            </a:pPr>
            <a:r>
              <a:rPr lang="en-US" altLang="en-US" sz="2400" dirty="0"/>
              <a:t>   </a:t>
            </a:r>
            <a:r>
              <a:rPr lang="en-US" altLang="en-US" sz="2400" dirty="0">
                <a:solidFill>
                  <a:srgbClr val="0070C0"/>
                </a:solidFill>
              </a:rPr>
              <a:t>if</a:t>
            </a:r>
            <a:r>
              <a:rPr lang="en-US" altLang="en-US" sz="2400" dirty="0"/>
              <a:t> front = -1  </a:t>
            </a:r>
            <a:r>
              <a:rPr lang="en-US" altLang="en-US" sz="2400" dirty="0">
                <a:solidFill>
                  <a:srgbClr val="FF0000"/>
                </a:solidFill>
              </a:rPr>
              <a:t>( i.e., queue is initially empty)</a:t>
            </a:r>
          </a:p>
          <a:p>
            <a:pPr lvl="1"/>
            <a:r>
              <a:rPr lang="en-US" altLang="en-US" sz="2000" dirty="0"/>
              <a:t>Front = 0 rear = 0</a:t>
            </a:r>
          </a:p>
          <a:p>
            <a:pPr>
              <a:buFont typeface="Wingdings 2" pitchFamily="2" charset="2"/>
              <a:buNone/>
            </a:pPr>
            <a:r>
              <a:rPr lang="en-US" altLang="en-US" sz="2400" dirty="0"/>
              <a:t>   </a:t>
            </a:r>
            <a:r>
              <a:rPr lang="en-US" altLang="en-US" sz="2400" dirty="0">
                <a:solidFill>
                  <a:srgbClr val="0070C0"/>
                </a:solidFill>
              </a:rPr>
              <a:t>else If </a:t>
            </a:r>
            <a:r>
              <a:rPr lang="en-US" altLang="en-US" sz="2400" dirty="0"/>
              <a:t>rear = N -1</a:t>
            </a:r>
            <a:r>
              <a:rPr lang="en-US" altLang="en-US" sz="2400" dirty="0">
                <a:solidFill>
                  <a:srgbClr val="FF0000"/>
                </a:solidFill>
              </a:rPr>
              <a:t>( rear is at the end)</a:t>
            </a:r>
          </a:p>
          <a:p>
            <a:pPr lvl="1"/>
            <a:r>
              <a:rPr lang="en-US" altLang="en-US" sz="2000" dirty="0"/>
              <a:t>Rear = 0        </a:t>
            </a:r>
            <a:r>
              <a:rPr lang="en-US" altLang="en-US" sz="2000" dirty="0">
                <a:solidFill>
                  <a:srgbClr val="FF0000"/>
                </a:solidFill>
              </a:rPr>
              <a:t>(Move around the rear to the start of the queue)</a:t>
            </a:r>
          </a:p>
          <a:p>
            <a:pPr>
              <a:buFont typeface="Wingdings 2" pitchFamily="2" charset="2"/>
              <a:buNone/>
            </a:pPr>
            <a:r>
              <a:rPr lang="en-US" altLang="en-US" sz="2400" dirty="0"/>
              <a:t>   </a:t>
            </a:r>
            <a:r>
              <a:rPr lang="en-US" altLang="en-US" sz="2400" dirty="0">
                <a:solidFill>
                  <a:srgbClr val="0070C0"/>
                </a:solidFill>
              </a:rPr>
              <a:t>else</a:t>
            </a:r>
            <a:r>
              <a:rPr lang="en-US" altLang="en-US" sz="2400" dirty="0"/>
              <a:t> </a:t>
            </a:r>
          </a:p>
          <a:p>
            <a:pPr lvl="1"/>
            <a:r>
              <a:rPr lang="en-US" altLang="en-US" sz="2000" dirty="0"/>
              <a:t>rear = rear +1</a:t>
            </a:r>
          </a:p>
          <a:p>
            <a:pPr>
              <a:buFont typeface="Wingdings 2" pitchFamily="2" charset="2"/>
              <a:buNone/>
            </a:pPr>
            <a:r>
              <a:rPr lang="en-US" altLang="en-US" sz="2400" dirty="0"/>
              <a:t>3. QUEUE[rear] = NEWDATA </a:t>
            </a:r>
            <a:r>
              <a:rPr lang="en-US" altLang="en-US" sz="2400" dirty="0">
                <a:solidFill>
                  <a:srgbClr val="FF0000"/>
                </a:solidFill>
              </a:rPr>
              <a:t>(Add the new data at the end)</a:t>
            </a:r>
          </a:p>
          <a:p>
            <a:pPr>
              <a:buFont typeface="Wingdings 2" pitchFamily="2" charset="2"/>
              <a:buNone/>
            </a:pPr>
            <a:r>
              <a:rPr lang="en-US" altLang="en-US" sz="2400" dirty="0"/>
              <a:t>4. return</a:t>
            </a:r>
          </a:p>
        </p:txBody>
      </p:sp>
      <p:sp>
        <p:nvSpPr>
          <p:cNvPr id="5" name="Footer Placeholder 4">
            <a:extLst>
              <a:ext uri="{FF2B5EF4-FFF2-40B4-BE49-F238E27FC236}">
                <a16:creationId xmlns:a16="http://schemas.microsoft.com/office/drawing/2014/main" id="{2BDD5CE4-D317-9847-BDBA-A195A6954C9B}"/>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428789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43A667-3DF8-A649-8CAD-1C52FA04C990}"/>
              </a:ext>
            </a:extLst>
          </p:cNvPr>
          <p:cNvSpPr>
            <a:spLocks noGrp="1"/>
          </p:cNvSpPr>
          <p:nvPr>
            <p:ph type="sldNum" sz="quarter" idx="12"/>
          </p:nvPr>
        </p:nvSpPr>
        <p:spPr/>
        <p:txBody>
          <a:bodyPr/>
          <a:lstStyle/>
          <a:p>
            <a:fld id="{48758AAF-F958-4141-BDE8-5609689A4508}" type="slidenum">
              <a:rPr lang="zh-CN" altLang="en-US" smtClean="0"/>
              <a:t>12</a:t>
            </a:fld>
            <a:endParaRPr lang="zh-CN" altLang="en-US"/>
          </a:p>
        </p:txBody>
      </p:sp>
      <p:sp>
        <p:nvSpPr>
          <p:cNvPr id="3" name="Title 1">
            <a:extLst>
              <a:ext uri="{FF2B5EF4-FFF2-40B4-BE49-F238E27FC236}">
                <a16:creationId xmlns:a16="http://schemas.microsoft.com/office/drawing/2014/main" id="{308C4DA3-EF84-7141-95C8-D3474ADBB0B0}"/>
              </a:ext>
            </a:extLst>
          </p:cNvPr>
          <p:cNvSpPr txBox="1">
            <a:spLocks/>
          </p:cNvSpPr>
          <p:nvPr/>
        </p:nvSpPr>
        <p:spPr>
          <a:xfrm>
            <a:off x="457200" y="320675"/>
            <a:ext cx="72390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t>Dequeue(</a:t>
            </a:r>
            <a:r>
              <a:rPr lang="en-US" sz="3600" i="1"/>
              <a:t>Queue</a:t>
            </a:r>
            <a:r>
              <a:rPr lang="en-US"/>
              <a:t>)</a:t>
            </a:r>
            <a:endParaRPr lang="en-US" dirty="0"/>
          </a:p>
        </p:txBody>
      </p:sp>
      <p:sp>
        <p:nvSpPr>
          <p:cNvPr id="4" name="Content Placeholder 2">
            <a:extLst>
              <a:ext uri="{FF2B5EF4-FFF2-40B4-BE49-F238E27FC236}">
                <a16:creationId xmlns:a16="http://schemas.microsoft.com/office/drawing/2014/main" id="{3A1A5A37-AEF0-B941-934D-E75BEE520D0E}"/>
              </a:ext>
            </a:extLst>
          </p:cNvPr>
          <p:cNvSpPr txBox="1">
            <a:spLocks/>
          </p:cNvSpPr>
          <p:nvPr/>
        </p:nvSpPr>
        <p:spPr>
          <a:xfrm>
            <a:off x="356992" y="1171314"/>
            <a:ext cx="7239000" cy="48466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2" pitchFamily="2" charset="2"/>
              <a:buNone/>
            </a:pPr>
            <a:r>
              <a:rPr lang="en-US" altLang="en-US" dirty="0"/>
              <a:t>1. </a:t>
            </a:r>
            <a:r>
              <a:rPr lang="en-US" altLang="en-US" dirty="0">
                <a:solidFill>
                  <a:srgbClr val="0070C0"/>
                </a:solidFill>
              </a:rPr>
              <a:t>if</a:t>
            </a:r>
            <a:r>
              <a:rPr lang="en-US" altLang="en-US" dirty="0"/>
              <a:t> front = -1  </a:t>
            </a:r>
            <a:r>
              <a:rPr lang="en-US" altLang="en-US" dirty="0">
                <a:solidFill>
                  <a:srgbClr val="FF0000"/>
                </a:solidFill>
              </a:rPr>
              <a:t>(queue already empty?)</a:t>
            </a:r>
            <a:r>
              <a:rPr lang="en-US" altLang="en-US" dirty="0"/>
              <a:t> </a:t>
            </a:r>
          </a:p>
          <a:p>
            <a:pPr lvl="1"/>
            <a:r>
              <a:rPr lang="en-US" altLang="en-US" dirty="0"/>
              <a:t>Print underflow and return</a:t>
            </a:r>
          </a:p>
          <a:p>
            <a:pPr>
              <a:buFont typeface="Wingdings 2" pitchFamily="2" charset="2"/>
              <a:buNone/>
            </a:pPr>
            <a:r>
              <a:rPr lang="en-US" altLang="en-US" dirty="0"/>
              <a:t>2. DATATOREMOVE= QUEUE[front]</a:t>
            </a:r>
          </a:p>
          <a:p>
            <a:pPr>
              <a:buFont typeface="Wingdings 2" pitchFamily="2" charset="2"/>
              <a:buNone/>
            </a:pPr>
            <a:r>
              <a:rPr lang="en-US" altLang="en-US" dirty="0"/>
              <a:t>3. </a:t>
            </a:r>
            <a:r>
              <a:rPr lang="en-US" altLang="en-US" dirty="0">
                <a:solidFill>
                  <a:srgbClr val="FF0000"/>
                </a:solidFill>
              </a:rPr>
              <a:t>(Find the new value of front)</a:t>
            </a:r>
          </a:p>
          <a:p>
            <a:pPr>
              <a:buFont typeface="Wingdings 2" pitchFamily="2" charset="2"/>
              <a:buNone/>
            </a:pPr>
            <a:r>
              <a:rPr lang="en-US" altLang="en-US" dirty="0">
                <a:solidFill>
                  <a:srgbClr val="0070C0"/>
                </a:solidFill>
              </a:rPr>
              <a:t> if</a:t>
            </a:r>
            <a:r>
              <a:rPr lang="en-US" altLang="en-US" dirty="0"/>
              <a:t> front = rear (QUEUE has only one element)</a:t>
            </a:r>
          </a:p>
          <a:p>
            <a:pPr lvl="1"/>
            <a:r>
              <a:rPr lang="en-US" altLang="en-US" dirty="0"/>
              <a:t>front = -1</a:t>
            </a:r>
          </a:p>
          <a:p>
            <a:pPr lvl="1"/>
            <a:r>
              <a:rPr lang="en-US" altLang="en-US" dirty="0"/>
              <a:t>Rear = -1</a:t>
            </a:r>
          </a:p>
          <a:p>
            <a:pPr>
              <a:buFont typeface="Wingdings 2" pitchFamily="2" charset="2"/>
              <a:buNone/>
            </a:pPr>
            <a:r>
              <a:rPr lang="en-US" altLang="en-US" dirty="0">
                <a:solidFill>
                  <a:srgbClr val="0070C0"/>
                </a:solidFill>
              </a:rPr>
              <a:t>else if </a:t>
            </a:r>
            <a:r>
              <a:rPr lang="en-US" altLang="en-US" dirty="0"/>
              <a:t>front = N-1</a:t>
            </a:r>
          </a:p>
          <a:p>
            <a:pPr lvl="1"/>
            <a:r>
              <a:rPr lang="en-US" altLang="en-US" dirty="0"/>
              <a:t>front = 0</a:t>
            </a:r>
          </a:p>
          <a:p>
            <a:pPr>
              <a:buFont typeface="Wingdings 2" pitchFamily="2" charset="2"/>
              <a:buNone/>
            </a:pPr>
            <a:r>
              <a:rPr lang="en-US" altLang="en-US" dirty="0">
                <a:solidFill>
                  <a:srgbClr val="0070C0"/>
                </a:solidFill>
              </a:rPr>
              <a:t> else </a:t>
            </a:r>
          </a:p>
          <a:p>
            <a:pPr lvl="1"/>
            <a:r>
              <a:rPr lang="en-US" altLang="en-US" dirty="0"/>
              <a:t>front = front + 1</a:t>
            </a:r>
          </a:p>
          <a:p>
            <a:endParaRPr lang="en-US" altLang="en-US" dirty="0"/>
          </a:p>
        </p:txBody>
      </p:sp>
      <p:sp>
        <p:nvSpPr>
          <p:cNvPr id="5" name="Footer Placeholder 4">
            <a:extLst>
              <a:ext uri="{FF2B5EF4-FFF2-40B4-BE49-F238E27FC236}">
                <a16:creationId xmlns:a16="http://schemas.microsoft.com/office/drawing/2014/main" id="{AE4F4494-53B9-9947-B09E-ADA253381DF1}"/>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863827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43A667-3DF8-A649-8CAD-1C52FA04C990}"/>
              </a:ext>
            </a:extLst>
          </p:cNvPr>
          <p:cNvSpPr>
            <a:spLocks noGrp="1"/>
          </p:cNvSpPr>
          <p:nvPr>
            <p:ph type="sldNum" sz="quarter" idx="12"/>
          </p:nvPr>
        </p:nvSpPr>
        <p:spPr/>
        <p:txBody>
          <a:bodyPr/>
          <a:lstStyle/>
          <a:p>
            <a:fld id="{48758AAF-F958-4141-BDE8-5609689A4508}" type="slidenum">
              <a:rPr lang="zh-CN" altLang="en-US" smtClean="0"/>
              <a:t>13</a:t>
            </a:fld>
            <a:endParaRPr lang="zh-CN" altLang="en-US"/>
          </a:p>
        </p:txBody>
      </p:sp>
      <p:sp>
        <p:nvSpPr>
          <p:cNvPr id="3" name="Title 1">
            <a:extLst>
              <a:ext uri="{FF2B5EF4-FFF2-40B4-BE49-F238E27FC236}">
                <a16:creationId xmlns:a16="http://schemas.microsoft.com/office/drawing/2014/main" id="{308C4DA3-EF84-7141-95C8-D3474ADBB0B0}"/>
              </a:ext>
            </a:extLst>
          </p:cNvPr>
          <p:cNvSpPr txBox="1">
            <a:spLocks/>
          </p:cNvSpPr>
          <p:nvPr/>
        </p:nvSpPr>
        <p:spPr>
          <a:xfrm>
            <a:off x="0" y="265257"/>
            <a:ext cx="7239000" cy="78768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t>Dequeue(</a:t>
            </a:r>
            <a:r>
              <a:rPr lang="en-US" sz="3600" i="1"/>
              <a:t>Queue</a:t>
            </a:r>
            <a:r>
              <a:rPr lang="en-US"/>
              <a:t>)</a:t>
            </a:r>
            <a:endParaRPr lang="en-US" dirty="0"/>
          </a:p>
        </p:txBody>
      </p:sp>
      <p:sp>
        <p:nvSpPr>
          <p:cNvPr id="5" name="Rectangle 4">
            <a:extLst>
              <a:ext uri="{FF2B5EF4-FFF2-40B4-BE49-F238E27FC236}">
                <a16:creationId xmlns:a16="http://schemas.microsoft.com/office/drawing/2014/main" id="{51ADDFD2-E415-7F49-91E6-05F51350C8A8}"/>
              </a:ext>
            </a:extLst>
          </p:cNvPr>
          <p:cNvSpPr/>
          <p:nvPr/>
        </p:nvSpPr>
        <p:spPr>
          <a:xfrm>
            <a:off x="841663" y="1748181"/>
            <a:ext cx="4953000" cy="1200329"/>
          </a:xfrm>
          <a:prstGeom prst="rect">
            <a:avLst/>
          </a:prstGeom>
        </p:spPr>
        <p:txBody>
          <a:bodyPr>
            <a:spAutoFit/>
          </a:bodyPr>
          <a:lstStyle/>
          <a:p>
            <a:r>
              <a:rPr lang="en-US" dirty="0"/>
              <a:t>Front = -1, Rear = -1</a:t>
            </a:r>
          </a:p>
          <a:p>
            <a:r>
              <a:rPr lang="en-US" dirty="0"/>
              <a:t>Inserting 10:</a:t>
            </a:r>
          </a:p>
          <a:p>
            <a:r>
              <a:rPr lang="en-US" dirty="0"/>
              <a:t>Front = 0, Rear = 0</a:t>
            </a:r>
          </a:p>
          <a:p>
            <a:r>
              <a:rPr lang="en-US" dirty="0">
                <a:solidFill>
                  <a:srgbClr val="C00000"/>
                </a:solidFill>
              </a:rPr>
              <a:t>Queue: [10, _, _, _, _]</a:t>
            </a:r>
          </a:p>
        </p:txBody>
      </p:sp>
      <p:sp>
        <p:nvSpPr>
          <p:cNvPr id="6" name="Rectangle 5">
            <a:extLst>
              <a:ext uri="{FF2B5EF4-FFF2-40B4-BE49-F238E27FC236}">
                <a16:creationId xmlns:a16="http://schemas.microsoft.com/office/drawing/2014/main" id="{5F13D887-BDEC-F74F-A7E1-6BCDE9B011BB}"/>
              </a:ext>
            </a:extLst>
          </p:cNvPr>
          <p:cNvSpPr/>
          <p:nvPr/>
        </p:nvSpPr>
        <p:spPr>
          <a:xfrm>
            <a:off x="264122" y="1215897"/>
            <a:ext cx="3233578" cy="369332"/>
          </a:xfrm>
          <a:prstGeom prst="rect">
            <a:avLst/>
          </a:prstGeom>
        </p:spPr>
        <p:txBody>
          <a:bodyPr wrap="none">
            <a:spAutoFit/>
          </a:bodyPr>
          <a:lstStyle/>
          <a:p>
            <a:r>
              <a:rPr lang="en-US" b="1" dirty="0"/>
              <a:t>Case 1: Initially Empty Queue</a:t>
            </a:r>
          </a:p>
        </p:txBody>
      </p:sp>
      <p:sp>
        <p:nvSpPr>
          <p:cNvPr id="7" name="Rectangle 6">
            <a:extLst>
              <a:ext uri="{FF2B5EF4-FFF2-40B4-BE49-F238E27FC236}">
                <a16:creationId xmlns:a16="http://schemas.microsoft.com/office/drawing/2014/main" id="{639DE2B2-D4E6-6842-8E2F-9784C0ECDFFB}"/>
              </a:ext>
            </a:extLst>
          </p:cNvPr>
          <p:cNvSpPr/>
          <p:nvPr/>
        </p:nvSpPr>
        <p:spPr>
          <a:xfrm>
            <a:off x="6134100" y="1790999"/>
            <a:ext cx="4953000" cy="4247317"/>
          </a:xfrm>
          <a:prstGeom prst="rect">
            <a:avLst/>
          </a:prstGeom>
        </p:spPr>
        <p:txBody>
          <a:bodyPr>
            <a:spAutoFit/>
          </a:bodyPr>
          <a:lstStyle/>
          <a:p>
            <a:r>
              <a:rPr lang="en-US" dirty="0"/>
              <a:t>Inserting 20:</a:t>
            </a:r>
          </a:p>
          <a:p>
            <a:r>
              <a:rPr lang="en-US" dirty="0"/>
              <a:t>Rear = 1</a:t>
            </a:r>
          </a:p>
          <a:p>
            <a:r>
              <a:rPr lang="en-US" dirty="0">
                <a:solidFill>
                  <a:srgbClr val="C00000"/>
                </a:solidFill>
              </a:rPr>
              <a:t>Queue: [10, 20, _, _, _]</a:t>
            </a:r>
          </a:p>
          <a:p>
            <a:endParaRPr lang="en-US" dirty="0"/>
          </a:p>
          <a:p>
            <a:r>
              <a:rPr lang="en-US" dirty="0"/>
              <a:t>Inserting 30:</a:t>
            </a:r>
          </a:p>
          <a:p>
            <a:r>
              <a:rPr lang="en-US" dirty="0"/>
              <a:t>Rear = 2</a:t>
            </a:r>
          </a:p>
          <a:p>
            <a:r>
              <a:rPr lang="en-US" dirty="0">
                <a:solidFill>
                  <a:srgbClr val="C00000"/>
                </a:solidFill>
              </a:rPr>
              <a:t>Queue: [10, 20, 30, _, _]</a:t>
            </a:r>
          </a:p>
          <a:p>
            <a:endParaRPr lang="en-US" dirty="0"/>
          </a:p>
          <a:p>
            <a:r>
              <a:rPr lang="en-US" dirty="0"/>
              <a:t>Inserting 40:</a:t>
            </a:r>
          </a:p>
          <a:p>
            <a:r>
              <a:rPr lang="en-US" dirty="0"/>
              <a:t>Rear = 3</a:t>
            </a:r>
          </a:p>
          <a:p>
            <a:r>
              <a:rPr lang="en-US" dirty="0">
                <a:solidFill>
                  <a:srgbClr val="C00000"/>
                </a:solidFill>
              </a:rPr>
              <a:t>Queue: [10, 20, 30, 40, _]</a:t>
            </a:r>
          </a:p>
          <a:p>
            <a:endParaRPr lang="en-US" dirty="0"/>
          </a:p>
          <a:p>
            <a:r>
              <a:rPr lang="en-US" dirty="0"/>
              <a:t>Inserting 50:</a:t>
            </a:r>
          </a:p>
          <a:p>
            <a:r>
              <a:rPr lang="en-US" dirty="0"/>
              <a:t>Rear = 4</a:t>
            </a:r>
          </a:p>
          <a:p>
            <a:r>
              <a:rPr lang="en-US" dirty="0">
                <a:solidFill>
                  <a:srgbClr val="C00000"/>
                </a:solidFill>
              </a:rPr>
              <a:t>Queue: [10, 20, 30, 40, 50]</a:t>
            </a:r>
          </a:p>
        </p:txBody>
      </p:sp>
      <p:sp>
        <p:nvSpPr>
          <p:cNvPr id="8" name="Rectangle 7">
            <a:extLst>
              <a:ext uri="{FF2B5EF4-FFF2-40B4-BE49-F238E27FC236}">
                <a16:creationId xmlns:a16="http://schemas.microsoft.com/office/drawing/2014/main" id="{C8002EBF-44DC-124E-8A21-D03626576FAF}"/>
              </a:ext>
            </a:extLst>
          </p:cNvPr>
          <p:cNvSpPr/>
          <p:nvPr/>
        </p:nvSpPr>
        <p:spPr>
          <a:xfrm>
            <a:off x="6134100" y="1237306"/>
            <a:ext cx="2858475" cy="369332"/>
          </a:xfrm>
          <a:prstGeom prst="rect">
            <a:avLst/>
          </a:prstGeom>
        </p:spPr>
        <p:txBody>
          <a:bodyPr wrap="none">
            <a:spAutoFit/>
          </a:bodyPr>
          <a:lstStyle/>
          <a:p>
            <a:r>
              <a:rPr lang="en-US" b="1" dirty="0"/>
              <a:t>Case 2: Normal Insertions</a:t>
            </a:r>
          </a:p>
        </p:txBody>
      </p:sp>
      <p:sp>
        <p:nvSpPr>
          <p:cNvPr id="9" name="Rectangle 8">
            <a:extLst>
              <a:ext uri="{FF2B5EF4-FFF2-40B4-BE49-F238E27FC236}">
                <a16:creationId xmlns:a16="http://schemas.microsoft.com/office/drawing/2014/main" id="{A5E684C5-D71A-644F-B610-935E09428EC9}"/>
              </a:ext>
            </a:extLst>
          </p:cNvPr>
          <p:cNvSpPr/>
          <p:nvPr/>
        </p:nvSpPr>
        <p:spPr>
          <a:xfrm>
            <a:off x="841663" y="4114616"/>
            <a:ext cx="4953000" cy="646331"/>
          </a:xfrm>
          <a:prstGeom prst="rect">
            <a:avLst/>
          </a:prstGeom>
        </p:spPr>
        <p:txBody>
          <a:bodyPr>
            <a:spAutoFit/>
          </a:bodyPr>
          <a:lstStyle/>
          <a:p>
            <a:r>
              <a:rPr lang="en-US" dirty="0"/>
              <a:t>Front = 2, Rear = 4</a:t>
            </a:r>
          </a:p>
          <a:p>
            <a:r>
              <a:rPr lang="en-US" dirty="0">
                <a:solidFill>
                  <a:srgbClr val="C00000"/>
                </a:solidFill>
              </a:rPr>
              <a:t>Queue: [_, _, 30, 40, 50]</a:t>
            </a:r>
          </a:p>
        </p:txBody>
      </p:sp>
      <p:sp>
        <p:nvSpPr>
          <p:cNvPr id="10" name="Rectangle 9">
            <a:extLst>
              <a:ext uri="{FF2B5EF4-FFF2-40B4-BE49-F238E27FC236}">
                <a16:creationId xmlns:a16="http://schemas.microsoft.com/office/drawing/2014/main" id="{13A481BC-DC3D-E045-824A-CC352CC7AE47}"/>
              </a:ext>
            </a:extLst>
          </p:cNvPr>
          <p:cNvSpPr/>
          <p:nvPr/>
        </p:nvSpPr>
        <p:spPr>
          <a:xfrm>
            <a:off x="0" y="3069898"/>
            <a:ext cx="4953000" cy="923330"/>
          </a:xfrm>
          <a:prstGeom prst="rect">
            <a:avLst/>
          </a:prstGeom>
        </p:spPr>
        <p:txBody>
          <a:bodyPr>
            <a:spAutoFit/>
          </a:bodyPr>
          <a:lstStyle/>
          <a:p>
            <a:r>
              <a:rPr lang="en-US" b="1" dirty="0"/>
              <a:t>Case 3: Circular Wrap Around</a:t>
            </a:r>
          </a:p>
          <a:p>
            <a:r>
              <a:rPr lang="en-US" dirty="0"/>
              <a:t>If we </a:t>
            </a:r>
            <a:r>
              <a:rPr lang="en-US" b="1" dirty="0"/>
              <a:t>delete</a:t>
            </a:r>
            <a:r>
              <a:rPr lang="en-US" dirty="0"/>
              <a:t> two elements (10, 20), front moves forward:</a:t>
            </a:r>
          </a:p>
        </p:txBody>
      </p:sp>
      <p:sp>
        <p:nvSpPr>
          <p:cNvPr id="11" name="Rectangle 10">
            <a:extLst>
              <a:ext uri="{FF2B5EF4-FFF2-40B4-BE49-F238E27FC236}">
                <a16:creationId xmlns:a16="http://schemas.microsoft.com/office/drawing/2014/main" id="{0A6DEC04-64C5-A145-B224-6662D7CCF85B}"/>
              </a:ext>
            </a:extLst>
          </p:cNvPr>
          <p:cNvSpPr/>
          <p:nvPr/>
        </p:nvSpPr>
        <p:spPr>
          <a:xfrm>
            <a:off x="803563" y="5485941"/>
            <a:ext cx="4953000" cy="646331"/>
          </a:xfrm>
          <a:prstGeom prst="rect">
            <a:avLst/>
          </a:prstGeom>
        </p:spPr>
        <p:txBody>
          <a:bodyPr>
            <a:spAutoFit/>
          </a:bodyPr>
          <a:lstStyle/>
          <a:p>
            <a:r>
              <a:rPr lang="en-US" dirty="0"/>
              <a:t>Rear wraps around to 0 (Rear = 0)</a:t>
            </a:r>
          </a:p>
          <a:p>
            <a:r>
              <a:rPr lang="en-US" dirty="0">
                <a:solidFill>
                  <a:srgbClr val="C00000"/>
                </a:solidFill>
              </a:rPr>
              <a:t>Queue: [60, _, 30, 40, 50]</a:t>
            </a:r>
          </a:p>
        </p:txBody>
      </p:sp>
      <p:sp>
        <p:nvSpPr>
          <p:cNvPr id="13" name="Rectangle 12">
            <a:extLst>
              <a:ext uri="{FF2B5EF4-FFF2-40B4-BE49-F238E27FC236}">
                <a16:creationId xmlns:a16="http://schemas.microsoft.com/office/drawing/2014/main" id="{B440D1EA-5DB4-FC41-AB5F-6399A01B9B2B}"/>
              </a:ext>
            </a:extLst>
          </p:cNvPr>
          <p:cNvSpPr/>
          <p:nvPr/>
        </p:nvSpPr>
        <p:spPr>
          <a:xfrm>
            <a:off x="0" y="4974668"/>
            <a:ext cx="2092239" cy="369332"/>
          </a:xfrm>
          <a:prstGeom prst="rect">
            <a:avLst/>
          </a:prstGeom>
        </p:spPr>
        <p:txBody>
          <a:bodyPr wrap="none">
            <a:spAutoFit/>
          </a:bodyPr>
          <a:lstStyle/>
          <a:p>
            <a:r>
              <a:rPr lang="en-US" b="1" dirty="0"/>
              <a:t>Now, inserting 60:</a:t>
            </a:r>
          </a:p>
        </p:txBody>
      </p:sp>
      <p:sp>
        <p:nvSpPr>
          <p:cNvPr id="4" name="Footer Placeholder 3">
            <a:extLst>
              <a:ext uri="{FF2B5EF4-FFF2-40B4-BE49-F238E27FC236}">
                <a16:creationId xmlns:a16="http://schemas.microsoft.com/office/drawing/2014/main" id="{04E293B8-9E21-3041-9926-FBEF05D7826B}"/>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2698355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43A667-3DF8-A649-8CAD-1C52FA04C990}"/>
              </a:ext>
            </a:extLst>
          </p:cNvPr>
          <p:cNvSpPr>
            <a:spLocks noGrp="1"/>
          </p:cNvSpPr>
          <p:nvPr>
            <p:ph type="sldNum" sz="quarter" idx="12"/>
          </p:nvPr>
        </p:nvSpPr>
        <p:spPr/>
        <p:txBody>
          <a:bodyPr/>
          <a:lstStyle/>
          <a:p>
            <a:fld id="{48758AAF-F958-4141-BDE8-5609689A4508}" type="slidenum">
              <a:rPr lang="zh-CN" altLang="en-US" smtClean="0"/>
              <a:t>14</a:t>
            </a:fld>
            <a:endParaRPr lang="zh-CN" altLang="en-US"/>
          </a:p>
        </p:txBody>
      </p:sp>
      <p:sp>
        <p:nvSpPr>
          <p:cNvPr id="3" name="Title 1">
            <a:extLst>
              <a:ext uri="{FF2B5EF4-FFF2-40B4-BE49-F238E27FC236}">
                <a16:creationId xmlns:a16="http://schemas.microsoft.com/office/drawing/2014/main" id="{308C4DA3-EF84-7141-95C8-D3474ADBB0B0}"/>
              </a:ext>
            </a:extLst>
          </p:cNvPr>
          <p:cNvSpPr txBox="1">
            <a:spLocks/>
          </p:cNvSpPr>
          <p:nvPr/>
        </p:nvSpPr>
        <p:spPr>
          <a:xfrm>
            <a:off x="0" y="164559"/>
            <a:ext cx="7239000" cy="79444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t>Dequeue(</a:t>
            </a:r>
            <a:r>
              <a:rPr lang="en-US" sz="3600" i="1"/>
              <a:t>Queue</a:t>
            </a:r>
            <a:r>
              <a:rPr lang="en-US"/>
              <a:t>)</a:t>
            </a:r>
            <a:endParaRPr lang="en-US" dirty="0"/>
          </a:p>
        </p:txBody>
      </p:sp>
      <p:sp>
        <p:nvSpPr>
          <p:cNvPr id="5" name="Rectangle 4">
            <a:extLst>
              <a:ext uri="{FF2B5EF4-FFF2-40B4-BE49-F238E27FC236}">
                <a16:creationId xmlns:a16="http://schemas.microsoft.com/office/drawing/2014/main" id="{DEBC1B42-B77A-4E48-BFCA-50994975FFE4}"/>
              </a:ext>
            </a:extLst>
          </p:cNvPr>
          <p:cNvSpPr/>
          <p:nvPr/>
        </p:nvSpPr>
        <p:spPr>
          <a:xfrm>
            <a:off x="670003" y="1182029"/>
            <a:ext cx="4953000" cy="646331"/>
          </a:xfrm>
          <a:prstGeom prst="rect">
            <a:avLst/>
          </a:prstGeom>
        </p:spPr>
        <p:txBody>
          <a:bodyPr>
            <a:spAutoFit/>
          </a:bodyPr>
          <a:lstStyle/>
          <a:p>
            <a:r>
              <a:rPr lang="en-US" dirty="0"/>
              <a:t>Lets assume we have a </a:t>
            </a:r>
            <a:r>
              <a:rPr lang="en-US" b="1" dirty="0"/>
              <a:t>circular queue</a:t>
            </a:r>
            <a:r>
              <a:rPr lang="en-US" dirty="0"/>
              <a:t> of size N = 5, represented as:</a:t>
            </a:r>
          </a:p>
        </p:txBody>
      </p:sp>
      <p:sp>
        <p:nvSpPr>
          <p:cNvPr id="6" name="Rectangle 5">
            <a:extLst>
              <a:ext uri="{FF2B5EF4-FFF2-40B4-BE49-F238E27FC236}">
                <a16:creationId xmlns:a16="http://schemas.microsoft.com/office/drawing/2014/main" id="{3C18D0A2-F77F-D546-8981-8D86A5AA3569}"/>
              </a:ext>
            </a:extLst>
          </p:cNvPr>
          <p:cNvSpPr/>
          <p:nvPr/>
        </p:nvSpPr>
        <p:spPr>
          <a:xfrm>
            <a:off x="1651310" y="2325249"/>
            <a:ext cx="4953000" cy="707886"/>
          </a:xfrm>
          <a:prstGeom prst="rect">
            <a:avLst/>
          </a:prstGeom>
        </p:spPr>
        <p:txBody>
          <a:bodyPr>
            <a:spAutoFit/>
          </a:bodyPr>
          <a:lstStyle/>
          <a:p>
            <a:r>
              <a:rPr lang="en-US" sz="2000" dirty="0">
                <a:solidFill>
                  <a:srgbClr val="C00000"/>
                </a:solidFill>
              </a:rPr>
              <a:t>Index:      0     1     2     3    4</a:t>
            </a:r>
          </a:p>
          <a:p>
            <a:r>
              <a:rPr lang="en-US" sz="2000" dirty="0">
                <a:solidFill>
                  <a:srgbClr val="C00000"/>
                </a:solidFill>
              </a:rPr>
              <a:t>Queue:  [10] [20] [30] [40] [50]</a:t>
            </a:r>
          </a:p>
        </p:txBody>
      </p:sp>
      <p:sp>
        <p:nvSpPr>
          <p:cNvPr id="7" name="Rectangle 6">
            <a:extLst>
              <a:ext uri="{FF2B5EF4-FFF2-40B4-BE49-F238E27FC236}">
                <a16:creationId xmlns:a16="http://schemas.microsoft.com/office/drawing/2014/main" id="{79913D6C-F8FF-7D4E-80D9-9F0D2C17A993}"/>
              </a:ext>
            </a:extLst>
          </p:cNvPr>
          <p:cNvSpPr/>
          <p:nvPr/>
        </p:nvSpPr>
        <p:spPr>
          <a:xfrm>
            <a:off x="670003" y="3937714"/>
            <a:ext cx="4953000" cy="1200329"/>
          </a:xfrm>
          <a:prstGeom prst="rect">
            <a:avLst/>
          </a:prstGeom>
        </p:spPr>
        <p:txBody>
          <a:bodyPr>
            <a:spAutoFit/>
          </a:bodyPr>
          <a:lstStyle/>
          <a:p>
            <a:r>
              <a:rPr lang="en-US" dirty="0"/>
              <a:t>Initially:</a:t>
            </a:r>
          </a:p>
          <a:p>
            <a:endParaRPr lang="en-US" dirty="0"/>
          </a:p>
          <a:p>
            <a:r>
              <a:rPr lang="en-US" dirty="0"/>
              <a:t>front = 0 (pointing to 10)</a:t>
            </a:r>
          </a:p>
          <a:p>
            <a:r>
              <a:rPr lang="en-US" dirty="0"/>
              <a:t>rear = 4 (pointing to 50)</a:t>
            </a:r>
          </a:p>
        </p:txBody>
      </p:sp>
      <p:sp>
        <p:nvSpPr>
          <p:cNvPr id="4" name="Footer Placeholder 3">
            <a:extLst>
              <a:ext uri="{FF2B5EF4-FFF2-40B4-BE49-F238E27FC236}">
                <a16:creationId xmlns:a16="http://schemas.microsoft.com/office/drawing/2014/main" id="{7A678A8D-CD8F-6D48-B89F-23FE1A4546F7}"/>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2702096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43A667-3DF8-A649-8CAD-1C52FA04C990}"/>
              </a:ext>
            </a:extLst>
          </p:cNvPr>
          <p:cNvSpPr>
            <a:spLocks noGrp="1"/>
          </p:cNvSpPr>
          <p:nvPr>
            <p:ph type="sldNum" sz="quarter" idx="12"/>
          </p:nvPr>
        </p:nvSpPr>
        <p:spPr/>
        <p:txBody>
          <a:bodyPr/>
          <a:lstStyle/>
          <a:p>
            <a:fld id="{48758AAF-F958-4141-BDE8-5609689A4508}" type="slidenum">
              <a:rPr lang="zh-CN" altLang="en-US" smtClean="0"/>
              <a:t>15</a:t>
            </a:fld>
            <a:endParaRPr lang="zh-CN" altLang="en-US"/>
          </a:p>
        </p:txBody>
      </p:sp>
      <p:sp>
        <p:nvSpPr>
          <p:cNvPr id="3" name="Title 1">
            <a:extLst>
              <a:ext uri="{FF2B5EF4-FFF2-40B4-BE49-F238E27FC236}">
                <a16:creationId xmlns:a16="http://schemas.microsoft.com/office/drawing/2014/main" id="{308C4DA3-EF84-7141-95C8-D3474ADBB0B0}"/>
              </a:ext>
            </a:extLst>
          </p:cNvPr>
          <p:cNvSpPr txBox="1">
            <a:spLocks/>
          </p:cNvSpPr>
          <p:nvPr/>
        </p:nvSpPr>
        <p:spPr>
          <a:xfrm>
            <a:off x="0" y="164559"/>
            <a:ext cx="7239000" cy="79444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t>Dequeue(</a:t>
            </a:r>
            <a:r>
              <a:rPr lang="en-US" sz="3600" i="1"/>
              <a:t>Queue</a:t>
            </a:r>
            <a:r>
              <a:rPr lang="en-US"/>
              <a:t>)</a:t>
            </a:r>
            <a:endParaRPr lang="en-US" dirty="0"/>
          </a:p>
        </p:txBody>
      </p:sp>
      <p:sp>
        <p:nvSpPr>
          <p:cNvPr id="4" name="Rectangle 3">
            <a:extLst>
              <a:ext uri="{FF2B5EF4-FFF2-40B4-BE49-F238E27FC236}">
                <a16:creationId xmlns:a16="http://schemas.microsoft.com/office/drawing/2014/main" id="{8786385D-3071-7B42-B987-D755A235E261}"/>
              </a:ext>
            </a:extLst>
          </p:cNvPr>
          <p:cNvSpPr/>
          <p:nvPr/>
        </p:nvSpPr>
        <p:spPr>
          <a:xfrm>
            <a:off x="387414" y="1162848"/>
            <a:ext cx="2925801" cy="369332"/>
          </a:xfrm>
          <a:prstGeom prst="rect">
            <a:avLst/>
          </a:prstGeom>
        </p:spPr>
        <p:txBody>
          <a:bodyPr wrap="none">
            <a:spAutoFit/>
          </a:bodyPr>
          <a:lstStyle/>
          <a:p>
            <a:r>
              <a:rPr lang="en-US" b="1" dirty="0"/>
              <a:t>Dequeue the first element</a:t>
            </a:r>
          </a:p>
        </p:txBody>
      </p:sp>
      <p:sp>
        <p:nvSpPr>
          <p:cNvPr id="8" name="Rectangle 7">
            <a:extLst>
              <a:ext uri="{FF2B5EF4-FFF2-40B4-BE49-F238E27FC236}">
                <a16:creationId xmlns:a16="http://schemas.microsoft.com/office/drawing/2014/main" id="{C80C6FEA-B598-4445-A02E-FC7796829D68}"/>
              </a:ext>
            </a:extLst>
          </p:cNvPr>
          <p:cNvSpPr/>
          <p:nvPr/>
        </p:nvSpPr>
        <p:spPr>
          <a:xfrm>
            <a:off x="1728952" y="1736023"/>
            <a:ext cx="6210715" cy="3416320"/>
          </a:xfrm>
          <a:prstGeom prst="rect">
            <a:avLst/>
          </a:prstGeom>
        </p:spPr>
        <p:txBody>
          <a:bodyPr wrap="square">
            <a:spAutoFit/>
          </a:bodyPr>
          <a:lstStyle/>
          <a:p>
            <a:pPr>
              <a:buFont typeface="Arial" panose="020B0604020202020204" pitchFamily="34" charset="0"/>
              <a:buChar char="•"/>
            </a:pPr>
            <a:r>
              <a:rPr lang="en-US" sz="2400" dirty="0"/>
              <a:t>Check if the queue is empty → </a:t>
            </a:r>
            <a:r>
              <a:rPr lang="en-US" sz="2400" b="1" dirty="0"/>
              <a:t>No (front != -1)</a:t>
            </a:r>
          </a:p>
          <a:p>
            <a:pPr>
              <a:buFont typeface="Arial" panose="020B0604020202020204" pitchFamily="34" charset="0"/>
              <a:buChar char="•"/>
            </a:pPr>
            <a:endParaRPr lang="en-US" sz="2400" b="1" dirty="0"/>
          </a:p>
          <a:p>
            <a:pPr>
              <a:buFont typeface="Arial" panose="020B0604020202020204" pitchFamily="34" charset="0"/>
              <a:buChar char="•"/>
            </a:pPr>
            <a:r>
              <a:rPr lang="en-US" sz="2400" dirty="0"/>
              <a:t>.DATATOREMOVE = QUEUE[front] = 10</a:t>
            </a:r>
          </a:p>
          <a:p>
            <a:pPr>
              <a:buFont typeface="Arial" panose="020B0604020202020204" pitchFamily="34" charset="0"/>
              <a:buChar char="•"/>
            </a:pPr>
            <a:endParaRPr lang="en-US" sz="2400" dirty="0"/>
          </a:p>
          <a:p>
            <a:pPr>
              <a:buFont typeface="Arial" panose="020B0604020202020204" pitchFamily="34" charset="0"/>
              <a:buChar char="•"/>
            </a:pPr>
            <a:r>
              <a:rPr lang="en-US" sz="2400" b="1" dirty="0"/>
              <a:t>Update front:</a:t>
            </a:r>
          </a:p>
          <a:p>
            <a:r>
              <a:rPr lang="en-US" sz="2400" dirty="0"/>
              <a:t>front != rear (so not a single element case)</a:t>
            </a:r>
          </a:p>
          <a:p>
            <a:r>
              <a:rPr lang="en-US" sz="2400" dirty="0"/>
              <a:t>front != N-1, so move front forward.</a:t>
            </a:r>
          </a:p>
          <a:p>
            <a:r>
              <a:rPr lang="en-US" sz="2400" dirty="0"/>
              <a:t>front = front + 1 = 1</a:t>
            </a:r>
          </a:p>
        </p:txBody>
      </p:sp>
      <p:sp>
        <p:nvSpPr>
          <p:cNvPr id="5" name="Footer Placeholder 4">
            <a:extLst>
              <a:ext uri="{FF2B5EF4-FFF2-40B4-BE49-F238E27FC236}">
                <a16:creationId xmlns:a16="http://schemas.microsoft.com/office/drawing/2014/main" id="{F19A8E8B-0C84-4340-A021-68E924E63567}"/>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3461308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540AB1-DF64-3642-8B76-F6F5C9332033}"/>
              </a:ext>
            </a:extLst>
          </p:cNvPr>
          <p:cNvSpPr>
            <a:spLocks noGrp="1"/>
          </p:cNvSpPr>
          <p:nvPr>
            <p:ph type="sldNum" sz="quarter" idx="12"/>
          </p:nvPr>
        </p:nvSpPr>
        <p:spPr/>
        <p:txBody>
          <a:bodyPr/>
          <a:lstStyle/>
          <a:p>
            <a:fld id="{48758AAF-F958-4141-BDE8-5609689A4508}" type="slidenum">
              <a:rPr lang="zh-CN" altLang="en-US" smtClean="0"/>
              <a:t>16</a:t>
            </a:fld>
            <a:endParaRPr lang="zh-CN" altLang="en-US"/>
          </a:p>
        </p:txBody>
      </p:sp>
      <p:sp>
        <p:nvSpPr>
          <p:cNvPr id="3" name="Rectangle 2">
            <a:extLst>
              <a:ext uri="{FF2B5EF4-FFF2-40B4-BE49-F238E27FC236}">
                <a16:creationId xmlns:a16="http://schemas.microsoft.com/office/drawing/2014/main" id="{6B43D01D-8574-E844-98D2-8307DE7AA1A6}"/>
              </a:ext>
            </a:extLst>
          </p:cNvPr>
          <p:cNvSpPr txBox="1">
            <a:spLocks/>
          </p:cNvSpPr>
          <p:nvPr/>
        </p:nvSpPr>
        <p:spPr bwMode="auto">
          <a:xfrm>
            <a:off x="457200" y="320675"/>
            <a:ext cx="7239000" cy="70645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latin typeface="+mn-lt"/>
              </a:rPr>
              <a:t>LINKED LIST IMPLEMENTATION OF QUEUE</a:t>
            </a:r>
          </a:p>
        </p:txBody>
      </p:sp>
      <p:sp>
        <p:nvSpPr>
          <p:cNvPr id="4" name="Rectangle 3">
            <a:extLst>
              <a:ext uri="{FF2B5EF4-FFF2-40B4-BE49-F238E27FC236}">
                <a16:creationId xmlns:a16="http://schemas.microsoft.com/office/drawing/2014/main" id="{1DE4761E-5360-3440-81C0-D5E08C5CF8F2}"/>
              </a:ext>
            </a:extLst>
          </p:cNvPr>
          <p:cNvSpPr txBox="1">
            <a:spLocks/>
          </p:cNvSpPr>
          <p:nvPr/>
        </p:nvSpPr>
        <p:spPr>
          <a:xfrm>
            <a:off x="457200" y="1609725"/>
            <a:ext cx="7239000" cy="48466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2" pitchFamily="2" charset="2"/>
              <a:buNone/>
            </a:pPr>
            <a:r>
              <a:rPr lang="en-US" altLang="en-US" dirty="0"/>
              <a:t>struct queue {</a:t>
            </a:r>
          </a:p>
          <a:p>
            <a:pPr>
              <a:buFont typeface="Wingdings 2" pitchFamily="2" charset="2"/>
              <a:buNone/>
            </a:pPr>
            <a:r>
              <a:rPr lang="en-US" altLang="en-US" dirty="0"/>
              <a:t>		</a:t>
            </a:r>
            <a:r>
              <a:rPr lang="en-US" altLang="en-US" dirty="0" err="1"/>
              <a:t>int</a:t>
            </a:r>
            <a:r>
              <a:rPr lang="en-US" altLang="en-US" dirty="0"/>
              <a:t> data;</a:t>
            </a:r>
          </a:p>
          <a:p>
            <a:pPr>
              <a:buFont typeface="Wingdings 2" pitchFamily="2" charset="2"/>
              <a:buNone/>
            </a:pPr>
            <a:r>
              <a:rPr lang="en-US" altLang="en-US" dirty="0"/>
              <a:t>		queue *next;</a:t>
            </a:r>
          </a:p>
          <a:p>
            <a:pPr>
              <a:buFont typeface="Wingdings 2" pitchFamily="2" charset="2"/>
              <a:buNone/>
            </a:pPr>
            <a:r>
              <a:rPr lang="en-US" altLang="en-US" dirty="0"/>
              <a:t>          } *head, *tail;</a:t>
            </a:r>
          </a:p>
        </p:txBody>
      </p:sp>
      <p:sp>
        <p:nvSpPr>
          <p:cNvPr id="5" name="Footer Placeholder 4">
            <a:extLst>
              <a:ext uri="{FF2B5EF4-FFF2-40B4-BE49-F238E27FC236}">
                <a16:creationId xmlns:a16="http://schemas.microsoft.com/office/drawing/2014/main" id="{2DDE9D8E-2578-154B-AE67-4FE96AD618C6}"/>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3244526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85B4BE-0892-B144-8B36-8B9DBDCA4AC5}"/>
              </a:ext>
            </a:extLst>
          </p:cNvPr>
          <p:cNvSpPr>
            <a:spLocks noGrp="1"/>
          </p:cNvSpPr>
          <p:nvPr>
            <p:ph type="sldNum" sz="quarter" idx="12"/>
          </p:nvPr>
        </p:nvSpPr>
        <p:spPr/>
        <p:txBody>
          <a:bodyPr/>
          <a:lstStyle/>
          <a:p>
            <a:fld id="{48758AAF-F958-4141-BDE8-5609689A4508}" type="slidenum">
              <a:rPr lang="zh-CN" altLang="en-US" smtClean="0"/>
              <a:t>17</a:t>
            </a:fld>
            <a:endParaRPr lang="zh-CN" altLang="en-US"/>
          </a:p>
        </p:txBody>
      </p:sp>
      <p:sp>
        <p:nvSpPr>
          <p:cNvPr id="3" name="Title 4">
            <a:extLst>
              <a:ext uri="{FF2B5EF4-FFF2-40B4-BE49-F238E27FC236}">
                <a16:creationId xmlns:a16="http://schemas.microsoft.com/office/drawing/2014/main" id="{E0A92764-7B76-A54F-A53D-526F7C60DA59}"/>
              </a:ext>
            </a:extLst>
          </p:cNvPr>
          <p:cNvSpPr txBox="1">
            <a:spLocks/>
          </p:cNvSpPr>
          <p:nvPr/>
        </p:nvSpPr>
        <p:spPr>
          <a:xfrm>
            <a:off x="457200" y="0"/>
            <a:ext cx="72390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sz="4000"/>
              <a:t>ENQUEUE(</a:t>
            </a:r>
            <a:r>
              <a:rPr lang="en-US" sz="4000" i="1"/>
              <a:t>NEwdata</a:t>
            </a:r>
            <a:r>
              <a:rPr lang="en-US" sz="4000"/>
              <a:t>,</a:t>
            </a:r>
            <a:r>
              <a:rPr lang="en-US" sz="4000" i="1"/>
              <a:t>Queue</a:t>
            </a:r>
            <a:r>
              <a:rPr lang="en-US" sz="4000"/>
              <a:t>)</a:t>
            </a:r>
            <a:endParaRPr lang="en-US" dirty="0"/>
          </a:p>
        </p:txBody>
      </p:sp>
      <p:sp>
        <p:nvSpPr>
          <p:cNvPr id="4" name="Content Placeholder 5">
            <a:extLst>
              <a:ext uri="{FF2B5EF4-FFF2-40B4-BE49-F238E27FC236}">
                <a16:creationId xmlns:a16="http://schemas.microsoft.com/office/drawing/2014/main" id="{06323728-2147-3F48-907F-34C19A9141B4}"/>
              </a:ext>
            </a:extLst>
          </p:cNvPr>
          <p:cNvSpPr txBox="1">
            <a:spLocks/>
          </p:cNvSpPr>
          <p:nvPr/>
        </p:nvSpPr>
        <p:spPr>
          <a:xfrm>
            <a:off x="381000" y="1295400"/>
            <a:ext cx="8153400" cy="50196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2" pitchFamily="2" charset="2"/>
              <a:buNone/>
            </a:pPr>
            <a:r>
              <a:rPr lang="en-US" altLang="en-US" sz="2400" dirty="0"/>
              <a:t>1.</a:t>
            </a:r>
            <a:r>
              <a:rPr lang="en-US" altLang="en-US" sz="2400" dirty="0">
                <a:solidFill>
                  <a:srgbClr val="0070C0"/>
                </a:solidFill>
              </a:rPr>
              <a:t> </a:t>
            </a:r>
            <a:r>
              <a:rPr lang="en-US" altLang="en-US" sz="2400" dirty="0"/>
              <a:t> </a:t>
            </a:r>
            <a:r>
              <a:rPr lang="en-US" altLang="en-US" sz="2400" dirty="0">
                <a:solidFill>
                  <a:srgbClr val="FF0000"/>
                </a:solidFill>
              </a:rPr>
              <a:t>Find the new value of tail</a:t>
            </a:r>
          </a:p>
          <a:p>
            <a:pPr>
              <a:buFont typeface="Wingdings 2" pitchFamily="2" charset="2"/>
              <a:buNone/>
            </a:pPr>
            <a:r>
              <a:rPr lang="en-US" altLang="en-US" sz="2400" dirty="0">
                <a:solidFill>
                  <a:srgbClr val="FF0000"/>
                </a:solidFill>
              </a:rPr>
              <a:t>   </a:t>
            </a:r>
            <a:r>
              <a:rPr lang="en-US" altLang="en-US" sz="2400" dirty="0"/>
              <a:t>q = new queue; </a:t>
            </a:r>
          </a:p>
          <a:p>
            <a:pPr>
              <a:buFont typeface="Wingdings 2" pitchFamily="2" charset="2"/>
              <a:buNone/>
            </a:pPr>
            <a:r>
              <a:rPr lang="en-US" altLang="en-US" sz="2400" dirty="0"/>
              <a:t>   </a:t>
            </a:r>
            <a:r>
              <a:rPr lang="en-US" altLang="en-US" sz="2400" dirty="0">
                <a:solidFill>
                  <a:srgbClr val="0070C0"/>
                </a:solidFill>
              </a:rPr>
              <a:t>if</a:t>
            </a:r>
            <a:r>
              <a:rPr lang="en-US" altLang="en-US" sz="2400" dirty="0"/>
              <a:t> head == NULL  </a:t>
            </a:r>
            <a:r>
              <a:rPr lang="en-US" altLang="en-US" sz="2400" dirty="0">
                <a:solidFill>
                  <a:srgbClr val="FF0000"/>
                </a:solidFill>
              </a:rPr>
              <a:t>( i.e., queue is initially empty)</a:t>
            </a:r>
          </a:p>
          <a:p>
            <a:pPr lvl="1"/>
            <a:r>
              <a:rPr lang="en-US" altLang="en-US" sz="2000" dirty="0"/>
              <a:t>head = q; tail = q;</a:t>
            </a:r>
          </a:p>
          <a:p>
            <a:pPr>
              <a:buFont typeface="Wingdings 2" pitchFamily="2" charset="2"/>
              <a:buNone/>
            </a:pPr>
            <a:r>
              <a:rPr lang="en-US" altLang="en-US" sz="2400" dirty="0">
                <a:solidFill>
                  <a:srgbClr val="0070C0"/>
                </a:solidFill>
              </a:rPr>
              <a:t>   else</a:t>
            </a:r>
            <a:r>
              <a:rPr lang="en-US" altLang="en-US" sz="2400" dirty="0"/>
              <a:t> </a:t>
            </a:r>
          </a:p>
          <a:p>
            <a:pPr lvl="1"/>
            <a:r>
              <a:rPr lang="en-US" altLang="en-US" sz="2000" dirty="0"/>
              <a:t>tail-&gt;next = q; tail = q;</a:t>
            </a:r>
          </a:p>
          <a:p>
            <a:pPr>
              <a:buFont typeface="Wingdings 2" pitchFamily="2" charset="2"/>
              <a:buNone/>
            </a:pPr>
            <a:r>
              <a:rPr lang="en-US" altLang="en-US" sz="2400" dirty="0"/>
              <a:t>2. tail-&gt;data = NEWDATA </a:t>
            </a:r>
            <a:r>
              <a:rPr lang="en-US" altLang="en-US" sz="2400" dirty="0">
                <a:solidFill>
                  <a:srgbClr val="FF0000"/>
                </a:solidFill>
              </a:rPr>
              <a:t>(Add the new data at the end)</a:t>
            </a:r>
          </a:p>
          <a:p>
            <a:pPr>
              <a:buFont typeface="Wingdings 2" pitchFamily="2" charset="2"/>
              <a:buNone/>
            </a:pPr>
            <a:r>
              <a:rPr lang="en-US" altLang="en-US" sz="2400" dirty="0"/>
              <a:t>3. return</a:t>
            </a:r>
          </a:p>
        </p:txBody>
      </p:sp>
      <p:sp>
        <p:nvSpPr>
          <p:cNvPr id="5" name="Footer Placeholder 4">
            <a:extLst>
              <a:ext uri="{FF2B5EF4-FFF2-40B4-BE49-F238E27FC236}">
                <a16:creationId xmlns:a16="http://schemas.microsoft.com/office/drawing/2014/main" id="{B12E8B05-CFB3-F948-B6D6-1E557E8AC542}"/>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2408729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B689F7-C66F-5C48-B7E1-E2CF2282E42A}"/>
              </a:ext>
            </a:extLst>
          </p:cNvPr>
          <p:cNvSpPr>
            <a:spLocks noGrp="1"/>
          </p:cNvSpPr>
          <p:nvPr>
            <p:ph type="sldNum" sz="quarter" idx="12"/>
          </p:nvPr>
        </p:nvSpPr>
        <p:spPr/>
        <p:txBody>
          <a:bodyPr/>
          <a:lstStyle/>
          <a:p>
            <a:fld id="{48758AAF-F958-4141-BDE8-5609689A4508}" type="slidenum">
              <a:rPr lang="zh-CN" altLang="en-US" smtClean="0"/>
              <a:t>18</a:t>
            </a:fld>
            <a:endParaRPr lang="zh-CN" altLang="en-US"/>
          </a:p>
        </p:txBody>
      </p:sp>
      <p:sp>
        <p:nvSpPr>
          <p:cNvPr id="3" name="Title 1">
            <a:extLst>
              <a:ext uri="{FF2B5EF4-FFF2-40B4-BE49-F238E27FC236}">
                <a16:creationId xmlns:a16="http://schemas.microsoft.com/office/drawing/2014/main" id="{EA23A174-456A-0749-B47B-EFD6FE27239C}"/>
              </a:ext>
            </a:extLst>
          </p:cNvPr>
          <p:cNvSpPr txBox="1">
            <a:spLocks/>
          </p:cNvSpPr>
          <p:nvPr/>
        </p:nvSpPr>
        <p:spPr>
          <a:xfrm>
            <a:off x="0" y="201612"/>
            <a:ext cx="72390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dirty="0"/>
              <a:t>Dequeue(</a:t>
            </a:r>
            <a:r>
              <a:rPr lang="en-US" sz="3600" i="1" dirty="0"/>
              <a:t>Queue</a:t>
            </a:r>
            <a:r>
              <a:rPr lang="en-US" dirty="0"/>
              <a:t>)</a:t>
            </a:r>
          </a:p>
        </p:txBody>
      </p:sp>
      <p:sp>
        <p:nvSpPr>
          <p:cNvPr id="4" name="Content Placeholder 2">
            <a:extLst>
              <a:ext uri="{FF2B5EF4-FFF2-40B4-BE49-F238E27FC236}">
                <a16:creationId xmlns:a16="http://schemas.microsoft.com/office/drawing/2014/main" id="{CDD0353E-4AF9-1B4B-B8D2-6E4D5EBED8E1}"/>
              </a:ext>
            </a:extLst>
          </p:cNvPr>
          <p:cNvSpPr txBox="1">
            <a:spLocks/>
          </p:cNvSpPr>
          <p:nvPr/>
        </p:nvSpPr>
        <p:spPr>
          <a:xfrm>
            <a:off x="457200" y="1609725"/>
            <a:ext cx="7239000" cy="48466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2" pitchFamily="2" charset="2"/>
              <a:buNone/>
            </a:pPr>
            <a:r>
              <a:rPr lang="en-US" altLang="en-US" dirty="0"/>
              <a:t>1. </a:t>
            </a:r>
            <a:r>
              <a:rPr lang="en-US" altLang="en-US" dirty="0">
                <a:solidFill>
                  <a:srgbClr val="0070C0"/>
                </a:solidFill>
              </a:rPr>
              <a:t>if</a:t>
            </a:r>
            <a:r>
              <a:rPr lang="en-US" altLang="en-US" dirty="0"/>
              <a:t> head==NULL  </a:t>
            </a:r>
            <a:r>
              <a:rPr lang="en-US" altLang="en-US" dirty="0">
                <a:solidFill>
                  <a:srgbClr val="FF0000"/>
                </a:solidFill>
              </a:rPr>
              <a:t>(queue already empty?)</a:t>
            </a:r>
            <a:r>
              <a:rPr lang="en-US" altLang="en-US" dirty="0"/>
              <a:t> </a:t>
            </a:r>
          </a:p>
          <a:p>
            <a:pPr lvl="1"/>
            <a:r>
              <a:rPr lang="en-US" altLang="en-US" dirty="0"/>
              <a:t>Print underflow and return</a:t>
            </a:r>
          </a:p>
          <a:p>
            <a:pPr>
              <a:buFont typeface="Wingdings 2" pitchFamily="2" charset="2"/>
              <a:buNone/>
            </a:pPr>
            <a:r>
              <a:rPr lang="en-US" altLang="en-US" dirty="0"/>
              <a:t>2. DATATOREMOVE= head-&gt;data</a:t>
            </a:r>
          </a:p>
          <a:p>
            <a:pPr>
              <a:buFont typeface="Wingdings 2" pitchFamily="2" charset="2"/>
              <a:buNone/>
            </a:pPr>
            <a:r>
              <a:rPr lang="en-US" altLang="en-US" dirty="0"/>
              <a:t>3. </a:t>
            </a:r>
            <a:r>
              <a:rPr lang="en-US" altLang="en-US" dirty="0">
                <a:solidFill>
                  <a:srgbClr val="FF0000"/>
                </a:solidFill>
              </a:rPr>
              <a:t>(Find the new value of tail)</a:t>
            </a:r>
          </a:p>
          <a:p>
            <a:pPr>
              <a:buFont typeface="Wingdings 2" pitchFamily="2" charset="2"/>
              <a:buNone/>
            </a:pPr>
            <a:r>
              <a:rPr lang="en-US" altLang="en-US" dirty="0">
                <a:solidFill>
                  <a:srgbClr val="0070C0"/>
                </a:solidFill>
              </a:rPr>
              <a:t> if</a:t>
            </a:r>
            <a:r>
              <a:rPr lang="en-US" altLang="en-US" dirty="0"/>
              <a:t> head = tail (QUEUE has only one element)</a:t>
            </a:r>
          </a:p>
          <a:p>
            <a:pPr lvl="1"/>
            <a:r>
              <a:rPr lang="en-US" altLang="en-US" dirty="0"/>
              <a:t>head = NULL</a:t>
            </a:r>
          </a:p>
          <a:p>
            <a:pPr lvl="1"/>
            <a:r>
              <a:rPr lang="en-US" altLang="en-US" dirty="0"/>
              <a:t>tail = NULL</a:t>
            </a:r>
          </a:p>
          <a:p>
            <a:pPr>
              <a:buFont typeface="Wingdings 2" pitchFamily="2" charset="2"/>
              <a:buNone/>
            </a:pPr>
            <a:r>
              <a:rPr lang="en-US" altLang="en-US" dirty="0">
                <a:solidFill>
                  <a:srgbClr val="0070C0"/>
                </a:solidFill>
              </a:rPr>
              <a:t>   else </a:t>
            </a:r>
          </a:p>
          <a:p>
            <a:pPr lvl="1"/>
            <a:r>
              <a:rPr lang="en-US" altLang="en-US" dirty="0"/>
              <a:t>head=head-&gt;next</a:t>
            </a:r>
          </a:p>
          <a:p>
            <a:endParaRPr lang="en-US" altLang="en-US" dirty="0"/>
          </a:p>
        </p:txBody>
      </p:sp>
      <p:sp>
        <p:nvSpPr>
          <p:cNvPr id="5" name="Footer Placeholder 4">
            <a:extLst>
              <a:ext uri="{FF2B5EF4-FFF2-40B4-BE49-F238E27FC236}">
                <a16:creationId xmlns:a16="http://schemas.microsoft.com/office/drawing/2014/main" id="{7BFC7999-AD18-E24D-95B6-0A4FAB76F1FC}"/>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2097694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E9604D-DCB0-DF41-9930-02B276EA2288}"/>
              </a:ext>
            </a:extLst>
          </p:cNvPr>
          <p:cNvSpPr>
            <a:spLocks noGrp="1"/>
          </p:cNvSpPr>
          <p:nvPr>
            <p:ph type="sldNum" sz="quarter" idx="12"/>
          </p:nvPr>
        </p:nvSpPr>
        <p:spPr/>
        <p:txBody>
          <a:bodyPr/>
          <a:lstStyle/>
          <a:p>
            <a:fld id="{48758AAF-F958-4141-BDE8-5609689A4508}" type="slidenum">
              <a:rPr lang="zh-CN" altLang="en-US" smtClean="0"/>
              <a:t>19</a:t>
            </a:fld>
            <a:endParaRPr lang="zh-CN" altLang="en-US"/>
          </a:p>
        </p:txBody>
      </p:sp>
      <p:sp>
        <p:nvSpPr>
          <p:cNvPr id="3" name="Rectangle 2">
            <a:extLst>
              <a:ext uri="{FF2B5EF4-FFF2-40B4-BE49-F238E27FC236}">
                <a16:creationId xmlns:a16="http://schemas.microsoft.com/office/drawing/2014/main" id="{C6B7452D-C614-B04E-9D70-41837A03EBD2}"/>
              </a:ext>
            </a:extLst>
          </p:cNvPr>
          <p:cNvSpPr/>
          <p:nvPr/>
        </p:nvSpPr>
        <p:spPr>
          <a:xfrm>
            <a:off x="1285009" y="1720426"/>
            <a:ext cx="6565450" cy="1200329"/>
          </a:xfrm>
          <a:prstGeom prst="rect">
            <a:avLst/>
          </a:prstGeom>
        </p:spPr>
        <p:txBody>
          <a:bodyPr wrap="square">
            <a:spAutoFit/>
          </a:bodyPr>
          <a:lstStyle/>
          <a:p>
            <a:r>
              <a:rPr lang="en-US" sz="2400" dirty="0">
                <a:solidFill>
                  <a:srgbClr val="273239"/>
                </a:solidFill>
              </a:rPr>
              <a:t>The input can be taken from one side only(rear) and deletion of elements can be done from both sides(front and rear)</a:t>
            </a:r>
            <a:endParaRPr lang="en-US" sz="2400" dirty="0"/>
          </a:p>
        </p:txBody>
      </p:sp>
      <p:sp>
        <p:nvSpPr>
          <p:cNvPr id="4" name="Rectangle 3">
            <a:extLst>
              <a:ext uri="{FF2B5EF4-FFF2-40B4-BE49-F238E27FC236}">
                <a16:creationId xmlns:a16="http://schemas.microsoft.com/office/drawing/2014/main" id="{390F945E-4BD9-E241-A9D4-6FB26ACF247F}"/>
              </a:ext>
            </a:extLst>
          </p:cNvPr>
          <p:cNvSpPr/>
          <p:nvPr/>
        </p:nvSpPr>
        <p:spPr>
          <a:xfrm>
            <a:off x="1285008" y="3493854"/>
            <a:ext cx="7033801" cy="1569660"/>
          </a:xfrm>
          <a:prstGeom prst="rect">
            <a:avLst/>
          </a:prstGeom>
        </p:spPr>
        <p:txBody>
          <a:bodyPr wrap="square">
            <a:spAutoFit/>
          </a:bodyPr>
          <a:lstStyle/>
          <a:p>
            <a:r>
              <a:rPr lang="en-US" sz="2400" dirty="0">
                <a:solidFill>
                  <a:srgbClr val="273239"/>
                </a:solidFill>
              </a:rPr>
              <a:t> This queue is used in cases where the consumption of the data needs to be in FIFO order but if there is a need to remove the recently inserted data for some reason</a:t>
            </a:r>
            <a:endParaRPr lang="en-US" sz="2400" dirty="0"/>
          </a:p>
        </p:txBody>
      </p:sp>
      <p:sp>
        <p:nvSpPr>
          <p:cNvPr id="5" name="Rectangle 4">
            <a:extLst>
              <a:ext uri="{FF2B5EF4-FFF2-40B4-BE49-F238E27FC236}">
                <a16:creationId xmlns:a16="http://schemas.microsoft.com/office/drawing/2014/main" id="{7B73EE9F-9189-2F4D-BC10-C60A27733218}"/>
              </a:ext>
            </a:extLst>
          </p:cNvPr>
          <p:cNvSpPr/>
          <p:nvPr/>
        </p:nvSpPr>
        <p:spPr>
          <a:xfrm>
            <a:off x="36072" y="347108"/>
            <a:ext cx="3967753" cy="523220"/>
          </a:xfrm>
          <a:prstGeom prst="rect">
            <a:avLst/>
          </a:prstGeom>
        </p:spPr>
        <p:txBody>
          <a:bodyPr wrap="none">
            <a:spAutoFit/>
          </a:bodyPr>
          <a:lstStyle/>
          <a:p>
            <a:r>
              <a:rPr lang="en-US" sz="2800" b="1" dirty="0">
                <a:solidFill>
                  <a:srgbClr val="273239"/>
                </a:solidFill>
              </a:rPr>
              <a:t> Input restricted Queue</a:t>
            </a:r>
            <a:endParaRPr lang="en-US" sz="2800" dirty="0"/>
          </a:p>
        </p:txBody>
      </p:sp>
      <p:sp>
        <p:nvSpPr>
          <p:cNvPr id="6" name="Footer Placeholder 5">
            <a:extLst>
              <a:ext uri="{FF2B5EF4-FFF2-40B4-BE49-F238E27FC236}">
                <a16:creationId xmlns:a16="http://schemas.microsoft.com/office/drawing/2014/main" id="{43792C19-DDB4-F44C-867A-11506691378C}"/>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1617150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5E0E8C-0345-7445-9A3F-5FB6158A552C}"/>
              </a:ext>
            </a:extLst>
          </p:cNvPr>
          <p:cNvSpPr>
            <a:spLocks noGrp="1"/>
          </p:cNvSpPr>
          <p:nvPr>
            <p:ph type="sldNum" sz="quarter" idx="12"/>
          </p:nvPr>
        </p:nvSpPr>
        <p:spPr/>
        <p:txBody>
          <a:bodyPr/>
          <a:lstStyle/>
          <a:p>
            <a:fld id="{48758AAF-F958-4141-BDE8-5609689A4508}" type="slidenum">
              <a:rPr lang="zh-CN" altLang="en-US" smtClean="0"/>
              <a:t>20</a:t>
            </a:fld>
            <a:endParaRPr lang="zh-CN" altLang="en-US"/>
          </a:p>
        </p:txBody>
      </p:sp>
      <p:pic>
        <p:nvPicPr>
          <p:cNvPr id="4" name="Picture 3">
            <a:extLst>
              <a:ext uri="{FF2B5EF4-FFF2-40B4-BE49-F238E27FC236}">
                <a16:creationId xmlns:a16="http://schemas.microsoft.com/office/drawing/2014/main" id="{46AF0E97-D4A1-0E47-B928-D557D28CBB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74854"/>
            <a:ext cx="9906000" cy="2708291"/>
          </a:xfrm>
          <a:prstGeom prst="rect">
            <a:avLst/>
          </a:prstGeom>
        </p:spPr>
      </p:pic>
      <p:sp>
        <p:nvSpPr>
          <p:cNvPr id="5" name="Rectangle 4">
            <a:extLst>
              <a:ext uri="{FF2B5EF4-FFF2-40B4-BE49-F238E27FC236}">
                <a16:creationId xmlns:a16="http://schemas.microsoft.com/office/drawing/2014/main" id="{9BFC5750-0F19-754A-909A-89F06D0A496A}"/>
              </a:ext>
            </a:extLst>
          </p:cNvPr>
          <p:cNvSpPr/>
          <p:nvPr/>
        </p:nvSpPr>
        <p:spPr>
          <a:xfrm>
            <a:off x="36072" y="347108"/>
            <a:ext cx="3967753" cy="523220"/>
          </a:xfrm>
          <a:prstGeom prst="rect">
            <a:avLst/>
          </a:prstGeom>
        </p:spPr>
        <p:txBody>
          <a:bodyPr wrap="none">
            <a:spAutoFit/>
          </a:bodyPr>
          <a:lstStyle/>
          <a:p>
            <a:r>
              <a:rPr lang="en-US" sz="2800" b="1" dirty="0">
                <a:solidFill>
                  <a:srgbClr val="273239"/>
                </a:solidFill>
              </a:rPr>
              <a:t> Input restricted Queue</a:t>
            </a:r>
            <a:endParaRPr lang="en-US" sz="2800" dirty="0"/>
          </a:p>
        </p:txBody>
      </p:sp>
      <p:sp>
        <p:nvSpPr>
          <p:cNvPr id="3" name="Footer Placeholder 2">
            <a:extLst>
              <a:ext uri="{FF2B5EF4-FFF2-40B4-BE49-F238E27FC236}">
                <a16:creationId xmlns:a16="http://schemas.microsoft.com/office/drawing/2014/main" id="{7C1AA5C8-612E-2F49-B7F9-C531879FD4E5}"/>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160573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07AB6A-E00E-B640-8372-7D7D735D641D}"/>
              </a:ext>
            </a:extLst>
          </p:cNvPr>
          <p:cNvSpPr>
            <a:spLocks noGrp="1"/>
          </p:cNvSpPr>
          <p:nvPr>
            <p:ph type="sldNum" sz="quarter" idx="12"/>
          </p:nvPr>
        </p:nvSpPr>
        <p:spPr/>
        <p:txBody>
          <a:bodyPr/>
          <a:lstStyle/>
          <a:p>
            <a:fld id="{48758AAF-F958-4141-BDE8-5609689A4508}" type="slidenum">
              <a:rPr lang="zh-CN" altLang="en-US" smtClean="0"/>
              <a:t>21</a:t>
            </a:fld>
            <a:endParaRPr lang="zh-CN" altLang="en-US"/>
          </a:p>
        </p:txBody>
      </p:sp>
      <p:sp>
        <p:nvSpPr>
          <p:cNvPr id="3" name="Rectangle 2">
            <a:extLst>
              <a:ext uri="{FF2B5EF4-FFF2-40B4-BE49-F238E27FC236}">
                <a16:creationId xmlns:a16="http://schemas.microsoft.com/office/drawing/2014/main" id="{704420DA-2033-414B-B3F3-111D562BAE88}"/>
              </a:ext>
            </a:extLst>
          </p:cNvPr>
          <p:cNvSpPr/>
          <p:nvPr/>
        </p:nvSpPr>
        <p:spPr>
          <a:xfrm>
            <a:off x="813954" y="1554172"/>
            <a:ext cx="7326436" cy="1200329"/>
          </a:xfrm>
          <a:prstGeom prst="rect">
            <a:avLst/>
          </a:prstGeom>
        </p:spPr>
        <p:txBody>
          <a:bodyPr wrap="square">
            <a:spAutoFit/>
          </a:bodyPr>
          <a:lstStyle/>
          <a:p>
            <a:r>
              <a:rPr lang="en-US" sz="2400" dirty="0">
                <a:solidFill>
                  <a:srgbClr val="273239"/>
                </a:solidFill>
              </a:rPr>
              <a:t> The input can be taken from both sides(rear and front) and the deletion of the element can be done from only one side(front).</a:t>
            </a:r>
            <a:endParaRPr lang="en-US" sz="2400" dirty="0"/>
          </a:p>
        </p:txBody>
      </p:sp>
      <p:sp>
        <p:nvSpPr>
          <p:cNvPr id="4" name="Rectangle 3">
            <a:extLst>
              <a:ext uri="{FF2B5EF4-FFF2-40B4-BE49-F238E27FC236}">
                <a16:creationId xmlns:a16="http://schemas.microsoft.com/office/drawing/2014/main" id="{6E20CDD3-A8B6-DF47-803D-DAF01CCC9330}"/>
              </a:ext>
            </a:extLst>
          </p:cNvPr>
          <p:cNvSpPr/>
          <p:nvPr/>
        </p:nvSpPr>
        <p:spPr>
          <a:xfrm>
            <a:off x="813954" y="3438345"/>
            <a:ext cx="7913058" cy="1200329"/>
          </a:xfrm>
          <a:prstGeom prst="rect">
            <a:avLst/>
          </a:prstGeom>
        </p:spPr>
        <p:txBody>
          <a:bodyPr wrap="square">
            <a:spAutoFit/>
          </a:bodyPr>
          <a:lstStyle/>
          <a:p>
            <a:r>
              <a:rPr lang="en-US" sz="2400" dirty="0">
                <a:solidFill>
                  <a:srgbClr val="273239"/>
                </a:solidFill>
              </a:rPr>
              <a:t>This queue is used in the case where the inputs have some priority order to be executed and the input can be placed even in the first place so that it is executed first. </a:t>
            </a:r>
            <a:endParaRPr lang="en-US" sz="2400" dirty="0"/>
          </a:p>
        </p:txBody>
      </p:sp>
      <p:sp>
        <p:nvSpPr>
          <p:cNvPr id="5" name="Rectangle 4">
            <a:extLst>
              <a:ext uri="{FF2B5EF4-FFF2-40B4-BE49-F238E27FC236}">
                <a16:creationId xmlns:a16="http://schemas.microsoft.com/office/drawing/2014/main" id="{3B2A79A9-286D-A04C-89BF-862AEB51DA30}"/>
              </a:ext>
            </a:extLst>
          </p:cNvPr>
          <p:cNvSpPr/>
          <p:nvPr/>
        </p:nvSpPr>
        <p:spPr>
          <a:xfrm>
            <a:off x="36072" y="347108"/>
            <a:ext cx="4264309" cy="523220"/>
          </a:xfrm>
          <a:prstGeom prst="rect">
            <a:avLst/>
          </a:prstGeom>
        </p:spPr>
        <p:txBody>
          <a:bodyPr wrap="none">
            <a:spAutoFit/>
          </a:bodyPr>
          <a:lstStyle/>
          <a:p>
            <a:r>
              <a:rPr lang="en-US" sz="2800" b="1" dirty="0">
                <a:solidFill>
                  <a:srgbClr val="273239"/>
                </a:solidFill>
              </a:rPr>
              <a:t> Output restricted Queue</a:t>
            </a:r>
            <a:endParaRPr lang="en-US" sz="2800" dirty="0"/>
          </a:p>
        </p:txBody>
      </p:sp>
      <p:sp>
        <p:nvSpPr>
          <p:cNvPr id="6" name="Footer Placeholder 5">
            <a:extLst>
              <a:ext uri="{FF2B5EF4-FFF2-40B4-BE49-F238E27FC236}">
                <a16:creationId xmlns:a16="http://schemas.microsoft.com/office/drawing/2014/main" id="{47B31C28-CC2B-3746-AC83-1FF272628AD6}"/>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3909832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37A914-AA94-F540-8866-B984BDC635E9}"/>
              </a:ext>
            </a:extLst>
          </p:cNvPr>
          <p:cNvSpPr>
            <a:spLocks noGrp="1"/>
          </p:cNvSpPr>
          <p:nvPr>
            <p:ph type="sldNum" sz="quarter" idx="12"/>
          </p:nvPr>
        </p:nvSpPr>
        <p:spPr/>
        <p:txBody>
          <a:bodyPr/>
          <a:lstStyle/>
          <a:p>
            <a:fld id="{48758AAF-F958-4141-BDE8-5609689A4508}" type="slidenum">
              <a:rPr lang="zh-CN" altLang="en-US" smtClean="0"/>
              <a:t>22</a:t>
            </a:fld>
            <a:endParaRPr lang="zh-CN" altLang="en-US"/>
          </a:p>
        </p:txBody>
      </p:sp>
      <p:pic>
        <p:nvPicPr>
          <p:cNvPr id="4" name="Picture 3">
            <a:extLst>
              <a:ext uri="{FF2B5EF4-FFF2-40B4-BE49-F238E27FC236}">
                <a16:creationId xmlns:a16="http://schemas.microsoft.com/office/drawing/2014/main" id="{F1AE3ABC-F9C2-1647-8373-A067F24ED2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83142"/>
            <a:ext cx="9906000" cy="2691716"/>
          </a:xfrm>
          <a:prstGeom prst="rect">
            <a:avLst/>
          </a:prstGeom>
        </p:spPr>
      </p:pic>
      <p:sp>
        <p:nvSpPr>
          <p:cNvPr id="5" name="Rectangle 4">
            <a:extLst>
              <a:ext uri="{FF2B5EF4-FFF2-40B4-BE49-F238E27FC236}">
                <a16:creationId xmlns:a16="http://schemas.microsoft.com/office/drawing/2014/main" id="{16186D1A-9720-3C4F-AFAE-8DD16451C502}"/>
              </a:ext>
            </a:extLst>
          </p:cNvPr>
          <p:cNvSpPr/>
          <p:nvPr/>
        </p:nvSpPr>
        <p:spPr>
          <a:xfrm>
            <a:off x="36072" y="347108"/>
            <a:ext cx="4264309" cy="523220"/>
          </a:xfrm>
          <a:prstGeom prst="rect">
            <a:avLst/>
          </a:prstGeom>
        </p:spPr>
        <p:txBody>
          <a:bodyPr wrap="none">
            <a:spAutoFit/>
          </a:bodyPr>
          <a:lstStyle/>
          <a:p>
            <a:r>
              <a:rPr lang="en-US" sz="2800" b="1" dirty="0">
                <a:solidFill>
                  <a:srgbClr val="273239"/>
                </a:solidFill>
              </a:rPr>
              <a:t> Output restricted Queue</a:t>
            </a:r>
            <a:endParaRPr lang="en-US" sz="2800" dirty="0"/>
          </a:p>
        </p:txBody>
      </p:sp>
      <p:sp>
        <p:nvSpPr>
          <p:cNvPr id="3" name="Footer Placeholder 2">
            <a:extLst>
              <a:ext uri="{FF2B5EF4-FFF2-40B4-BE49-F238E27FC236}">
                <a16:creationId xmlns:a16="http://schemas.microsoft.com/office/drawing/2014/main" id="{FBC4B593-CF99-3C43-A8EE-F74B6A95A77B}"/>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3550317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EAF2B0-0607-4249-A684-640A9E07310F}"/>
              </a:ext>
            </a:extLst>
          </p:cNvPr>
          <p:cNvSpPr>
            <a:spLocks noGrp="1"/>
          </p:cNvSpPr>
          <p:nvPr>
            <p:ph type="sldNum" sz="quarter" idx="12"/>
          </p:nvPr>
        </p:nvSpPr>
        <p:spPr/>
        <p:txBody>
          <a:bodyPr/>
          <a:lstStyle/>
          <a:p>
            <a:fld id="{48758AAF-F958-4141-BDE8-5609689A4508}" type="slidenum">
              <a:rPr lang="zh-CN" altLang="en-US" smtClean="0"/>
              <a:t>23</a:t>
            </a:fld>
            <a:endParaRPr lang="zh-CN" altLang="en-US"/>
          </a:p>
        </p:txBody>
      </p:sp>
      <p:sp>
        <p:nvSpPr>
          <p:cNvPr id="3" name="Rectangle 2">
            <a:extLst>
              <a:ext uri="{FF2B5EF4-FFF2-40B4-BE49-F238E27FC236}">
                <a16:creationId xmlns:a16="http://schemas.microsoft.com/office/drawing/2014/main" id="{4196A4EF-5683-B34C-AF5C-E5EF57A04063}"/>
              </a:ext>
            </a:extLst>
          </p:cNvPr>
          <p:cNvSpPr/>
          <p:nvPr/>
        </p:nvSpPr>
        <p:spPr>
          <a:xfrm>
            <a:off x="980208" y="1664962"/>
            <a:ext cx="7271693" cy="830997"/>
          </a:xfrm>
          <a:prstGeom prst="rect">
            <a:avLst/>
          </a:prstGeom>
        </p:spPr>
        <p:txBody>
          <a:bodyPr wrap="square">
            <a:spAutoFit/>
          </a:bodyPr>
          <a:lstStyle/>
          <a:p>
            <a:r>
              <a:rPr lang="en-US" sz="2400" dirty="0">
                <a:solidFill>
                  <a:srgbClr val="273239"/>
                </a:solidFill>
              </a:rPr>
              <a:t>The insertion and deletion operations are performed at both the ends (front and rear)</a:t>
            </a:r>
            <a:endParaRPr lang="en-US" sz="2400" dirty="0"/>
          </a:p>
        </p:txBody>
      </p:sp>
      <p:sp>
        <p:nvSpPr>
          <p:cNvPr id="4" name="Rectangle 3">
            <a:extLst>
              <a:ext uri="{FF2B5EF4-FFF2-40B4-BE49-F238E27FC236}">
                <a16:creationId xmlns:a16="http://schemas.microsoft.com/office/drawing/2014/main" id="{D3E14C55-BD3F-CD4B-9A2E-4757FEBF1699}"/>
              </a:ext>
            </a:extLst>
          </p:cNvPr>
          <p:cNvSpPr/>
          <p:nvPr/>
        </p:nvSpPr>
        <p:spPr>
          <a:xfrm>
            <a:off x="980208" y="2994323"/>
            <a:ext cx="7472416" cy="830997"/>
          </a:xfrm>
          <a:prstGeom prst="rect">
            <a:avLst/>
          </a:prstGeom>
        </p:spPr>
        <p:txBody>
          <a:bodyPr wrap="square">
            <a:spAutoFit/>
          </a:bodyPr>
          <a:lstStyle/>
          <a:p>
            <a:r>
              <a:rPr lang="en-US" sz="2400" dirty="0">
                <a:solidFill>
                  <a:srgbClr val="273239"/>
                </a:solidFill>
              </a:rPr>
              <a:t>Since Deque supports both stack and queue operations, it can be used as both</a:t>
            </a:r>
            <a:endParaRPr lang="en-US" sz="2400" dirty="0"/>
          </a:p>
        </p:txBody>
      </p:sp>
      <p:sp>
        <p:nvSpPr>
          <p:cNvPr id="5" name="Rectangle 4">
            <a:extLst>
              <a:ext uri="{FF2B5EF4-FFF2-40B4-BE49-F238E27FC236}">
                <a16:creationId xmlns:a16="http://schemas.microsoft.com/office/drawing/2014/main" id="{25529CDD-BF95-DD44-A84D-F77F16A543FF}"/>
              </a:ext>
            </a:extLst>
          </p:cNvPr>
          <p:cNvSpPr/>
          <p:nvPr/>
        </p:nvSpPr>
        <p:spPr>
          <a:xfrm>
            <a:off x="36072" y="347108"/>
            <a:ext cx="3759362" cy="523220"/>
          </a:xfrm>
          <a:prstGeom prst="rect">
            <a:avLst/>
          </a:prstGeom>
        </p:spPr>
        <p:txBody>
          <a:bodyPr wrap="none">
            <a:spAutoFit/>
          </a:bodyPr>
          <a:lstStyle/>
          <a:p>
            <a:r>
              <a:rPr lang="en-US" sz="2800" b="1" dirty="0">
                <a:solidFill>
                  <a:srgbClr val="273239"/>
                </a:solidFill>
              </a:rPr>
              <a:t> Double Ended Queue</a:t>
            </a:r>
            <a:endParaRPr lang="en-US" sz="2800" dirty="0"/>
          </a:p>
        </p:txBody>
      </p:sp>
      <p:sp>
        <p:nvSpPr>
          <p:cNvPr id="6" name="Footer Placeholder 5">
            <a:extLst>
              <a:ext uri="{FF2B5EF4-FFF2-40B4-BE49-F238E27FC236}">
                <a16:creationId xmlns:a16="http://schemas.microsoft.com/office/drawing/2014/main" id="{F6F6A2B9-1BB8-E44F-841D-3E4247A892A0}"/>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1574245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B85139-6152-484B-84A8-EB66580E1D85}"/>
              </a:ext>
            </a:extLst>
          </p:cNvPr>
          <p:cNvSpPr>
            <a:spLocks noGrp="1"/>
          </p:cNvSpPr>
          <p:nvPr>
            <p:ph type="sldNum" sz="quarter" idx="12"/>
          </p:nvPr>
        </p:nvSpPr>
        <p:spPr/>
        <p:txBody>
          <a:bodyPr/>
          <a:lstStyle/>
          <a:p>
            <a:fld id="{48758AAF-F958-4141-BDE8-5609689A4508}" type="slidenum">
              <a:rPr lang="zh-CN" altLang="en-US" smtClean="0"/>
              <a:t>24</a:t>
            </a:fld>
            <a:endParaRPr lang="zh-CN" altLang="en-US"/>
          </a:p>
        </p:txBody>
      </p:sp>
      <p:pic>
        <p:nvPicPr>
          <p:cNvPr id="4" name="Picture 3">
            <a:extLst>
              <a:ext uri="{FF2B5EF4-FFF2-40B4-BE49-F238E27FC236}">
                <a16:creationId xmlns:a16="http://schemas.microsoft.com/office/drawing/2014/main" id="{7A3E596C-48F8-854C-A9D1-D828D908C6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74854"/>
            <a:ext cx="9906000" cy="2708291"/>
          </a:xfrm>
          <a:prstGeom prst="rect">
            <a:avLst/>
          </a:prstGeom>
        </p:spPr>
      </p:pic>
      <p:sp>
        <p:nvSpPr>
          <p:cNvPr id="5" name="Rectangle 4">
            <a:extLst>
              <a:ext uri="{FF2B5EF4-FFF2-40B4-BE49-F238E27FC236}">
                <a16:creationId xmlns:a16="http://schemas.microsoft.com/office/drawing/2014/main" id="{8C25D1B0-5A6C-0044-A007-4C7AF4FEC74D}"/>
              </a:ext>
            </a:extLst>
          </p:cNvPr>
          <p:cNvSpPr/>
          <p:nvPr/>
        </p:nvSpPr>
        <p:spPr>
          <a:xfrm>
            <a:off x="36072" y="347108"/>
            <a:ext cx="3759362" cy="523220"/>
          </a:xfrm>
          <a:prstGeom prst="rect">
            <a:avLst/>
          </a:prstGeom>
        </p:spPr>
        <p:txBody>
          <a:bodyPr wrap="none">
            <a:spAutoFit/>
          </a:bodyPr>
          <a:lstStyle/>
          <a:p>
            <a:r>
              <a:rPr lang="en-US" sz="2800" b="1" dirty="0">
                <a:solidFill>
                  <a:srgbClr val="273239"/>
                </a:solidFill>
              </a:rPr>
              <a:t> Double Ended Queue</a:t>
            </a:r>
            <a:endParaRPr lang="en-US" sz="2800" dirty="0"/>
          </a:p>
        </p:txBody>
      </p:sp>
      <p:sp>
        <p:nvSpPr>
          <p:cNvPr id="3" name="Footer Placeholder 2">
            <a:extLst>
              <a:ext uri="{FF2B5EF4-FFF2-40B4-BE49-F238E27FC236}">
                <a16:creationId xmlns:a16="http://schemas.microsoft.com/office/drawing/2014/main" id="{D45E5FA7-8E8C-1F45-AD57-5E6A385AC430}"/>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3735926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0"/>
          <p:cNvSpPr txBox="1">
            <a:spLocks noChangeArrowheads="1"/>
          </p:cNvSpPr>
          <p:nvPr/>
        </p:nvSpPr>
        <p:spPr bwMode="auto">
          <a:xfrm>
            <a:off x="114796" y="177016"/>
            <a:ext cx="881913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eaLnBrk="1" fontAlgn="base" hangingPunct="1">
              <a:spcBef>
                <a:spcPct val="0"/>
              </a:spcBef>
              <a:spcAft>
                <a:spcPct val="0"/>
              </a:spcAft>
            </a:pPr>
            <a:r>
              <a:rPr lang="en-US" altLang="zh-CN" sz="3600" i="1" dirty="0">
                <a:solidFill>
                  <a:prstClr val="black"/>
                </a:solidFill>
                <a:cs typeface="Calibri" panose="020F0502020204030204" pitchFamily="34" charset="0"/>
              </a:rPr>
              <a:t> </a:t>
            </a:r>
            <a:r>
              <a:rPr lang="en-US" altLang="zh-CN" sz="3600" i="1" dirty="0">
                <a:ea typeface="Adobe Gothic Std B" pitchFamily="34" charset="-128"/>
                <a:cs typeface="Calibri" panose="020F0502020204030204" pitchFamily="34" charset="0"/>
              </a:rPr>
              <a:t> </a:t>
            </a:r>
            <a:endParaRPr lang="zh-CN" altLang="en-US" sz="2800" b="1" dirty="0">
              <a:latin typeface="Times New Roman" panose="02020603050405020304" pitchFamily="18" charset="0"/>
              <a:ea typeface="Adobe Gothic Std B" pitchFamily="34" charset="-128"/>
              <a:cs typeface="Times New Roman" panose="02020603050405020304" pitchFamily="18" charset="0"/>
            </a:endParaRPr>
          </a:p>
        </p:txBody>
      </p:sp>
      <p:sp>
        <p:nvSpPr>
          <p:cNvPr id="7" name="灯片编号占位符 1"/>
          <p:cNvSpPr>
            <a:spLocks noGrp="1"/>
          </p:cNvSpPr>
          <p:nvPr>
            <p:ph type="sldNum" sz="quarter" idx="12"/>
          </p:nvPr>
        </p:nvSpPr>
        <p:spPr>
          <a:xfrm>
            <a:off x="7460456" y="6394451"/>
            <a:ext cx="2228850" cy="365125"/>
          </a:xfrm>
        </p:spPr>
        <p:txBody>
          <a:bodyPr/>
          <a:lstStyle/>
          <a:p>
            <a:fld id="{48758AAF-F958-4141-BDE8-5609689A4508}" type="slidenum">
              <a:rPr lang="zh-CN" altLang="en-US" sz="2000" smtClean="0">
                <a:solidFill>
                  <a:schemeClr val="bg1"/>
                </a:solidFill>
                <a:latin typeface="Calibri" panose="020F0502020204030204" pitchFamily="34" charset="0"/>
                <a:cs typeface="Calibri" panose="020F0502020204030204" pitchFamily="34" charset="0"/>
              </a:rPr>
              <a:t>25</a:t>
            </a:fld>
            <a:endParaRPr lang="zh-CN" altLang="en-US" sz="2000" dirty="0">
              <a:solidFill>
                <a:schemeClr val="bg1"/>
              </a:solidFill>
              <a:latin typeface="Calibri" panose="020F0502020204030204" pitchFamily="34" charset="0"/>
              <a:cs typeface="Calibri" panose="020F0502020204030204" pitchFamily="34" charset="0"/>
            </a:endParaRPr>
          </a:p>
        </p:txBody>
      </p:sp>
      <p:sp>
        <p:nvSpPr>
          <p:cNvPr id="9" name="矩形 8"/>
          <p:cNvSpPr/>
          <p:nvPr/>
        </p:nvSpPr>
        <p:spPr>
          <a:xfrm>
            <a:off x="1156812" y="1967221"/>
            <a:ext cx="4934499" cy="994952"/>
          </a:xfrm>
          <a:prstGeom prst="rect">
            <a:avLst/>
          </a:prstGeom>
        </p:spPr>
        <p:txBody>
          <a:bodyPr wrap="square">
            <a:spAutoFit/>
          </a:bodyPr>
          <a:lstStyle/>
          <a:p>
            <a:pPr>
              <a:spcAft>
                <a:spcPts val="0"/>
              </a:spcAft>
            </a:pPr>
            <a:r>
              <a:rPr lang="en-US" sz="3600" dirty="0">
                <a:latin typeface="Calibri" panose="020F0502020204030204" pitchFamily="34" charset="0"/>
                <a:ea typeface="DengXian" panose="02010600030101010101" pitchFamily="2" charset="-122"/>
                <a:cs typeface="Times New Roman" panose="02020603050405020304" pitchFamily="18" charset="0"/>
              </a:rPr>
              <a:t> </a:t>
            </a:r>
            <a:endParaRPr lang="it-IT" sz="3600" dirty="0">
              <a:latin typeface="Calibri" panose="020F0502020204030204" pitchFamily="34" charset="0"/>
              <a:ea typeface="DengXian" panose="02010600030101010101" pitchFamily="2" charset="-122"/>
              <a:cs typeface="Times New Roman" panose="02020603050405020304" pitchFamily="18" charset="0"/>
            </a:endParaRPr>
          </a:p>
          <a:p>
            <a:pPr algn="just">
              <a:lnSpc>
                <a:spcPct val="125000"/>
              </a:lnSpc>
              <a:buClr>
                <a:schemeClr val="accent5"/>
              </a:buClr>
              <a:buSzPct val="75000"/>
            </a:pPr>
            <a:endParaRPr lang="en-US" altLang="zh-CN" sz="2000" dirty="0">
              <a:latin typeface="Times New Roman" panose="02020603050405020304" pitchFamily="18" charset="0"/>
              <a:cs typeface="Times New Roman" panose="02020603050405020304" pitchFamily="18" charset="0"/>
            </a:endParaRPr>
          </a:p>
        </p:txBody>
      </p:sp>
      <p:sp>
        <p:nvSpPr>
          <p:cNvPr id="10" name="矩形 8">
            <a:extLst>
              <a:ext uri="{FF2B5EF4-FFF2-40B4-BE49-F238E27FC236}">
                <a16:creationId xmlns:a16="http://schemas.microsoft.com/office/drawing/2014/main" id="{B50F3C67-F206-0644-9881-E95BE68F9B62}"/>
              </a:ext>
            </a:extLst>
          </p:cNvPr>
          <p:cNvSpPr/>
          <p:nvPr/>
        </p:nvSpPr>
        <p:spPr>
          <a:xfrm>
            <a:off x="704879" y="2383536"/>
            <a:ext cx="7870002" cy="592213"/>
          </a:xfrm>
          <a:prstGeom prst="rect">
            <a:avLst/>
          </a:prstGeom>
        </p:spPr>
        <p:txBody>
          <a:bodyPr wrap="square">
            <a:spAutoFit/>
          </a:bodyPr>
          <a:lstStyle/>
          <a:p>
            <a:pPr>
              <a:lnSpc>
                <a:spcPct val="125000"/>
              </a:lnSpc>
              <a:buClr>
                <a:schemeClr val="accent5"/>
              </a:buClr>
              <a:buSzPct val="75000"/>
            </a:pPr>
            <a:r>
              <a:rPr lang="en-US" altLang="zh-CN" b="1" dirty="0">
                <a:solidFill>
                  <a:schemeClr val="accent5"/>
                </a:solidFill>
                <a:cs typeface="Times New Roman" panose="02020603050405020304" pitchFamily="18" charset="0"/>
              </a:rPr>
              <a:t>		                   </a:t>
            </a:r>
            <a:r>
              <a:rPr lang="en-US" altLang="zh-CN" sz="2800" b="1" dirty="0">
                <a:solidFill>
                  <a:schemeClr val="accent5"/>
                </a:solidFill>
                <a:cs typeface="Times New Roman" panose="02020603050405020304" pitchFamily="18" charset="0"/>
              </a:rPr>
              <a:t>Questions?</a:t>
            </a:r>
            <a:r>
              <a:rPr lang="en-US" altLang="zh-CN" sz="2800" b="1" dirty="0">
                <a:cs typeface="Times New Roman" panose="02020603050405020304" pitchFamily="18" charset="0"/>
              </a:rPr>
              <a:t> </a:t>
            </a:r>
          </a:p>
        </p:txBody>
      </p:sp>
      <p:sp>
        <p:nvSpPr>
          <p:cNvPr id="8" name="矩形 8">
            <a:extLst>
              <a:ext uri="{FF2B5EF4-FFF2-40B4-BE49-F238E27FC236}">
                <a16:creationId xmlns:a16="http://schemas.microsoft.com/office/drawing/2014/main" id="{64398696-03BA-0540-B525-6DD16F72E4B0}"/>
              </a:ext>
            </a:extLst>
          </p:cNvPr>
          <p:cNvSpPr/>
          <p:nvPr/>
        </p:nvSpPr>
        <p:spPr>
          <a:xfrm>
            <a:off x="704879" y="3813978"/>
            <a:ext cx="7870002" cy="520784"/>
          </a:xfrm>
          <a:prstGeom prst="rect">
            <a:avLst/>
          </a:prstGeom>
        </p:spPr>
        <p:txBody>
          <a:bodyPr wrap="square">
            <a:spAutoFit/>
          </a:bodyPr>
          <a:lstStyle/>
          <a:p>
            <a:pPr algn="just">
              <a:lnSpc>
                <a:spcPct val="125000"/>
              </a:lnSpc>
              <a:buClr>
                <a:schemeClr val="accent5"/>
              </a:buClr>
              <a:buSzPct val="75000"/>
            </a:pPr>
            <a:r>
              <a:rPr lang="en-US" altLang="zh-CN" b="1" dirty="0">
                <a:solidFill>
                  <a:schemeClr val="accent5"/>
                </a:solidFill>
                <a:cs typeface="Times New Roman" panose="02020603050405020304" pitchFamily="18" charset="0"/>
              </a:rPr>
              <a:t>			</a:t>
            </a:r>
            <a:r>
              <a:rPr lang="en-US" altLang="zh-CN" sz="2400" b="1" dirty="0" err="1">
                <a:solidFill>
                  <a:schemeClr val="accent5"/>
                </a:solidFill>
                <a:cs typeface="Times New Roman" panose="02020603050405020304" pitchFamily="18" charset="0"/>
              </a:rPr>
              <a:t>zahmaad.github.io</a:t>
            </a:r>
            <a:r>
              <a:rPr lang="en-US" altLang="zh-CN" sz="2400" b="1" dirty="0">
                <a:solidFill>
                  <a:schemeClr val="accent5"/>
                </a:solidFill>
                <a:cs typeface="Times New Roman" panose="02020603050405020304" pitchFamily="18" charset="0"/>
              </a:rPr>
              <a:t> </a:t>
            </a:r>
          </a:p>
        </p:txBody>
      </p:sp>
      <p:sp>
        <p:nvSpPr>
          <p:cNvPr id="3" name="Footer Placeholder 2">
            <a:extLst>
              <a:ext uri="{FF2B5EF4-FFF2-40B4-BE49-F238E27FC236}">
                <a16:creationId xmlns:a16="http://schemas.microsoft.com/office/drawing/2014/main" id="{BA8BA04B-E441-D04C-B504-250EF9F47C40}"/>
              </a:ext>
            </a:extLst>
          </p:cNvPr>
          <p:cNvSpPr>
            <a:spLocks noGrp="1"/>
          </p:cNvSpPr>
          <p:nvPr>
            <p:ph type="ftr" sz="quarter" idx="11"/>
          </p:nvPr>
        </p:nvSpPr>
        <p:spPr/>
        <p:txBody>
          <a:bodyPr/>
          <a:lstStyle/>
          <a:p>
            <a:r>
              <a:rPr lang="en-US" altLang="zh-CN"/>
              <a:t>Dr. Zubair Ahmad</a:t>
            </a:r>
            <a:endParaRPr lang="zh-CN" altLang="en-US"/>
          </a:p>
        </p:txBody>
      </p:sp>
    </p:spTree>
    <p:extLst>
      <p:ext uri="{BB962C8B-B14F-4D97-AF65-F5344CB8AC3E}">
        <p14:creationId xmlns:p14="http://schemas.microsoft.com/office/powerpoint/2010/main" val="1935760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42163</TotalTime>
  <Words>1200</Words>
  <Application>Microsoft Macintosh PowerPoint</Application>
  <PresentationFormat>A4 Paper (210x297 mm)</PresentationFormat>
  <Paragraphs>197</Paragraphs>
  <Slides>25</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25</vt:i4>
      </vt:variant>
    </vt:vector>
  </HeadingPairs>
  <TitlesOfParts>
    <vt:vector size="37" baseType="lpstr">
      <vt:lpstr>Adobe Gothic Std B</vt:lpstr>
      <vt:lpstr>DengXian</vt:lpstr>
      <vt:lpstr>DengXian</vt:lpstr>
      <vt:lpstr>等线 Light</vt:lpstr>
      <vt:lpstr>SimSun</vt:lpstr>
      <vt:lpstr>Arial</vt:lpstr>
      <vt:lpstr>Calibri</vt:lpstr>
      <vt:lpstr>Helvetica</vt:lpstr>
      <vt:lpstr>Times New Roman</vt:lpstr>
      <vt:lpstr>Wingdings</vt:lpstr>
      <vt:lpstr>Wingdings 2</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China</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Microsoft Office User</cp:lastModifiedBy>
  <cp:revision>799</cp:revision>
  <cp:lastPrinted>2025-03-10T09:45:15Z</cp:lastPrinted>
  <dcterms:created xsi:type="dcterms:W3CDTF">2018-07-17T04:46:00Z</dcterms:created>
  <dcterms:modified xsi:type="dcterms:W3CDTF">2025-10-09T06:20:01Z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2052-11.1.0.8567</vt:lpwstr>
  </property>
</Properties>
</file>