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80" r:id="rId2"/>
    <p:sldId id="578" r:id="rId3"/>
    <p:sldId id="576" r:id="rId4"/>
    <p:sldId id="577" r:id="rId5"/>
    <p:sldId id="552" r:id="rId6"/>
    <p:sldId id="554" r:id="rId7"/>
    <p:sldId id="555" r:id="rId8"/>
    <p:sldId id="556" r:id="rId9"/>
    <p:sldId id="557" r:id="rId10"/>
    <p:sldId id="558" r:id="rId11"/>
    <p:sldId id="560" r:id="rId12"/>
    <p:sldId id="561" r:id="rId13"/>
    <p:sldId id="562" r:id="rId14"/>
    <p:sldId id="565" r:id="rId15"/>
    <p:sldId id="566" r:id="rId16"/>
    <p:sldId id="567" r:id="rId17"/>
    <p:sldId id="568" r:id="rId18"/>
    <p:sldId id="569" r:id="rId19"/>
    <p:sldId id="573" r:id="rId20"/>
    <p:sldId id="579" r:id="rId21"/>
    <p:sldId id="580" r:id="rId22"/>
    <p:sldId id="582" r:id="rId23"/>
    <p:sldId id="583" r:id="rId24"/>
    <p:sldId id="584" r:id="rId25"/>
    <p:sldId id="585" r:id="rId26"/>
    <p:sldId id="586" r:id="rId27"/>
    <p:sldId id="587" r:id="rId28"/>
    <p:sldId id="588" r:id="rId29"/>
    <p:sldId id="589" r:id="rId30"/>
    <p:sldId id="590" r:id="rId31"/>
    <p:sldId id="591" r:id="rId32"/>
    <p:sldId id="592" r:id="rId33"/>
    <p:sldId id="593" r:id="rId34"/>
    <p:sldId id="594" r:id="rId35"/>
    <p:sldId id="570" r:id="rId36"/>
    <p:sldId id="571" r:id="rId37"/>
    <p:sldId id="572" r:id="rId38"/>
    <p:sldId id="574" r:id="rId39"/>
    <p:sldId id="575" r:id="rId40"/>
    <p:sldId id="372" r:id="rId41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578"/>
            <p14:sldId id="576"/>
            <p14:sldId id="577"/>
            <p14:sldId id="552"/>
            <p14:sldId id="554"/>
            <p14:sldId id="555"/>
            <p14:sldId id="556"/>
            <p14:sldId id="557"/>
            <p14:sldId id="558"/>
            <p14:sldId id="560"/>
            <p14:sldId id="561"/>
            <p14:sldId id="562"/>
            <p14:sldId id="565"/>
            <p14:sldId id="566"/>
            <p14:sldId id="567"/>
            <p14:sldId id="568"/>
            <p14:sldId id="569"/>
            <p14:sldId id="573"/>
            <p14:sldId id="579"/>
            <p14:sldId id="580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70"/>
            <p14:sldId id="571"/>
            <p14:sldId id="572"/>
            <p14:sldId id="574"/>
            <p14:sldId id="575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9E30F-3E3F-2A44-845C-3780702506E7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E6AEE-86BD-DE46-80F9-3D2743E8A626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7BB8-F2BF-7947-81E5-F5511EDC1F3B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67FD4-B74D-8E44-A5D8-65286CFDF92B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192E-F8D5-A149-81B2-763CD3102E9C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FBACC-7C59-3740-A5A8-55B8A4801A98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C2CB9-005D-8E44-B639-32A7654078D4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766ED-2272-A74F-B6BA-04E051A22D2D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B837-9E72-F145-A657-F5F1E0335ACE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222D-3AD4-4E44-94B4-BCC3CCC65907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FEA1-8100-954D-8ABC-6DB7E947F49B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DA268-1453-5040-BA0D-50C34FE3E972}" type="datetime1">
              <a:rPr lang="en-US" altLang="zh-CN" smtClean="0"/>
              <a:t>10/10/25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dirty="0"/>
          </a:p>
          <a:p>
            <a:pPr algn="ctr">
              <a:buNone/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Stacks</a:t>
            </a:r>
            <a:r>
              <a:rPr lang="en-US" dirty="0"/>
              <a:t> 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8639F-08D8-2747-9390-B1186AB8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F9F24-4A8F-654E-B7D5-7F94D586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ADDF8A-1190-6947-8589-E716A740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EFBB3-BE3D-EF48-AC91-16868101BC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4534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73" r="10190"/>
          <a:stretch/>
        </p:blipFill>
        <p:spPr>
          <a:xfrm>
            <a:off x="591670" y="1905000"/>
            <a:ext cx="8304903" cy="304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E48D791-8573-E542-888B-A42618C52C23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Stacks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7A1D2-BCFB-EE47-8ACF-7F237BB6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25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C43C63-C587-B146-855A-AC010219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67DC3D-D18E-624D-A9D0-AD2A28C21076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Stacks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29E0A8-9314-364B-A353-AAAA65EF39A3}"/>
              </a:ext>
            </a:extLst>
          </p:cNvPr>
          <p:cNvSpPr txBox="1">
            <a:spLocks/>
          </p:cNvSpPr>
          <p:nvPr/>
        </p:nvSpPr>
        <p:spPr>
          <a:xfrm>
            <a:off x="715421" y="4434681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Implementation</a:t>
            </a:r>
          </a:p>
          <a:p>
            <a:pPr lvl="1"/>
            <a:r>
              <a:rPr lang="en-US" altLang="en-US" dirty="0"/>
              <a:t>Array implementation</a:t>
            </a:r>
          </a:p>
          <a:p>
            <a:pPr lvl="1"/>
            <a:r>
              <a:rPr lang="en-US" altLang="en-US" dirty="0"/>
              <a:t>Linked list implementation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17625-6714-A44C-8C0D-042455924406}"/>
              </a:ext>
            </a:extLst>
          </p:cNvPr>
          <p:cNvSpPr/>
          <p:nvPr/>
        </p:nvSpPr>
        <p:spPr>
          <a:xfrm>
            <a:off x="871538" y="1463040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/>
              <a:t>Known as LIFO Lists</a:t>
            </a:r>
          </a:p>
          <a:p>
            <a:pPr lvl="1"/>
            <a:r>
              <a:rPr lang="en-US" altLang="en-US" sz="2400" dirty="0"/>
              <a:t>Last in, First 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30AA1-1941-7645-AB61-852DEC2FEB55}"/>
              </a:ext>
            </a:extLst>
          </p:cNvPr>
          <p:cNvSpPr/>
          <p:nvPr/>
        </p:nvSpPr>
        <p:spPr>
          <a:xfrm>
            <a:off x="871538" y="2606040"/>
            <a:ext cx="4953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/>
              <a:t>Basic operations</a:t>
            </a:r>
          </a:p>
          <a:p>
            <a:pPr lvl="1"/>
            <a:r>
              <a:rPr lang="en-US" altLang="en-US" sz="2400" dirty="0"/>
              <a:t>Push</a:t>
            </a:r>
          </a:p>
          <a:p>
            <a:pPr lvl="1"/>
            <a:r>
              <a:rPr lang="en-US" altLang="en-US" sz="2400" dirty="0"/>
              <a:t>Pop</a:t>
            </a:r>
          </a:p>
          <a:p>
            <a:pPr lvl="1"/>
            <a:r>
              <a:rPr lang="en-US" altLang="en-US" sz="2400" dirty="0"/>
              <a:t>Top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35A3AC-EF15-C74E-ABDE-CD63727E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65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CF28B0-0C4F-8E43-9C23-81E0C7A2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EBB7E3-5F55-294B-8ED9-BC26F9FE6CA8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Stack operations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4121B9-88B2-3746-9E68-A9D826575D8D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Push</a:t>
            </a:r>
          </a:p>
          <a:p>
            <a:pPr lvl="1"/>
            <a:r>
              <a:rPr lang="en-US" altLang="en-US" dirty="0"/>
              <a:t>Add an element/data at the top of the stack</a:t>
            </a:r>
          </a:p>
          <a:p>
            <a:r>
              <a:rPr lang="en-US" altLang="en-US" dirty="0"/>
              <a:t>Pop</a:t>
            </a:r>
          </a:p>
          <a:p>
            <a:pPr lvl="1"/>
            <a:r>
              <a:rPr lang="en-US" altLang="en-US" dirty="0"/>
              <a:t>Remove and element/data from the top of the stack</a:t>
            </a:r>
          </a:p>
          <a:p>
            <a:r>
              <a:rPr lang="en-US" altLang="en-US" dirty="0"/>
              <a:t>Top</a:t>
            </a:r>
          </a:p>
          <a:p>
            <a:pPr lvl="1"/>
            <a:r>
              <a:rPr lang="en-US" altLang="en-US" dirty="0"/>
              <a:t>Read the contents of the top element in the stack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D3153-8C17-C649-B3D6-9FFE6B81E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22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1F450F-F89D-D24A-821B-76720356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75E9F7-4AFC-334C-A810-212BA9676C98}"/>
              </a:ext>
            </a:extLst>
          </p:cNvPr>
          <p:cNvSpPr txBox="1">
            <a:spLocks/>
          </p:cNvSpPr>
          <p:nvPr/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Stack operations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80711F-A208-D74A-BFF4-954B35FAF837}"/>
              </a:ext>
            </a:extLst>
          </p:cNvPr>
          <p:cNvCxnSpPr/>
          <p:nvPr/>
        </p:nvCxnSpPr>
        <p:spPr>
          <a:xfrm rot="5400000" flipH="1" flipV="1">
            <a:off x="1662907" y="2212181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786642-5788-0646-981F-44DFFBD74A60}"/>
              </a:ext>
            </a:extLst>
          </p:cNvPr>
          <p:cNvCxnSpPr/>
          <p:nvPr/>
        </p:nvCxnSpPr>
        <p:spPr>
          <a:xfrm rot="5400000" flipH="1" flipV="1">
            <a:off x="304007" y="2210594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5563D5-E82C-944F-83E4-C003C5B9BE73}"/>
              </a:ext>
            </a:extLst>
          </p:cNvPr>
          <p:cNvCxnSpPr/>
          <p:nvPr/>
        </p:nvCxnSpPr>
        <p:spPr>
          <a:xfrm rot="10800000">
            <a:off x="838200" y="2744788"/>
            <a:ext cx="13716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503136-68BC-FD45-9B57-C8BD83B88F2E}"/>
              </a:ext>
            </a:extLst>
          </p:cNvPr>
          <p:cNvCxnSpPr/>
          <p:nvPr/>
        </p:nvCxnSpPr>
        <p:spPr>
          <a:xfrm>
            <a:off x="276225" y="2751138"/>
            <a:ext cx="533400" cy="1587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8">
            <a:extLst>
              <a:ext uri="{FF2B5EF4-FFF2-40B4-BE49-F238E27FC236}">
                <a16:creationId xmlns:a16="http://schemas.microsoft.com/office/drawing/2014/main" id="{CF8013B6-D7AE-144E-B948-5FCD96C5C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75" y="2057400"/>
            <a:ext cx="5826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top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= -1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8D7740-26DA-E149-A014-3F41475A320C}"/>
              </a:ext>
            </a:extLst>
          </p:cNvPr>
          <p:cNvCxnSpPr/>
          <p:nvPr/>
        </p:nvCxnSpPr>
        <p:spPr>
          <a:xfrm rot="5400000" flipH="1" flipV="1">
            <a:off x="3963194" y="2210594"/>
            <a:ext cx="10668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AC5E87-951F-0643-8ACE-2AFB9AED7B6D}"/>
              </a:ext>
            </a:extLst>
          </p:cNvPr>
          <p:cNvCxnSpPr/>
          <p:nvPr/>
        </p:nvCxnSpPr>
        <p:spPr>
          <a:xfrm rot="5400000" flipH="1" flipV="1">
            <a:off x="2590007" y="2209006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E5013A-20F4-9747-B3E7-704C79DA7E3C}"/>
              </a:ext>
            </a:extLst>
          </p:cNvPr>
          <p:cNvCxnSpPr/>
          <p:nvPr/>
        </p:nvCxnSpPr>
        <p:spPr>
          <a:xfrm rot="10800000">
            <a:off x="3124200" y="2743200"/>
            <a:ext cx="13716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22">
            <a:extLst>
              <a:ext uri="{FF2B5EF4-FFF2-40B4-BE49-F238E27FC236}">
                <a16:creationId xmlns:a16="http://schemas.microsoft.com/office/drawing/2014/main" id="{BD5CEE5A-C993-AD4E-BBB8-C05EEB40C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1905000"/>
            <a:ext cx="52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top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=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09281-87A5-364F-AE17-AF39EDE2FCF2}"/>
              </a:ext>
            </a:extLst>
          </p:cNvPr>
          <p:cNvSpPr/>
          <p:nvPr/>
        </p:nvSpPr>
        <p:spPr>
          <a:xfrm>
            <a:off x="3124200" y="2516188"/>
            <a:ext cx="1371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FF9200-C68A-5C48-9D30-CCA833F69630}"/>
              </a:ext>
            </a:extLst>
          </p:cNvPr>
          <p:cNvCxnSpPr/>
          <p:nvPr/>
        </p:nvCxnSpPr>
        <p:spPr>
          <a:xfrm>
            <a:off x="2562225" y="2514600"/>
            <a:ext cx="533400" cy="1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F7C2EC-82FE-AC47-A5E2-9283022DCB30}"/>
              </a:ext>
            </a:extLst>
          </p:cNvPr>
          <p:cNvCxnSpPr/>
          <p:nvPr/>
        </p:nvCxnSpPr>
        <p:spPr>
          <a:xfrm rot="5400000" flipH="1" flipV="1">
            <a:off x="6171407" y="2212181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509D5A-B4ED-4047-B4F3-2F504CDAAD61}"/>
              </a:ext>
            </a:extLst>
          </p:cNvPr>
          <p:cNvCxnSpPr/>
          <p:nvPr/>
        </p:nvCxnSpPr>
        <p:spPr>
          <a:xfrm rot="5400000" flipH="1" flipV="1">
            <a:off x="4798219" y="2210594"/>
            <a:ext cx="10668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EF7603-E410-1D4C-BADD-B456D174AAF2}"/>
              </a:ext>
            </a:extLst>
          </p:cNvPr>
          <p:cNvCxnSpPr/>
          <p:nvPr/>
        </p:nvCxnSpPr>
        <p:spPr>
          <a:xfrm rot="10800000">
            <a:off x="5332413" y="2744788"/>
            <a:ext cx="13716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30">
            <a:extLst>
              <a:ext uri="{FF2B5EF4-FFF2-40B4-BE49-F238E27FC236}">
                <a16:creationId xmlns:a16="http://schemas.microsoft.com/office/drawing/2014/main" id="{3AE206E7-695C-7247-AEE0-BB4C88C15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676400"/>
            <a:ext cx="52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top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=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A15A43-5D3C-964C-9EB2-6318812F195B}"/>
              </a:ext>
            </a:extLst>
          </p:cNvPr>
          <p:cNvSpPr/>
          <p:nvPr/>
        </p:nvSpPr>
        <p:spPr>
          <a:xfrm>
            <a:off x="5332413" y="2517775"/>
            <a:ext cx="1371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03B488-633F-1A42-B33A-E0A4B3D7F74C}"/>
              </a:ext>
            </a:extLst>
          </p:cNvPr>
          <p:cNvCxnSpPr/>
          <p:nvPr/>
        </p:nvCxnSpPr>
        <p:spPr>
          <a:xfrm>
            <a:off x="4770438" y="2284413"/>
            <a:ext cx="533400" cy="1587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6255C5-93E1-1C42-A089-EFF61CDB470D}"/>
              </a:ext>
            </a:extLst>
          </p:cNvPr>
          <p:cNvCxnSpPr/>
          <p:nvPr/>
        </p:nvCxnSpPr>
        <p:spPr>
          <a:xfrm rot="5400000" flipH="1" flipV="1">
            <a:off x="1670844" y="5029994"/>
            <a:ext cx="10668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15E325-2F25-F34A-ACD4-A2AA708680B5}"/>
              </a:ext>
            </a:extLst>
          </p:cNvPr>
          <p:cNvCxnSpPr/>
          <p:nvPr/>
        </p:nvCxnSpPr>
        <p:spPr>
          <a:xfrm rot="5400000" flipH="1" flipV="1">
            <a:off x="297657" y="5028406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EEEDAB-BA45-1347-9779-92643EDCD8A8}"/>
              </a:ext>
            </a:extLst>
          </p:cNvPr>
          <p:cNvCxnSpPr/>
          <p:nvPr/>
        </p:nvCxnSpPr>
        <p:spPr>
          <a:xfrm rot="10800000">
            <a:off x="831850" y="5562600"/>
            <a:ext cx="13716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36">
            <a:extLst>
              <a:ext uri="{FF2B5EF4-FFF2-40B4-BE49-F238E27FC236}">
                <a16:creationId xmlns:a16="http://schemas.microsoft.com/office/drawing/2014/main" id="{A7CDB1B0-FD18-6A49-92FF-649802FD5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724400"/>
            <a:ext cx="527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top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= 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0CCAFA-FA18-514D-813E-CD6F88166FE0}"/>
              </a:ext>
            </a:extLst>
          </p:cNvPr>
          <p:cNvSpPr/>
          <p:nvPr/>
        </p:nvSpPr>
        <p:spPr>
          <a:xfrm>
            <a:off x="831850" y="5335588"/>
            <a:ext cx="1371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0755EE-F84C-1D44-BFCC-1E5F6BC8F0EC}"/>
              </a:ext>
            </a:extLst>
          </p:cNvPr>
          <p:cNvCxnSpPr/>
          <p:nvPr/>
        </p:nvCxnSpPr>
        <p:spPr>
          <a:xfrm>
            <a:off x="271463" y="5334000"/>
            <a:ext cx="533400" cy="15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39">
            <a:extLst>
              <a:ext uri="{FF2B5EF4-FFF2-40B4-BE49-F238E27FC236}">
                <a16:creationId xmlns:a16="http://schemas.microsoft.com/office/drawing/2014/main" id="{CABB371C-A2C6-F54F-B4AA-57574AF7D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895600"/>
            <a:ext cx="833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Empty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 Stack</a:t>
            </a:r>
          </a:p>
        </p:txBody>
      </p:sp>
      <p:sp>
        <p:nvSpPr>
          <p:cNvPr id="28" name="TextBox 40">
            <a:extLst>
              <a:ext uri="{FF2B5EF4-FFF2-40B4-BE49-F238E27FC236}">
                <a16:creationId xmlns:a16="http://schemas.microsoft.com/office/drawing/2014/main" id="{25E114D9-C7E6-6F41-81FE-A5A39E702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2906713"/>
            <a:ext cx="658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Push</a:t>
            </a:r>
          </a:p>
        </p:txBody>
      </p:sp>
      <p:sp>
        <p:nvSpPr>
          <p:cNvPr id="29" name="TextBox 41">
            <a:extLst>
              <a:ext uri="{FF2B5EF4-FFF2-40B4-BE49-F238E27FC236}">
                <a16:creationId xmlns:a16="http://schemas.microsoft.com/office/drawing/2014/main" id="{1D9C22B3-69F2-BC42-8CF3-76F625DA8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895600"/>
            <a:ext cx="65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Push</a:t>
            </a:r>
          </a:p>
        </p:txBody>
      </p:sp>
      <p:sp>
        <p:nvSpPr>
          <p:cNvPr id="30" name="TextBox 42">
            <a:extLst>
              <a:ext uri="{FF2B5EF4-FFF2-40B4-BE49-F238E27FC236}">
                <a16:creationId xmlns:a16="http://schemas.microsoft.com/office/drawing/2014/main" id="{511573DA-D760-F14D-8DC6-D6A66B95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788" y="5726113"/>
            <a:ext cx="554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Pop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8A1FFA-9861-8C4B-97A2-3392A78C13B8}"/>
              </a:ext>
            </a:extLst>
          </p:cNvPr>
          <p:cNvSpPr/>
          <p:nvPr/>
        </p:nvSpPr>
        <p:spPr>
          <a:xfrm>
            <a:off x="5334000" y="2286000"/>
            <a:ext cx="1371600" cy="228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9BCD21F-3743-234D-B69B-745CB19FABB7}"/>
              </a:ext>
            </a:extLst>
          </p:cNvPr>
          <p:cNvCxnSpPr/>
          <p:nvPr/>
        </p:nvCxnSpPr>
        <p:spPr>
          <a:xfrm rot="5400000" flipH="1" flipV="1">
            <a:off x="4037807" y="5029994"/>
            <a:ext cx="1066800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86CC0D-0964-1C48-85EA-81F48C5298A4}"/>
              </a:ext>
            </a:extLst>
          </p:cNvPr>
          <p:cNvCxnSpPr/>
          <p:nvPr/>
        </p:nvCxnSpPr>
        <p:spPr>
          <a:xfrm rot="5400000" flipH="1" flipV="1">
            <a:off x="2664619" y="5028406"/>
            <a:ext cx="10668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E572810-9680-1648-B9ED-836BD3E34632}"/>
              </a:ext>
            </a:extLst>
          </p:cNvPr>
          <p:cNvCxnSpPr/>
          <p:nvPr/>
        </p:nvCxnSpPr>
        <p:spPr>
          <a:xfrm rot="10800000">
            <a:off x="3198813" y="5562600"/>
            <a:ext cx="13716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47">
            <a:extLst>
              <a:ext uri="{FF2B5EF4-FFF2-40B4-BE49-F238E27FC236}">
                <a16:creationId xmlns:a16="http://schemas.microsoft.com/office/drawing/2014/main" id="{6AF6F118-C70A-C244-AD60-BC1BDABCA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4953000"/>
            <a:ext cx="5826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top</a:t>
            </a:r>
          </a:p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= -1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53501E-3F8C-3B4A-AFB0-2AE4D1AFB5D4}"/>
              </a:ext>
            </a:extLst>
          </p:cNvPr>
          <p:cNvCxnSpPr/>
          <p:nvPr/>
        </p:nvCxnSpPr>
        <p:spPr>
          <a:xfrm>
            <a:off x="2636838" y="5561013"/>
            <a:ext cx="533400" cy="1587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0">
            <a:extLst>
              <a:ext uri="{FF2B5EF4-FFF2-40B4-BE49-F238E27FC236}">
                <a16:creationId xmlns:a16="http://schemas.microsoft.com/office/drawing/2014/main" id="{8518F730-7FEC-4048-9D5B-F506A79BA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5726113"/>
            <a:ext cx="554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Pop</a:t>
            </a:r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FAFA49C5-204E-CB44-B2AA-97704867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39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8" grpId="0"/>
      <p:bldP spid="19" grpId="0" animBg="1"/>
      <p:bldP spid="24" grpId="0"/>
      <p:bldP spid="25" grpId="0" animBg="1"/>
      <p:bldP spid="28" grpId="0"/>
      <p:bldP spid="29" grpId="0"/>
      <p:bldP spid="30" grpId="0"/>
      <p:bldP spid="31" grpId="0" animBg="1"/>
      <p:bldP spid="35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817CB4-29EF-C345-983C-B34D400B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8D7416-2CA8-8443-8184-296EC0750C66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static Array Implementation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8EC850-A4C9-9A4A-9CA7-7E68829A891C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Maximum Size of the stack is fixed</a:t>
            </a:r>
          </a:p>
          <a:p>
            <a:r>
              <a:rPr lang="en-US" altLang="en-US" dirty="0"/>
              <a:t>When the stack is empty</a:t>
            </a:r>
          </a:p>
          <a:p>
            <a:pPr lvl="1"/>
            <a:r>
              <a:rPr lang="en-US" altLang="en-US" dirty="0"/>
              <a:t>top = -1</a:t>
            </a:r>
          </a:p>
          <a:p>
            <a:r>
              <a:rPr lang="en-US" altLang="en-US" dirty="0"/>
              <a:t>Push operation</a:t>
            </a:r>
          </a:p>
          <a:p>
            <a:pPr lvl="1"/>
            <a:r>
              <a:rPr lang="en-US" altLang="en-US" dirty="0"/>
              <a:t>top = top+1</a:t>
            </a:r>
          </a:p>
          <a:p>
            <a:pPr lvl="1"/>
            <a:r>
              <a:rPr lang="en-US" altLang="en-US" dirty="0"/>
              <a:t>Stack[top] = </a:t>
            </a:r>
            <a:r>
              <a:rPr lang="en-US" altLang="en-US" dirty="0" err="1"/>
              <a:t>newData</a:t>
            </a:r>
            <a:endParaRPr lang="en-US" altLang="en-US" dirty="0"/>
          </a:p>
          <a:p>
            <a:r>
              <a:rPr lang="en-US" altLang="en-US" dirty="0"/>
              <a:t>Pop operation</a:t>
            </a:r>
          </a:p>
          <a:p>
            <a:pPr lvl="1"/>
            <a:r>
              <a:rPr lang="en-US" altLang="en-US" dirty="0" err="1"/>
              <a:t>topData</a:t>
            </a:r>
            <a:r>
              <a:rPr lang="en-US" altLang="en-US" dirty="0"/>
              <a:t>=Stack[top];</a:t>
            </a:r>
          </a:p>
          <a:p>
            <a:pPr lvl="1"/>
            <a:r>
              <a:rPr lang="en-US" altLang="en-US" dirty="0"/>
              <a:t>top =top-1;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Complexity: O(1)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94014-BA87-C549-BD23-2BDF957E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29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30FE9-894A-3045-A0D2-A99ED8F2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F33EDB-6C49-DE48-91A0-7A79A0351DE2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dirty="0"/>
              <a:t>Stack Declaration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200" dirty="0">
                <a:solidFill>
                  <a:srgbClr val="FF0000"/>
                </a:solidFill>
              </a:rPr>
              <a:t>		</a:t>
            </a:r>
            <a:r>
              <a:rPr lang="en-US" altLang="en-US" sz="2200" dirty="0" err="1">
                <a:solidFill>
                  <a:srgbClr val="0070C0"/>
                </a:solidFill>
              </a:rPr>
              <a:t>const</a:t>
            </a:r>
            <a:r>
              <a:rPr lang="en-US" altLang="en-US" sz="2200" dirty="0">
                <a:solidFill>
                  <a:srgbClr val="0070C0"/>
                </a:solidFill>
              </a:rPr>
              <a:t> </a:t>
            </a:r>
            <a:r>
              <a:rPr lang="en-US" altLang="en-US" sz="2200" dirty="0" err="1">
                <a:solidFill>
                  <a:srgbClr val="0070C0"/>
                </a:solidFill>
              </a:rPr>
              <a:t>int</a:t>
            </a:r>
            <a:r>
              <a:rPr lang="en-US" altLang="en-US" sz="2200" dirty="0">
                <a:solidFill>
                  <a:srgbClr val="0070C0"/>
                </a:solidFill>
              </a:rPr>
              <a:t> N = 5;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70C0"/>
                </a:solidFill>
              </a:rPr>
              <a:t>		</a:t>
            </a:r>
            <a:r>
              <a:rPr lang="en-US" altLang="en-US" sz="2200" dirty="0" err="1">
                <a:solidFill>
                  <a:srgbClr val="0070C0"/>
                </a:solidFill>
              </a:rPr>
              <a:t>int</a:t>
            </a:r>
            <a:r>
              <a:rPr lang="en-US" altLang="en-US" sz="2200" dirty="0">
                <a:solidFill>
                  <a:srgbClr val="0070C0"/>
                </a:solidFill>
              </a:rPr>
              <a:t> stack[N];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70C0"/>
                </a:solidFill>
              </a:rPr>
              <a:t>		</a:t>
            </a:r>
            <a:r>
              <a:rPr lang="en-US" altLang="en-US" sz="2200" dirty="0" err="1">
                <a:solidFill>
                  <a:srgbClr val="0070C0"/>
                </a:solidFill>
              </a:rPr>
              <a:t>int</a:t>
            </a:r>
            <a:r>
              <a:rPr lang="en-US" altLang="en-US" sz="2200" dirty="0">
                <a:solidFill>
                  <a:srgbClr val="0070C0"/>
                </a:solidFill>
              </a:rPr>
              <a:t> top;</a:t>
            </a:r>
          </a:p>
          <a:p>
            <a:pPr>
              <a:lnSpc>
                <a:spcPct val="80000"/>
              </a:lnSpc>
            </a:pPr>
            <a:r>
              <a:rPr lang="en-US" altLang="en-US" sz="2200" dirty="0"/>
              <a:t>Read Operation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70C0"/>
                </a:solidFill>
              </a:rPr>
              <a:t>int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dirty="0" err="1">
                <a:solidFill>
                  <a:srgbClr val="0070C0"/>
                </a:solidFill>
              </a:rPr>
              <a:t>ReadTop</a:t>
            </a:r>
            <a:r>
              <a:rPr lang="en-US" altLang="en-US" sz="2000" dirty="0">
                <a:solidFill>
                  <a:srgbClr val="0070C0"/>
                </a:solidFill>
              </a:rPr>
              <a:t>(){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if(top == -1){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</a:t>
            </a:r>
            <a:r>
              <a:rPr lang="en-US" altLang="en-US" sz="2000" dirty="0" err="1">
                <a:solidFill>
                  <a:srgbClr val="0070C0"/>
                </a:solidFill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</a:rPr>
              <a:t>&lt;&lt;"\</a:t>
            </a:r>
            <a:r>
              <a:rPr lang="en-US" altLang="en-US" sz="2000" dirty="0" err="1">
                <a:solidFill>
                  <a:srgbClr val="0070C0"/>
                </a:solidFill>
              </a:rPr>
              <a:t>nError</a:t>
            </a:r>
            <a:r>
              <a:rPr lang="en-US" altLang="en-US" sz="2000" dirty="0">
                <a:solidFill>
                  <a:srgbClr val="0070C0"/>
                </a:solidFill>
              </a:rPr>
              <a:t>: Stack is Empty\n";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return -1;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}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else{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</a:t>
            </a:r>
            <a:r>
              <a:rPr lang="en-US" altLang="en-US" sz="2000" dirty="0" err="1">
                <a:solidFill>
                  <a:srgbClr val="0070C0"/>
                </a:solidFill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</a:rPr>
              <a:t>&lt;&lt;"\</a:t>
            </a:r>
            <a:r>
              <a:rPr lang="en-US" altLang="en-US" sz="2000" dirty="0" err="1">
                <a:solidFill>
                  <a:srgbClr val="0070C0"/>
                </a:solidFill>
              </a:rPr>
              <a:t>nThe</a:t>
            </a:r>
            <a:r>
              <a:rPr lang="en-US" altLang="en-US" sz="2000" dirty="0">
                <a:solidFill>
                  <a:srgbClr val="0070C0"/>
                </a:solidFill>
              </a:rPr>
              <a:t> top </a:t>
            </a:r>
            <a:r>
              <a:rPr lang="en-US" altLang="en-US" sz="2000" dirty="0" err="1">
                <a:solidFill>
                  <a:srgbClr val="0070C0"/>
                </a:solidFill>
              </a:rPr>
              <a:t>elmenet</a:t>
            </a:r>
            <a:r>
              <a:rPr lang="en-US" altLang="en-US" sz="2000" dirty="0">
                <a:solidFill>
                  <a:srgbClr val="0070C0"/>
                </a:solidFill>
              </a:rPr>
              <a:t> is\n"&lt;&lt;stack[top];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return stack[top];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}</a:t>
            </a:r>
          </a:p>
          <a:p>
            <a:pPr lvl="1">
              <a:lnSpc>
                <a:spcPct val="80000"/>
              </a:lnSpc>
              <a:buClr>
                <a:srgbClr val="000000"/>
              </a:buCl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  }</a:t>
            </a:r>
          </a:p>
          <a:p>
            <a:pPr lvl="1">
              <a:lnSpc>
                <a:spcPct val="80000"/>
              </a:lnSpc>
              <a:buClr>
                <a:srgbClr val="000000"/>
              </a:buClr>
            </a:pPr>
            <a:endParaRPr lang="en-US" alt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2F2F1E-FDF5-4744-826B-F35DF1D58B40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static Array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DF47E-B11B-5441-A5E7-3A363361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83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D84DE0-DBAD-5844-A79F-0121703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F15C44-10A8-BD45-9BBE-2089653FE787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3914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Push Operation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		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void Push(</a:t>
            </a:r>
            <a:r>
              <a:rPr lang="en-US" altLang="en-US" sz="2000" dirty="0" err="1">
                <a:solidFill>
                  <a:srgbClr val="0070C0"/>
                </a:solidFill>
              </a:rPr>
              <a:t>int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if(top == N-1)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</a:t>
            </a:r>
            <a:r>
              <a:rPr lang="en-US" altLang="en-US" sz="2000" dirty="0" err="1">
                <a:solidFill>
                  <a:srgbClr val="0070C0"/>
                </a:solidFill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</a:rPr>
              <a:t>&lt;&lt;"\</a:t>
            </a:r>
            <a:r>
              <a:rPr lang="en-US" altLang="en-US" sz="2000" dirty="0" err="1">
                <a:solidFill>
                  <a:srgbClr val="0070C0"/>
                </a:solidFill>
              </a:rPr>
              <a:t>nError</a:t>
            </a:r>
            <a:r>
              <a:rPr lang="en-US" altLang="en-US" sz="2000" dirty="0">
                <a:solidFill>
                  <a:srgbClr val="0070C0"/>
                </a:solidFill>
              </a:rPr>
              <a:t>: Stack is Full\n";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else{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top=top+1;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stack[top] =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</a:t>
            </a:r>
            <a:r>
              <a:rPr lang="en-US" altLang="en-US" sz="2000" dirty="0" err="1">
                <a:solidFill>
                  <a:srgbClr val="0070C0"/>
                </a:solidFill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</a:rPr>
              <a:t>&lt;&lt;"\</a:t>
            </a:r>
            <a:r>
              <a:rPr lang="en-US" altLang="en-US" sz="2000" dirty="0" err="1">
                <a:solidFill>
                  <a:srgbClr val="0070C0"/>
                </a:solidFill>
              </a:rPr>
              <a:t>npushing</a:t>
            </a:r>
            <a:r>
              <a:rPr lang="en-US" altLang="en-US" sz="2000" dirty="0">
                <a:solidFill>
                  <a:srgbClr val="0070C0"/>
                </a:solidFill>
              </a:rPr>
              <a:t> "&lt;&lt;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 &lt;&lt;" at the    top\n";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   }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     }</a:t>
            </a:r>
            <a:endParaRPr lang="en-US" altLang="en-US" sz="20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C1AD53-EC13-144F-A4A5-11BDB1159247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static Array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93A1A-77FD-3448-ADF6-D099E2DD1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83BDA-0653-5E4D-976D-8B72857C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40C2ED-101C-B144-933F-1BB903E57D1F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391400" cy="48466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Font typeface="Wingdings 2"/>
              <a:buChar char=""/>
              <a:defRPr/>
            </a:pPr>
            <a:r>
              <a:rPr lang="en-US" sz="2000" dirty="0"/>
              <a:t>Pop Operation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Pop(){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if(top == -1){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cout</a:t>
            </a:r>
            <a:r>
              <a:rPr lang="en-US" sz="2000" dirty="0">
                <a:solidFill>
                  <a:srgbClr val="0070C0"/>
                </a:solidFill>
              </a:rPr>
              <a:t>&lt;&lt;"\</a:t>
            </a:r>
            <a:r>
              <a:rPr lang="en-US" sz="2000" dirty="0" err="1">
                <a:solidFill>
                  <a:srgbClr val="0070C0"/>
                </a:solidFill>
              </a:rPr>
              <a:t>nError</a:t>
            </a:r>
            <a:r>
              <a:rPr lang="en-US" sz="2000" dirty="0">
                <a:solidFill>
                  <a:srgbClr val="0070C0"/>
                </a:solidFill>
              </a:rPr>
              <a:t>: Stack is Empty\n";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return -1;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}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else 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 = stack[top];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cout</a:t>
            </a:r>
            <a:r>
              <a:rPr lang="en-US" sz="2000" dirty="0">
                <a:solidFill>
                  <a:srgbClr val="0070C0"/>
                </a:solidFill>
              </a:rPr>
              <a:t>&lt;&lt;"\</a:t>
            </a:r>
            <a:r>
              <a:rPr lang="en-US" sz="2000" dirty="0" err="1">
                <a:solidFill>
                  <a:srgbClr val="0070C0"/>
                </a:solidFill>
              </a:rPr>
              <a:t>nremoving</a:t>
            </a:r>
            <a:r>
              <a:rPr lang="en-US" sz="2000" dirty="0">
                <a:solidFill>
                  <a:srgbClr val="0070C0"/>
                </a:solidFill>
              </a:rPr>
              <a:t> "&lt;&lt; stack[top] &lt;&lt;" from the top\n";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top = top-1;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return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}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}</a:t>
            </a:r>
            <a:endParaRPr lang="en-US" sz="2000" dirty="0"/>
          </a:p>
          <a:p>
            <a:pPr marL="521208" lvl="1">
              <a:buClr>
                <a:schemeClr val="accent4"/>
              </a:buClr>
              <a:buFont typeface="Wingdings 2"/>
              <a:buChar char=""/>
              <a:defRPr/>
            </a:pPr>
            <a:endParaRPr lang="en-US" sz="2000" dirty="0">
              <a:solidFill>
                <a:schemeClr val="tx1">
                  <a:tint val="8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BC37EF-6973-8849-8B4B-D4F1F1663C29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static Array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4D6C17-FDFC-E249-83AF-01C6EAE1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46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E9E8A4-77A2-674C-8625-D250B867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F83FF0-B0D7-404B-9903-EEAF33AB4F57}"/>
              </a:ext>
            </a:extLst>
          </p:cNvPr>
          <p:cNvSpPr/>
          <p:nvPr/>
        </p:nvSpPr>
        <p:spPr>
          <a:xfrm>
            <a:off x="1049144" y="1256053"/>
            <a:ext cx="4953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74320" indent="-274320">
              <a:buFont typeface="Wingdings 2"/>
              <a:buChar char=""/>
              <a:defRPr/>
            </a:pPr>
            <a:endParaRPr lang="en-US" dirty="0"/>
          </a:p>
          <a:p>
            <a:pPr marL="274320" indent="-274320">
              <a:defRPr/>
            </a:pPr>
            <a:r>
              <a:rPr lang="en-US" dirty="0"/>
              <a:t>void main(){</a:t>
            </a:r>
          </a:p>
          <a:p>
            <a:pPr marL="274320" indent="-274320">
              <a:defRPr/>
            </a:pPr>
            <a:r>
              <a:rPr lang="en-US" dirty="0"/>
              <a:t>	  </a:t>
            </a:r>
            <a:r>
              <a:rPr lang="en-US" dirty="0" err="1"/>
              <a:t>ReadTop</a:t>
            </a:r>
            <a:r>
              <a:rPr lang="en-US" dirty="0"/>
              <a:t>();</a:t>
            </a:r>
          </a:p>
          <a:p>
            <a:pPr marL="274320" indent="-274320">
              <a:defRPr/>
            </a:pPr>
            <a:r>
              <a:rPr lang="en-US" dirty="0"/>
              <a:t>	  Pop();</a:t>
            </a:r>
          </a:p>
          <a:p>
            <a:pPr marL="274320" indent="-274320">
              <a:defRPr/>
            </a:pPr>
            <a:r>
              <a:rPr lang="en-US" dirty="0"/>
              <a:t>	  Push(1);</a:t>
            </a:r>
          </a:p>
          <a:p>
            <a:pPr marL="274320" indent="-274320">
              <a:defRPr/>
            </a:pPr>
            <a:r>
              <a:rPr lang="en-US" dirty="0"/>
              <a:t>	  Push(2);</a:t>
            </a:r>
          </a:p>
          <a:p>
            <a:pPr marL="274320" indent="-274320">
              <a:defRPr/>
            </a:pPr>
            <a:r>
              <a:rPr lang="en-US" dirty="0"/>
              <a:t>	  Push(3);</a:t>
            </a:r>
          </a:p>
          <a:p>
            <a:pPr marL="274320" indent="-274320">
              <a:defRPr/>
            </a:pPr>
            <a:r>
              <a:rPr lang="en-US" dirty="0"/>
              <a:t>	  Push(4);</a:t>
            </a:r>
          </a:p>
          <a:p>
            <a:pPr marL="274320" indent="-274320">
              <a:defRPr/>
            </a:pPr>
            <a:r>
              <a:rPr lang="en-US" dirty="0"/>
              <a:t>	  Push(5);</a:t>
            </a:r>
          </a:p>
          <a:p>
            <a:pPr marL="274320" indent="-274320">
              <a:defRPr/>
            </a:pPr>
            <a:r>
              <a:rPr lang="en-US" dirty="0"/>
              <a:t>	  Push(6);</a:t>
            </a:r>
          </a:p>
          <a:p>
            <a:pPr marL="274320" indent="-274320">
              <a:defRPr/>
            </a:pPr>
            <a:r>
              <a:rPr lang="en-US" dirty="0"/>
              <a:t>	  Pop();</a:t>
            </a:r>
          </a:p>
          <a:p>
            <a:pPr marL="274320" indent="-274320">
              <a:defRPr/>
            </a:pPr>
            <a:r>
              <a:rPr lang="en-US" dirty="0"/>
              <a:t>	  </a:t>
            </a:r>
            <a:r>
              <a:rPr lang="en-US" dirty="0" err="1"/>
              <a:t>ReadTop</a:t>
            </a:r>
            <a:r>
              <a:rPr lang="en-US" dirty="0"/>
              <a:t>();</a:t>
            </a:r>
          </a:p>
          <a:p>
            <a:pPr marL="274320" indent="-274320">
              <a:defRPr/>
            </a:pPr>
            <a:r>
              <a:rPr lang="en-US" dirty="0"/>
              <a:t>	  Pop();</a:t>
            </a:r>
          </a:p>
          <a:p>
            <a:pPr marL="274320" indent="-274320">
              <a:defRPr/>
            </a:pPr>
            <a:r>
              <a:rPr lang="en-US" dirty="0"/>
              <a:t>	  </a:t>
            </a:r>
            <a:r>
              <a:rPr lang="en-US" dirty="0" err="1"/>
              <a:t>ReadTop</a:t>
            </a:r>
            <a:r>
              <a:rPr lang="en-US" dirty="0"/>
              <a:t>();</a:t>
            </a:r>
          </a:p>
          <a:p>
            <a:pPr marL="274320" indent="-274320">
              <a:defRPr/>
            </a:pPr>
            <a:r>
              <a:rPr lang="en-US" dirty="0"/>
              <a:t>	  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274320" indent="-274320">
              <a:defRPr/>
            </a:pPr>
            <a:r>
              <a:rPr lang="en-US" dirty="0"/>
              <a:t>	  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C40994-14F2-574C-8945-1DBD54380567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static Array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3B6BD-7D27-A041-83B4-CBFC2DD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F9A6E-686F-FD43-9364-333166DB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F3CEBB-EAB7-6F45-ACBF-E8AE782D058B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7239000" cy="57912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Font typeface="Wingdings 2"/>
              <a:buChar char=""/>
              <a:defRPr/>
            </a:pPr>
            <a:r>
              <a:rPr lang="en-US" sz="1800" dirty="0"/>
              <a:t>Stack Declaration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//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</a:rPr>
              <a:t>const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</a:rPr>
              <a:t>int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N=5;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0070C0"/>
                </a:solidFill>
              </a:rPr>
              <a:t>   struct stack{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0070C0"/>
                </a:solidFill>
              </a:rPr>
              <a:t>       </a:t>
            </a:r>
            <a:r>
              <a:rPr lang="en-US" sz="1800" dirty="0" err="1">
                <a:solidFill>
                  <a:srgbClr val="0070C0"/>
                </a:solidFill>
              </a:rPr>
              <a:t>int</a:t>
            </a:r>
            <a:r>
              <a:rPr lang="en-US" sz="1800" dirty="0">
                <a:solidFill>
                  <a:srgbClr val="0070C0"/>
                </a:solidFill>
              </a:rPr>
              <a:t> data;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0070C0"/>
                </a:solidFill>
              </a:rPr>
              <a:t>       stack*next;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0070C0"/>
                </a:solidFill>
              </a:rPr>
              <a:t>       };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1800" dirty="0">
                <a:solidFill>
                  <a:srgbClr val="0070C0"/>
                </a:solidFill>
              </a:rPr>
              <a:t>   stack *</a:t>
            </a:r>
            <a:r>
              <a:rPr lang="en-US" sz="1800" dirty="0" err="1">
                <a:solidFill>
                  <a:srgbClr val="0070C0"/>
                </a:solidFill>
              </a:rPr>
              <a:t>topPtr</a:t>
            </a:r>
            <a:r>
              <a:rPr lang="en-US" sz="1800" dirty="0">
                <a:solidFill>
                  <a:srgbClr val="0070C0"/>
                </a:solidFill>
              </a:rPr>
              <a:t> = NULL;</a:t>
            </a:r>
          </a:p>
          <a:p>
            <a:pPr marL="274320" indent="-274320">
              <a:buFont typeface="Wingdings 2"/>
              <a:buChar char=""/>
              <a:defRPr/>
            </a:pPr>
            <a:r>
              <a:rPr lang="en-US" sz="1800" dirty="0"/>
              <a:t>Read Operation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 err="1">
                <a:solidFill>
                  <a:srgbClr val="0070C0"/>
                </a:solidFill>
              </a:rPr>
              <a:t>int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 err="1">
                <a:solidFill>
                  <a:srgbClr val="0070C0"/>
                </a:solidFill>
              </a:rPr>
              <a:t>ReadTop</a:t>
            </a:r>
            <a:r>
              <a:rPr lang="en-US" sz="1600" dirty="0">
                <a:solidFill>
                  <a:srgbClr val="0070C0"/>
                </a:solidFill>
              </a:rPr>
              <a:t>() {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if(</a:t>
            </a:r>
            <a:r>
              <a:rPr lang="en-US" sz="1600" dirty="0" err="1">
                <a:solidFill>
                  <a:srgbClr val="0070C0"/>
                </a:solidFill>
              </a:rPr>
              <a:t>topPtr</a:t>
            </a:r>
            <a:r>
              <a:rPr lang="en-US" sz="1600" dirty="0">
                <a:solidFill>
                  <a:srgbClr val="0070C0"/>
                </a:solidFill>
              </a:rPr>
              <a:t> == NULL){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</a:t>
            </a:r>
            <a:r>
              <a:rPr lang="en-US" sz="1600" dirty="0" err="1">
                <a:solidFill>
                  <a:srgbClr val="0070C0"/>
                </a:solidFill>
              </a:rPr>
              <a:t>cout</a:t>
            </a:r>
            <a:r>
              <a:rPr lang="en-US" sz="1600" dirty="0">
                <a:solidFill>
                  <a:srgbClr val="0070C0"/>
                </a:solidFill>
              </a:rPr>
              <a:t>&lt;&lt;"\</a:t>
            </a:r>
            <a:r>
              <a:rPr lang="en-US" sz="1600" dirty="0" err="1">
                <a:solidFill>
                  <a:srgbClr val="0070C0"/>
                </a:solidFill>
              </a:rPr>
              <a:t>nError</a:t>
            </a:r>
            <a:r>
              <a:rPr lang="en-US" sz="1600" dirty="0">
                <a:solidFill>
                  <a:srgbClr val="0070C0"/>
                </a:solidFill>
              </a:rPr>
              <a:t>: Stack is Empty\n";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return -1;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}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else{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 </a:t>
            </a:r>
            <a:r>
              <a:rPr lang="en-US" sz="1600" dirty="0" err="1">
                <a:solidFill>
                  <a:srgbClr val="0070C0"/>
                </a:solidFill>
              </a:rPr>
              <a:t>cout</a:t>
            </a:r>
            <a:r>
              <a:rPr lang="en-US" sz="1600" dirty="0">
                <a:solidFill>
                  <a:srgbClr val="0070C0"/>
                </a:solidFill>
              </a:rPr>
              <a:t>&lt;&lt;"\</a:t>
            </a:r>
            <a:r>
              <a:rPr lang="en-US" sz="1600" dirty="0" err="1">
                <a:solidFill>
                  <a:srgbClr val="0070C0"/>
                </a:solidFill>
              </a:rPr>
              <a:t>nThe</a:t>
            </a:r>
            <a:r>
              <a:rPr lang="en-US" sz="1600" dirty="0">
                <a:solidFill>
                  <a:srgbClr val="0070C0"/>
                </a:solidFill>
              </a:rPr>
              <a:t> top </a:t>
            </a:r>
            <a:r>
              <a:rPr lang="en-US" sz="1600" dirty="0" err="1">
                <a:solidFill>
                  <a:srgbClr val="0070C0"/>
                </a:solidFill>
              </a:rPr>
              <a:t>elmenet</a:t>
            </a:r>
            <a:r>
              <a:rPr lang="en-US" sz="1600" dirty="0">
                <a:solidFill>
                  <a:srgbClr val="0070C0"/>
                </a:solidFill>
              </a:rPr>
              <a:t> is\n“ &lt;&lt;</a:t>
            </a:r>
            <a:r>
              <a:rPr lang="en-US" sz="1600" dirty="0" err="1">
                <a:solidFill>
                  <a:srgbClr val="0070C0"/>
                </a:solidFill>
              </a:rPr>
              <a:t>topPtr</a:t>
            </a:r>
            <a:r>
              <a:rPr lang="en-US" sz="1600" dirty="0">
                <a:solidFill>
                  <a:srgbClr val="0070C0"/>
                </a:solidFill>
              </a:rPr>
              <a:t>-&gt;data;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 return </a:t>
            </a:r>
            <a:r>
              <a:rPr lang="en-US" sz="1600" dirty="0" err="1">
                <a:solidFill>
                  <a:srgbClr val="0070C0"/>
                </a:solidFill>
              </a:rPr>
              <a:t>topPtr</a:t>
            </a:r>
            <a:r>
              <a:rPr lang="en-US" sz="1600" dirty="0">
                <a:solidFill>
                  <a:srgbClr val="0070C0"/>
                </a:solidFill>
              </a:rPr>
              <a:t>-&gt;data;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	     }</a:t>
            </a:r>
          </a:p>
          <a:p>
            <a:pPr marL="521208" lvl="1">
              <a:buClr>
                <a:schemeClr val="accent4"/>
              </a:buClr>
              <a:buFont typeface="Wingdings 2"/>
              <a:buNone/>
              <a:defRPr/>
            </a:pPr>
            <a:r>
              <a:rPr lang="en-US" sz="1600" dirty="0">
                <a:solidFill>
                  <a:srgbClr val="0070C0"/>
                </a:solidFill>
              </a:rPr>
              <a:t>     }</a:t>
            </a:r>
            <a:endParaRPr lang="en-US" sz="1600" dirty="0">
              <a:solidFill>
                <a:schemeClr val="tx1">
                  <a:tint val="85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45E86E-E56C-C84F-A6B7-DE10CBA77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95600"/>
            <a:ext cx="9144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06F18977-2BE1-8149-97D9-53BF46533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25" y="2514600"/>
            <a:ext cx="866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topPtr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AE7289-4368-4440-8EA3-EB903B8214D6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Linked List 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5CAE9-0F2E-E749-A3C0-E2A920D7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7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562C9-955E-9943-8F06-2E0C5D3F8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93B10-6A15-3E4F-BA50-9D439B4B169A}"/>
              </a:ext>
            </a:extLst>
          </p:cNvPr>
          <p:cNvSpPr/>
          <p:nvPr/>
        </p:nvSpPr>
        <p:spPr>
          <a:xfrm>
            <a:off x="337344" y="2030412"/>
            <a:ext cx="36576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53684-636B-9C4C-98A6-62E3B3D38DDA}"/>
              </a:ext>
            </a:extLst>
          </p:cNvPr>
          <p:cNvSpPr/>
          <p:nvPr/>
        </p:nvSpPr>
        <p:spPr>
          <a:xfrm>
            <a:off x="838200" y="3733800"/>
            <a:ext cx="28956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5DE2AE-0434-2C49-96D1-CA043D822BD4}"/>
              </a:ext>
            </a:extLst>
          </p:cNvPr>
          <p:cNvSpPr txBox="1">
            <a:spLocks/>
          </p:cNvSpPr>
          <p:nvPr/>
        </p:nvSpPr>
        <p:spPr>
          <a:xfrm>
            <a:off x="571500" y="1197584"/>
            <a:ext cx="73914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Push Operation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		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void Push(</a:t>
            </a:r>
            <a:r>
              <a:rPr lang="en-US" altLang="en-US" sz="2000" dirty="0" err="1">
                <a:solidFill>
                  <a:srgbClr val="0070C0"/>
                </a:solidFill>
              </a:rPr>
              <a:t>int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A34B73"/>
                </a:solidFill>
              </a:rPr>
              <a:t> //	if(top==N-1)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A34B73"/>
                </a:solidFill>
              </a:rPr>
              <a:t> //	  </a:t>
            </a:r>
            <a:r>
              <a:rPr lang="en-US" altLang="en-US" sz="2000" dirty="0" err="1">
                <a:solidFill>
                  <a:srgbClr val="A34B73"/>
                </a:solidFill>
              </a:rPr>
              <a:t>cout</a:t>
            </a:r>
            <a:r>
              <a:rPr lang="en-US" altLang="en-US" sz="2000" dirty="0">
                <a:solidFill>
                  <a:srgbClr val="A34B73"/>
                </a:solidFill>
              </a:rPr>
              <a:t>&lt;&lt;"\</a:t>
            </a:r>
            <a:r>
              <a:rPr lang="en-US" altLang="en-US" sz="2000" dirty="0" err="1">
                <a:solidFill>
                  <a:srgbClr val="A34B73"/>
                </a:solidFill>
              </a:rPr>
              <a:t>nError</a:t>
            </a:r>
            <a:r>
              <a:rPr lang="en-US" altLang="en-US" sz="2000" dirty="0">
                <a:solidFill>
                  <a:srgbClr val="A34B73"/>
                </a:solidFill>
              </a:rPr>
              <a:t>: Stack is Full\n";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A34B73"/>
                </a:solidFill>
              </a:rPr>
              <a:t> //  else{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 	   stack *</a:t>
            </a:r>
            <a:r>
              <a:rPr lang="en-US" altLang="en-US" sz="2000" dirty="0" err="1">
                <a:solidFill>
                  <a:srgbClr val="0070C0"/>
                </a:solidFill>
              </a:rPr>
              <a:t>ptr</a:t>
            </a:r>
            <a:r>
              <a:rPr lang="en-US" altLang="en-US" sz="2000" dirty="0">
                <a:solidFill>
                  <a:srgbClr val="0070C0"/>
                </a:solidFill>
              </a:rPr>
              <a:t> = new stack; or node *</a:t>
            </a:r>
            <a:r>
              <a:rPr lang="en-US" altLang="en-US" sz="2000" dirty="0" err="1">
                <a:solidFill>
                  <a:srgbClr val="0070C0"/>
                </a:solidFill>
              </a:rPr>
              <a:t>ptr</a:t>
            </a:r>
            <a:r>
              <a:rPr lang="en-US" altLang="en-US" sz="2000" dirty="0">
                <a:solidFill>
                  <a:srgbClr val="0070C0"/>
                </a:solidFill>
              </a:rPr>
              <a:t> = new node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</a:t>
            </a:r>
            <a:r>
              <a:rPr lang="en-US" altLang="en-US" sz="2000" dirty="0" err="1">
                <a:solidFill>
                  <a:srgbClr val="0070C0"/>
                </a:solidFill>
              </a:rPr>
              <a:t>ptr</a:t>
            </a:r>
            <a:r>
              <a:rPr lang="en-US" altLang="en-US" sz="2000" dirty="0">
                <a:solidFill>
                  <a:srgbClr val="0070C0"/>
                </a:solidFill>
              </a:rPr>
              <a:t>-&gt;next = </a:t>
            </a:r>
            <a:r>
              <a:rPr lang="en-US" altLang="en-US" sz="2000" dirty="0" err="1">
                <a:solidFill>
                  <a:srgbClr val="0070C0"/>
                </a:solidFill>
              </a:rPr>
              <a:t>topPtr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</a:t>
            </a:r>
            <a:r>
              <a:rPr lang="en-US" altLang="en-US" sz="2000" dirty="0" err="1">
                <a:solidFill>
                  <a:srgbClr val="0070C0"/>
                </a:solidFill>
              </a:rPr>
              <a:t>topPtr</a:t>
            </a:r>
            <a:r>
              <a:rPr lang="en-US" altLang="en-US" sz="2000" dirty="0">
                <a:solidFill>
                  <a:srgbClr val="0070C0"/>
                </a:solidFill>
              </a:rPr>
              <a:t>=</a:t>
            </a:r>
            <a:r>
              <a:rPr lang="en-US" altLang="en-US" sz="2000" dirty="0" err="1">
                <a:solidFill>
                  <a:srgbClr val="0070C0"/>
                </a:solidFill>
              </a:rPr>
              <a:t>ptr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</a:t>
            </a:r>
            <a:r>
              <a:rPr lang="en-US" altLang="en-US" sz="2000" dirty="0" err="1">
                <a:solidFill>
                  <a:srgbClr val="0070C0"/>
                </a:solidFill>
              </a:rPr>
              <a:t>topPtr</a:t>
            </a:r>
            <a:r>
              <a:rPr lang="en-US" altLang="en-US" sz="2000" dirty="0">
                <a:solidFill>
                  <a:srgbClr val="0070C0"/>
                </a:solidFill>
              </a:rPr>
              <a:t>-&gt;data =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	   </a:t>
            </a:r>
            <a:r>
              <a:rPr lang="en-US" altLang="en-US" sz="2000" dirty="0" err="1">
                <a:solidFill>
                  <a:srgbClr val="0070C0"/>
                </a:solidFill>
              </a:rPr>
              <a:t>cout</a:t>
            </a:r>
            <a:r>
              <a:rPr lang="en-US" altLang="en-US" sz="2000" dirty="0">
                <a:solidFill>
                  <a:srgbClr val="0070C0"/>
                </a:solidFill>
              </a:rPr>
              <a:t>&lt;&lt;"\</a:t>
            </a:r>
            <a:r>
              <a:rPr lang="en-US" altLang="en-US" sz="2000" dirty="0" err="1">
                <a:solidFill>
                  <a:srgbClr val="0070C0"/>
                </a:solidFill>
              </a:rPr>
              <a:t>npushing</a:t>
            </a:r>
            <a:r>
              <a:rPr lang="en-US" altLang="en-US" sz="2000" dirty="0">
                <a:solidFill>
                  <a:srgbClr val="0070C0"/>
                </a:solidFill>
              </a:rPr>
              <a:t> "&lt;&lt; </a:t>
            </a:r>
            <a:r>
              <a:rPr lang="en-US" altLang="en-US" sz="2000" dirty="0" err="1">
                <a:solidFill>
                  <a:srgbClr val="0070C0"/>
                </a:solidFill>
              </a:rPr>
              <a:t>newData</a:t>
            </a:r>
            <a:r>
              <a:rPr lang="en-US" altLang="en-US" sz="2000" dirty="0">
                <a:solidFill>
                  <a:srgbClr val="0070C0"/>
                </a:solidFill>
              </a:rPr>
              <a:t> &lt;&lt;" at the top\n";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A34B73"/>
                </a:solidFill>
              </a:rPr>
              <a:t>      // }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70C0"/>
                </a:solidFill>
              </a:rPr>
              <a:t>}</a:t>
            </a:r>
            <a:endParaRPr lang="en-US" altLang="en-US" sz="2000" dirty="0"/>
          </a:p>
          <a:p>
            <a:pPr lvl="1">
              <a:buClr>
                <a:srgbClr val="000000"/>
              </a:buClr>
            </a:pPr>
            <a:endParaRPr lang="en-US" altLang="en-US" sz="2000" dirty="0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7C84D49-B604-6840-A95E-1E6FAD25A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699125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ptr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29ABA54-43CB-E747-9D92-C7BDE0338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096000"/>
            <a:ext cx="21336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9EC5332E-5B00-2646-8E26-A2F761ED42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8" y="60960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ECA94DFF-F94A-D641-AB75-CFF20E2DE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6172200"/>
            <a:ext cx="60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data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A227FC0-3DAD-7246-9D4E-8FF5B27F7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738" y="6172200"/>
            <a:ext cx="65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next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7A0E8468-0ADE-1E48-8F5E-D794FC7A5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6080125"/>
            <a:ext cx="9144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76CEEC2D-4144-BA44-8D87-F67B3C7E9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63849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2AE7F18B-EBB8-9C4A-976C-04A85FFBF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683250"/>
            <a:ext cx="866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topPtr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F0E02C91-8B34-DC4B-9651-235EF6ECA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900" y="6172200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newData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DFE7016B-F7AA-E24B-A0BA-8E18AB0DC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715000"/>
            <a:ext cx="48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ptr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BD627EA-1690-944E-9111-A4A12B63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6111875"/>
            <a:ext cx="21336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/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E3FE19BD-57A7-E542-91E8-92829E3BB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9488" y="61118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FCF61DB0-1C76-FC4B-AA66-A5C63C33C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6188075"/>
            <a:ext cx="60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data</a:t>
            </a: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ECCDA94C-E11C-AE42-8DB7-FB0106D39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538" y="6188075"/>
            <a:ext cx="65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next</a:t>
            </a:r>
          </a:p>
        </p:txBody>
      </p:sp>
      <p:sp>
        <p:nvSpPr>
          <p:cNvPr id="21" name="Line 31">
            <a:extLst>
              <a:ext uri="{FF2B5EF4-FFF2-40B4-BE49-F238E27FC236}">
                <a16:creationId xmlns:a16="http://schemas.microsoft.com/office/drawing/2014/main" id="{46890538-3448-0F4F-97BF-3E62BF361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64008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0737F6F6-7460-4545-AAEF-6E2220940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172200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newData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128FC3B-1FE0-AB46-9CCB-A21C5818C750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Linked List Implementation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A87DD-4951-A140-92C9-35245F1E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8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37 L 0 0.04814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5555 L 0 0.1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L -0.18073 -0.00231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4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 L 0 0.15555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371 L 0 0.20371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0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037 L 0 0.24814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25555 L 0 0.3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073 -3.7037E-7 L -0.43646 -0.00231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9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3 L 0 0.35555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4" grpId="0" animBg="1"/>
      <p:bldP spid="4" grpId="1" animBg="1"/>
      <p:bldP spid="4" grpId="2" animBg="1"/>
      <p:bldP spid="4" grpId="3" animBg="1"/>
      <p:bldP spid="4" grpId="4" animBg="1"/>
      <p:bldP spid="7" grpId="0"/>
      <p:bldP spid="7" grpId="1"/>
      <p:bldP spid="8" grpId="0" animBg="1"/>
      <p:bldP spid="10" grpId="0"/>
      <p:bldP spid="10" grpId="1"/>
      <p:bldP spid="11" grpId="0"/>
      <p:bldP spid="14" grpId="0"/>
      <p:bldP spid="14" grpId="1"/>
      <p:bldP spid="15" grpId="0"/>
      <p:bldP spid="16" grpId="0"/>
      <p:bldP spid="16" grpId="1"/>
      <p:bldP spid="17" grpId="0" animBg="1"/>
      <p:bldP spid="19" grpId="0"/>
      <p:bldP spid="19" grpId="1"/>
      <p:bldP spid="2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77C74-2B12-3B43-8BF9-57EFF94C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D7665-7FA2-F148-A960-6FFF66CD04AD}"/>
              </a:ext>
            </a:extLst>
          </p:cNvPr>
          <p:cNvSpPr/>
          <p:nvPr/>
        </p:nvSpPr>
        <p:spPr>
          <a:xfrm>
            <a:off x="1092200" y="4368800"/>
            <a:ext cx="64770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AE36F-DB00-3D4D-8C01-FE6F8EB22056}"/>
              </a:ext>
            </a:extLst>
          </p:cNvPr>
          <p:cNvSpPr/>
          <p:nvPr/>
        </p:nvSpPr>
        <p:spPr>
          <a:xfrm>
            <a:off x="762000" y="2819400"/>
            <a:ext cx="6705600" cy="129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E64BE9-B38F-6544-82B2-F806370FB3ED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391400" cy="48466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Font typeface="Wingdings 2"/>
              <a:buChar char=""/>
              <a:defRPr/>
            </a:pPr>
            <a:r>
              <a:rPr lang="en-US" sz="2000" dirty="0"/>
              <a:t>Pop Operation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Pop(){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</a:t>
            </a:r>
            <a:r>
              <a:rPr lang="en-US" sz="2000" dirty="0" err="1">
                <a:solidFill>
                  <a:srgbClr val="0070C0"/>
                </a:solidFill>
              </a:rPr>
              <a:t>int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if(</a:t>
            </a:r>
            <a:r>
              <a:rPr lang="en-US" sz="2000" dirty="0" err="1">
                <a:solidFill>
                  <a:srgbClr val="0070C0"/>
                </a:solidFill>
              </a:rPr>
              <a:t>topPtr</a:t>
            </a:r>
            <a:r>
              <a:rPr lang="en-US" sz="2000" dirty="0">
                <a:solidFill>
                  <a:srgbClr val="0070C0"/>
                </a:solidFill>
              </a:rPr>
              <a:t> == NULL){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</a:t>
            </a:r>
            <a:r>
              <a:rPr lang="en-US" sz="2000" dirty="0" err="1">
                <a:solidFill>
                  <a:srgbClr val="0070C0"/>
                </a:solidFill>
              </a:rPr>
              <a:t>cout</a:t>
            </a:r>
            <a:r>
              <a:rPr lang="en-US" sz="2000" dirty="0">
                <a:solidFill>
                  <a:srgbClr val="0070C0"/>
                </a:solidFill>
              </a:rPr>
              <a:t>&lt;&lt;"\</a:t>
            </a:r>
            <a:r>
              <a:rPr lang="en-US" sz="2000" dirty="0" err="1">
                <a:solidFill>
                  <a:srgbClr val="0070C0"/>
                </a:solidFill>
              </a:rPr>
              <a:t>nError</a:t>
            </a:r>
            <a:r>
              <a:rPr lang="en-US" sz="2000" dirty="0">
                <a:solidFill>
                  <a:srgbClr val="0070C0"/>
                </a:solidFill>
              </a:rPr>
              <a:t>: Stack is Empty\n";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return -1;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}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else {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topPtr</a:t>
            </a:r>
            <a:r>
              <a:rPr lang="en-US" sz="2000" dirty="0">
                <a:solidFill>
                  <a:srgbClr val="0070C0"/>
                </a:solidFill>
              </a:rPr>
              <a:t>-&gt;data;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cout</a:t>
            </a:r>
            <a:r>
              <a:rPr lang="en-US" sz="2000" dirty="0">
                <a:solidFill>
                  <a:srgbClr val="0070C0"/>
                </a:solidFill>
              </a:rPr>
              <a:t>&lt;&lt;"\</a:t>
            </a:r>
            <a:r>
              <a:rPr lang="en-US" sz="2000" dirty="0" err="1">
                <a:solidFill>
                  <a:srgbClr val="0070C0"/>
                </a:solidFill>
              </a:rPr>
              <a:t>nremoving</a:t>
            </a:r>
            <a:r>
              <a:rPr lang="en-US" sz="2000" dirty="0">
                <a:solidFill>
                  <a:srgbClr val="0070C0"/>
                </a:solidFill>
              </a:rPr>
              <a:t> "&lt;&lt; </a:t>
            </a:r>
            <a:r>
              <a:rPr lang="en-US" sz="2000" dirty="0" err="1">
                <a:solidFill>
                  <a:srgbClr val="0070C0"/>
                </a:solidFill>
              </a:rPr>
              <a:t>topPtr</a:t>
            </a:r>
            <a:r>
              <a:rPr lang="en-US" sz="2000" dirty="0">
                <a:solidFill>
                  <a:srgbClr val="0070C0"/>
                </a:solidFill>
              </a:rPr>
              <a:t>-&gt;data &lt;&lt;" from the top\n";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</a:t>
            </a:r>
            <a:r>
              <a:rPr lang="en-US" sz="2000" dirty="0" err="1">
                <a:solidFill>
                  <a:srgbClr val="0070C0"/>
                </a:solidFill>
              </a:rPr>
              <a:t>topPtr</a:t>
            </a:r>
            <a:r>
              <a:rPr lang="en-US" sz="2000" dirty="0">
                <a:solidFill>
                  <a:srgbClr val="0070C0"/>
                </a:solidFill>
              </a:rPr>
              <a:t> = </a:t>
            </a:r>
            <a:r>
              <a:rPr lang="en-US" sz="2000" dirty="0" err="1">
                <a:solidFill>
                  <a:srgbClr val="0070C0"/>
                </a:solidFill>
              </a:rPr>
              <a:t>topPtr</a:t>
            </a:r>
            <a:r>
              <a:rPr lang="en-US" sz="2000" dirty="0">
                <a:solidFill>
                  <a:srgbClr val="0070C0"/>
                </a:solidFill>
              </a:rPr>
              <a:t>-&gt;next;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return </a:t>
            </a:r>
            <a:r>
              <a:rPr lang="en-US" sz="2000" dirty="0" err="1">
                <a:solidFill>
                  <a:srgbClr val="0070C0"/>
                </a:solidFill>
              </a:rPr>
              <a:t>topData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	     }</a:t>
            </a:r>
          </a:p>
          <a:p>
            <a:pPr marL="274320" indent="-274320">
              <a:buFont typeface="Wingdings 2"/>
              <a:buNone/>
              <a:defRPr/>
            </a:pPr>
            <a:r>
              <a:rPr lang="en-US" sz="2000" dirty="0">
                <a:solidFill>
                  <a:srgbClr val="0070C0"/>
                </a:solidFill>
              </a:rPr>
              <a:t>    }</a:t>
            </a:r>
            <a:endParaRPr lang="en-US" sz="20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2CAF619-7FE3-A74C-98B1-A82A573CC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149475"/>
            <a:ext cx="9144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60F01139-60B5-B54A-9745-B205317D6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752600"/>
            <a:ext cx="866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topPtr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AD334D3-B9DD-1C4B-A3B0-85174D9A1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975350"/>
            <a:ext cx="21336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9CEB0503-2BC3-5240-B8BA-A18D92E4CC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8" y="597535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CAD0862E-30D0-6340-B809-179E531A5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6051550"/>
            <a:ext cx="6016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data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8205E9E0-AD06-394B-8666-733290087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738" y="6051550"/>
            <a:ext cx="65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3296"/>
                </a:solidFill>
              </a:rPr>
              <a:t>next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81637B-CAD3-BA4D-916E-BC9325D4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959475"/>
            <a:ext cx="914400" cy="5334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B2ECFA96-88DC-1F4C-806E-D4C027348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626427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65D15C9A-7A3F-0C40-8022-984492FD8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825" y="5562600"/>
            <a:ext cx="866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296"/>
                </a:solidFill>
              </a:rPr>
              <a:t>topPtr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EEDB68D7-B4ED-A94C-9BD7-CB47D8C7CE72}"/>
              </a:ext>
            </a:extLst>
          </p:cNvPr>
          <p:cNvSpPr/>
          <p:nvPr/>
        </p:nvSpPr>
        <p:spPr>
          <a:xfrm>
            <a:off x="2286000" y="5791200"/>
            <a:ext cx="1905000" cy="685800"/>
          </a:xfrm>
          <a:prstGeom prst="wedgeRoundRectCallout">
            <a:avLst>
              <a:gd name="adj1" fmla="val 92996"/>
              <a:gd name="adj2" fmla="val 1297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>
                <a:solidFill>
                  <a:srgbClr val="0070C0"/>
                </a:solidFill>
              </a:rPr>
              <a:t>topData</a:t>
            </a:r>
            <a:r>
              <a:rPr lang="en-US" dirty="0">
                <a:solidFill>
                  <a:srgbClr val="0070C0"/>
                </a:solidFill>
              </a:rPr>
              <a:t> = </a:t>
            </a:r>
            <a:r>
              <a:rPr lang="en-US" dirty="0" err="1">
                <a:solidFill>
                  <a:srgbClr val="0070C0"/>
                </a:solidFill>
              </a:rPr>
              <a:t>topPtr</a:t>
            </a:r>
            <a:r>
              <a:rPr lang="en-US" dirty="0">
                <a:solidFill>
                  <a:srgbClr val="0070C0"/>
                </a:solidFill>
              </a:rPr>
              <a:t>-&gt;data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F05CF99-808C-8745-972F-49CCD55A7344}"/>
              </a:ext>
            </a:extLst>
          </p:cNvPr>
          <p:cNvSpPr txBox="1">
            <a:spLocks/>
          </p:cNvSpPr>
          <p:nvPr/>
        </p:nvSpPr>
        <p:spPr>
          <a:xfrm>
            <a:off x="167269" y="201612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ADT: </a:t>
            </a:r>
            <a:br>
              <a:rPr lang="en-US" sz="2800" b="1" dirty="0"/>
            </a:br>
            <a:r>
              <a:rPr lang="en-US" sz="2800" b="1" dirty="0"/>
              <a:t>Linked List Implementation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D7962-9BC7-E04A-9B88-9358FA1A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E5CCEC-059D-3E48-8952-1829B5F34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183" y="2794485"/>
            <a:ext cx="3509234" cy="233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5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 0.2277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38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22222E-6 L 0.1724 0.00416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11" y="208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0185 L 0.00139 0.08704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42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0.08518 L 0.00139 0.12963 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4" grpId="0" animBg="1"/>
      <p:bldP spid="4" grpId="1" animBg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1" grpId="0"/>
      <p:bldP spid="11" grpId="1"/>
      <p:bldP spid="12" grpId="0"/>
      <p:bldP spid="12" grpId="1"/>
      <p:bldP spid="13" grpId="0" animBg="1"/>
      <p:bldP spid="15" grpId="0"/>
      <p:bldP spid="15" grpId="1"/>
      <p:bldP spid="16" grpId="0" animBg="1"/>
      <p:bldP spid="1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83103-0A93-A941-88EC-CBEC47A4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98EF19-443F-CC49-8B1F-A7F92EA5ED76}"/>
              </a:ext>
            </a:extLst>
          </p:cNvPr>
          <p:cNvSpPr txBox="1">
            <a:spLocks/>
          </p:cNvSpPr>
          <p:nvPr/>
        </p:nvSpPr>
        <p:spPr>
          <a:xfrm>
            <a:off x="0" y="466725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Stacks Application: Balancing Symbols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A1C735-4FDF-F846-B785-2FDAF5632590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 lack of a certain symbol (such as a missing brace or a comment starter) will cause the compiler to spill out a hundred lines of diagnostics without identifying the real error.</a:t>
            </a:r>
          </a:p>
          <a:p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</a:rPr>
              <a:t>Solution?</a:t>
            </a:r>
          </a:p>
          <a:p>
            <a:pPr lvl="1"/>
            <a:r>
              <a:rPr lang="en-US" altLang="en-US" dirty="0"/>
              <a:t>Check whether everything is balanced?</a:t>
            </a:r>
          </a:p>
          <a:p>
            <a:pPr lvl="1"/>
            <a:r>
              <a:rPr lang="en-US" altLang="en-US" dirty="0"/>
              <a:t>Every right brace, bracket, parenthesis and </a:t>
            </a:r>
            <a:r>
              <a:rPr lang="en-US" altLang="en-US" dirty="0" err="1"/>
              <a:t>etc</a:t>
            </a:r>
            <a:r>
              <a:rPr lang="en-US" altLang="en-US" dirty="0"/>
              <a:t> must correspond to its left counter part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F0DE8-51EB-C142-ACEB-9AAD93C7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8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7F03A-E4DF-E64E-B4D8-4B14069F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B2EBA3B-123B-544B-A65F-4C9722D9CE48}"/>
              </a:ext>
            </a:extLst>
          </p:cNvPr>
          <p:cNvSpPr txBox="1">
            <a:spLocks/>
          </p:cNvSpPr>
          <p:nvPr/>
        </p:nvSpPr>
        <p:spPr>
          <a:xfrm>
            <a:off x="0" y="334963"/>
            <a:ext cx="72390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b="1" dirty="0"/>
              <a:t>Stack used for Balancing Symbols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E797EC1-F6B1-EA46-BB10-C4097EE55901}"/>
              </a:ext>
            </a:extLst>
          </p:cNvPr>
          <p:cNvSpPr txBox="1">
            <a:spLocks/>
          </p:cNvSpPr>
          <p:nvPr/>
        </p:nvSpPr>
        <p:spPr>
          <a:xfrm>
            <a:off x="304800" y="1477963"/>
            <a:ext cx="7772400" cy="5151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Make an empty </a:t>
            </a:r>
            <a:r>
              <a:rPr lang="en-US" altLang="en-US" b="1" i="1">
                <a:solidFill>
                  <a:srgbClr val="0000CC"/>
                </a:solidFill>
              </a:rPr>
              <a:t>STACK</a:t>
            </a:r>
          </a:p>
          <a:p>
            <a:r>
              <a:rPr lang="en-US" altLang="en-US"/>
              <a:t>Read characters until the end of file</a:t>
            </a:r>
          </a:p>
          <a:p>
            <a:pPr lvl="1"/>
            <a:r>
              <a:rPr lang="en-US" altLang="en-US"/>
              <a:t>If the character is an opening symbol</a:t>
            </a:r>
          </a:p>
          <a:p>
            <a:pPr lvl="2"/>
            <a:r>
              <a:rPr lang="en-US" altLang="en-US"/>
              <a:t>Push it onto the </a:t>
            </a:r>
            <a:r>
              <a:rPr lang="en-US" altLang="en-US" b="1" i="1">
                <a:solidFill>
                  <a:srgbClr val="0000CC"/>
                </a:solidFill>
              </a:rPr>
              <a:t>STACK</a:t>
            </a:r>
          </a:p>
          <a:p>
            <a:pPr lvl="1"/>
            <a:r>
              <a:rPr lang="en-US" altLang="en-US"/>
              <a:t>If the character is a closing symbol</a:t>
            </a:r>
          </a:p>
          <a:p>
            <a:pPr lvl="2"/>
            <a:r>
              <a:rPr lang="en-US" altLang="en-US"/>
              <a:t>If the </a:t>
            </a:r>
            <a:r>
              <a:rPr lang="en-US" altLang="en-US" b="1" i="1">
                <a:solidFill>
                  <a:srgbClr val="0000CC"/>
                </a:solidFill>
              </a:rPr>
              <a:t>STACK</a:t>
            </a:r>
            <a:r>
              <a:rPr lang="en-US" altLang="en-US"/>
              <a:t> is empty</a:t>
            </a:r>
          </a:p>
          <a:p>
            <a:pPr lvl="3"/>
            <a:r>
              <a:rPr lang="en-US" altLang="en-US"/>
              <a:t>Report error</a:t>
            </a:r>
          </a:p>
          <a:p>
            <a:pPr lvl="2"/>
            <a:r>
              <a:rPr lang="en-US" altLang="en-US"/>
              <a:t>Else</a:t>
            </a:r>
          </a:p>
          <a:p>
            <a:pPr lvl="3"/>
            <a:r>
              <a:rPr lang="en-US" altLang="en-US"/>
              <a:t>Pop the </a:t>
            </a:r>
            <a:r>
              <a:rPr lang="en-US" altLang="en-US" b="1" i="1">
                <a:solidFill>
                  <a:srgbClr val="0000CC"/>
                </a:solidFill>
              </a:rPr>
              <a:t>STACK</a:t>
            </a:r>
          </a:p>
          <a:p>
            <a:pPr lvl="3"/>
            <a:r>
              <a:rPr lang="en-US" altLang="en-US"/>
              <a:t>If the symbol popped is not the corresponding symbol</a:t>
            </a:r>
          </a:p>
          <a:p>
            <a:pPr lvl="4"/>
            <a:r>
              <a:rPr lang="en-US" altLang="en-US"/>
              <a:t>Report error</a:t>
            </a:r>
          </a:p>
          <a:p>
            <a:r>
              <a:rPr lang="en-US" altLang="en-US"/>
              <a:t>If the </a:t>
            </a:r>
            <a:r>
              <a:rPr lang="en-US" altLang="en-US" b="1" i="1">
                <a:solidFill>
                  <a:srgbClr val="0000CC"/>
                </a:solidFill>
              </a:rPr>
              <a:t>STACK</a:t>
            </a:r>
            <a:r>
              <a:rPr lang="en-US" altLang="en-US"/>
              <a:t> is not empty in the end</a:t>
            </a:r>
          </a:p>
          <a:p>
            <a:pPr lvl="2"/>
            <a:r>
              <a:rPr lang="en-US" altLang="en-US"/>
              <a:t>Report error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D5A62-6358-2B48-9897-A399FABA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10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A8008-96A3-0743-A2F5-5CFE973F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2C4A7A-B137-3646-90EC-301D5F3FE3E1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>
                <a:solidFill>
                  <a:srgbClr val="E68900"/>
                </a:solidFill>
              </a:rPr>
              <a:t>EXAMPLE: STACKS USED FOR BALANCING SYMBOLS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F4E89-C734-FC40-BC31-E1A7BA4CB737}"/>
              </a:ext>
            </a:extLst>
          </p:cNvPr>
          <p:cNvSpPr txBox="1">
            <a:spLocks/>
          </p:cNvSpPr>
          <p:nvPr/>
        </p:nvSpPr>
        <p:spPr>
          <a:xfrm>
            <a:off x="160338" y="1081413"/>
            <a:ext cx="4114800" cy="62191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400" b="1" dirty="0">
                <a:solidFill>
                  <a:srgbClr val="0000CC"/>
                </a:solidFill>
              </a:rPr>
              <a:t>(a + b * c) / [(a – b) ^ c] 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a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+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b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*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c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)	</a:t>
            </a:r>
            <a:r>
              <a:rPr lang="en-US" altLang="en-US" sz="1400" dirty="0">
                <a:sym typeface="Wingdings" pitchFamily="2" charset="2"/>
              </a:rPr>
              <a:t> Pop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/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a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-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b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)	</a:t>
            </a:r>
            <a:r>
              <a:rPr lang="en-US" altLang="en-US" sz="1400" dirty="0">
                <a:sym typeface="Wingdings" pitchFamily="2" charset="2"/>
              </a:rPr>
              <a:t> Pop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^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c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]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	</a:t>
            </a:r>
            <a:r>
              <a:rPr lang="en-US" altLang="en-US" sz="1400" dirty="0">
                <a:sym typeface="Wingdings" pitchFamily="2" charset="2"/>
              </a:rPr>
              <a:t> Pop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</a:p>
        </p:txBody>
      </p:sp>
      <p:grpSp>
        <p:nvGrpSpPr>
          <p:cNvPr id="5" name="Group 41">
            <a:extLst>
              <a:ext uri="{FF2B5EF4-FFF2-40B4-BE49-F238E27FC236}">
                <a16:creationId xmlns:a16="http://schemas.microsoft.com/office/drawing/2014/main" id="{10BD5953-FEDC-AD4F-B0CB-8FB52F3683F8}"/>
              </a:ext>
            </a:extLst>
          </p:cNvPr>
          <p:cNvGrpSpPr>
            <a:grpSpLocks/>
          </p:cNvGrpSpPr>
          <p:nvPr/>
        </p:nvGrpSpPr>
        <p:grpSpPr bwMode="auto">
          <a:xfrm>
            <a:off x="3190637" y="3607682"/>
            <a:ext cx="4268788" cy="547687"/>
            <a:chOff x="2016" y="2439"/>
            <a:chExt cx="2689" cy="345"/>
          </a:xfrm>
        </p:grpSpPr>
        <p:cxnSp>
          <p:nvCxnSpPr>
            <p:cNvPr id="6" name="Straight Connector 7">
              <a:extLst>
                <a:ext uri="{FF2B5EF4-FFF2-40B4-BE49-F238E27FC236}">
                  <a16:creationId xmlns:a16="http://schemas.microsoft.com/office/drawing/2014/main" id="{D1F2A044-7D31-DC43-AAF3-F4DC81E04E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2439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9">
              <a:extLst>
                <a:ext uri="{FF2B5EF4-FFF2-40B4-BE49-F238E27FC236}">
                  <a16:creationId xmlns:a16="http://schemas.microsoft.com/office/drawing/2014/main" id="{FA4E41EC-E607-0640-8502-6C5C679DFDF5}"/>
                </a:ext>
              </a:extLst>
            </p:cNvPr>
            <p:cNvCxnSpPr/>
            <p:nvPr/>
          </p:nvCxnSpPr>
          <p:spPr>
            <a:xfrm rot="10800000">
              <a:off x="3841" y="2776"/>
              <a:ext cx="864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9">
              <a:extLst>
                <a:ext uri="{FF2B5EF4-FFF2-40B4-BE49-F238E27FC236}">
                  <a16:creationId xmlns:a16="http://schemas.microsoft.com/office/drawing/2014/main" id="{ECDD944A-FDB4-C045-A838-7EAF8AB20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1" y="2631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26">
              <a:extLst>
                <a:ext uri="{FF2B5EF4-FFF2-40B4-BE49-F238E27FC236}">
                  <a16:creationId xmlns:a16="http://schemas.microsoft.com/office/drawing/2014/main" id="{CCCB4EA0-2196-EB47-9BB2-5D9DAA966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2592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10" name="Straight Connector 7">
              <a:extLst>
                <a:ext uri="{FF2B5EF4-FFF2-40B4-BE49-F238E27FC236}">
                  <a16:creationId xmlns:a16="http://schemas.microsoft.com/office/drawing/2014/main" id="{F3032EE7-FA83-C541-8C9C-1D8F959F56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2439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Line 35">
              <a:extLst>
                <a:ext uri="{FF2B5EF4-FFF2-40B4-BE49-F238E27FC236}">
                  <a16:creationId xmlns:a16="http://schemas.microsoft.com/office/drawing/2014/main" id="{E9F5F38E-FE1D-504D-A2A1-D6F03A3B0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592"/>
              <a:ext cx="1728" cy="48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42">
            <a:extLst>
              <a:ext uri="{FF2B5EF4-FFF2-40B4-BE49-F238E27FC236}">
                <a16:creationId xmlns:a16="http://schemas.microsoft.com/office/drawing/2014/main" id="{21E30A83-6033-5B45-AD19-DB53E4561B84}"/>
              </a:ext>
            </a:extLst>
          </p:cNvPr>
          <p:cNvGrpSpPr>
            <a:grpSpLocks/>
          </p:cNvGrpSpPr>
          <p:nvPr/>
        </p:nvGrpSpPr>
        <p:grpSpPr bwMode="auto">
          <a:xfrm>
            <a:off x="3190637" y="4231569"/>
            <a:ext cx="4267200" cy="547687"/>
            <a:chOff x="2016" y="2823"/>
            <a:chExt cx="2688" cy="345"/>
          </a:xfrm>
        </p:grpSpPr>
        <p:cxnSp>
          <p:nvCxnSpPr>
            <p:cNvPr id="13" name="Straight Connector 7">
              <a:extLst>
                <a:ext uri="{FF2B5EF4-FFF2-40B4-BE49-F238E27FC236}">
                  <a16:creationId xmlns:a16="http://schemas.microsoft.com/office/drawing/2014/main" id="{62CB8A94-11B2-E24D-8CC8-DC6AD7BE91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2823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9">
              <a:extLst>
                <a:ext uri="{FF2B5EF4-FFF2-40B4-BE49-F238E27FC236}">
                  <a16:creationId xmlns:a16="http://schemas.microsoft.com/office/drawing/2014/main" id="{11ABD745-D3E0-7540-8BE3-A477BFE3D521}"/>
                </a:ext>
              </a:extLst>
            </p:cNvPr>
            <p:cNvCxnSpPr/>
            <p:nvPr/>
          </p:nvCxnSpPr>
          <p:spPr>
            <a:xfrm rot="10800000">
              <a:off x="3840" y="3160"/>
              <a:ext cx="864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8DC181E5-E61B-0E42-BD91-51C145A14F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3015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31">
              <a:extLst>
                <a:ext uri="{FF2B5EF4-FFF2-40B4-BE49-F238E27FC236}">
                  <a16:creationId xmlns:a16="http://schemas.microsoft.com/office/drawing/2014/main" id="{1F95259D-9717-D84E-8252-4C1B9BE6E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976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17" name="Straight Connector 7">
              <a:extLst>
                <a:ext uri="{FF2B5EF4-FFF2-40B4-BE49-F238E27FC236}">
                  <a16:creationId xmlns:a16="http://schemas.microsoft.com/office/drawing/2014/main" id="{F0D48AEA-7C7B-5849-A6C2-E5178A4AB3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2823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Connector 9">
              <a:extLst>
                <a:ext uri="{FF2B5EF4-FFF2-40B4-BE49-F238E27FC236}">
                  <a16:creationId xmlns:a16="http://schemas.microsoft.com/office/drawing/2014/main" id="{0497E672-4FCC-9E47-BE0A-34BCA09E4E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2871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FD0A2B5D-0A66-574A-9C7B-F7EEA2885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832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(</a:t>
              </a:r>
            </a:p>
          </p:txBody>
        </p:sp>
        <p:sp>
          <p:nvSpPr>
            <p:cNvPr id="20" name="Line 36">
              <a:extLst>
                <a:ext uri="{FF2B5EF4-FFF2-40B4-BE49-F238E27FC236}">
                  <a16:creationId xmlns:a16="http://schemas.microsoft.com/office/drawing/2014/main" id="{D2468911-91F3-584C-A826-E84A9240A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41"/>
              <a:ext cx="1727" cy="135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39">
            <a:extLst>
              <a:ext uri="{FF2B5EF4-FFF2-40B4-BE49-F238E27FC236}">
                <a16:creationId xmlns:a16="http://schemas.microsoft.com/office/drawing/2014/main" id="{166701D3-EC83-FD4D-975F-AC721BFD13A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235085"/>
            <a:ext cx="4116388" cy="547688"/>
            <a:chOff x="2112" y="960"/>
            <a:chExt cx="2593" cy="345"/>
          </a:xfrm>
        </p:grpSpPr>
        <p:cxnSp>
          <p:nvCxnSpPr>
            <p:cNvPr id="22" name="Straight Connector 7">
              <a:extLst>
                <a:ext uri="{FF2B5EF4-FFF2-40B4-BE49-F238E27FC236}">
                  <a16:creationId xmlns:a16="http://schemas.microsoft.com/office/drawing/2014/main" id="{224865B6-4813-AA46-BDC4-19D307F6B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960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Connector 9">
              <a:extLst>
                <a:ext uri="{FF2B5EF4-FFF2-40B4-BE49-F238E27FC236}">
                  <a16:creationId xmlns:a16="http://schemas.microsoft.com/office/drawing/2014/main" id="{2263C32D-69C5-7943-880D-70824783D6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1" y="1297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Connector 9">
              <a:extLst>
                <a:ext uri="{FF2B5EF4-FFF2-40B4-BE49-F238E27FC236}">
                  <a16:creationId xmlns:a16="http://schemas.microsoft.com/office/drawing/2014/main" id="{56971A81-50E8-7548-93B1-A89F10401C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1" y="1152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61CF5BA6-69CB-0B4D-A33C-1AB47F22A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1113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(</a:t>
              </a:r>
            </a:p>
          </p:txBody>
        </p:sp>
        <p:cxnSp>
          <p:nvCxnSpPr>
            <p:cNvPr id="26" name="Straight Connector 7">
              <a:extLst>
                <a:ext uri="{FF2B5EF4-FFF2-40B4-BE49-F238E27FC236}">
                  <a16:creationId xmlns:a16="http://schemas.microsoft.com/office/drawing/2014/main" id="{B86D59A5-6D55-BB44-9406-38A24259A1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960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Line 37">
              <a:extLst>
                <a:ext uri="{FF2B5EF4-FFF2-40B4-BE49-F238E27FC236}">
                  <a16:creationId xmlns:a16="http://schemas.microsoft.com/office/drawing/2014/main" id="{E39594F5-BA0C-184A-9773-DDDD0001D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152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43">
            <a:extLst>
              <a:ext uri="{FF2B5EF4-FFF2-40B4-BE49-F238E27FC236}">
                <a16:creationId xmlns:a16="http://schemas.microsoft.com/office/drawing/2014/main" id="{B712F635-2A66-9345-9D92-53F4056D13B9}"/>
              </a:ext>
            </a:extLst>
          </p:cNvPr>
          <p:cNvGrpSpPr>
            <a:grpSpLocks/>
          </p:cNvGrpSpPr>
          <p:nvPr/>
        </p:nvGrpSpPr>
        <p:grpSpPr bwMode="auto">
          <a:xfrm>
            <a:off x="3122613" y="5083946"/>
            <a:ext cx="4343400" cy="550863"/>
            <a:chOff x="1968" y="3360"/>
            <a:chExt cx="2736" cy="347"/>
          </a:xfrm>
        </p:grpSpPr>
        <p:cxnSp>
          <p:nvCxnSpPr>
            <p:cNvPr id="29" name="Straight Connector 7">
              <a:extLst>
                <a:ext uri="{FF2B5EF4-FFF2-40B4-BE49-F238E27FC236}">
                  <a16:creationId xmlns:a16="http://schemas.microsoft.com/office/drawing/2014/main" id="{C0C5A6FD-BB2D-B64D-B687-86CA5AE628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3360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Connector 9">
              <a:extLst>
                <a:ext uri="{FF2B5EF4-FFF2-40B4-BE49-F238E27FC236}">
                  <a16:creationId xmlns:a16="http://schemas.microsoft.com/office/drawing/2014/main" id="{2BE18166-BE75-D74D-887D-29E0CFC918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3697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Connector 9">
              <a:extLst>
                <a:ext uri="{FF2B5EF4-FFF2-40B4-BE49-F238E27FC236}">
                  <a16:creationId xmlns:a16="http://schemas.microsoft.com/office/drawing/2014/main" id="{DB8FD9F5-7FEF-3941-B817-402ACBFBD6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3552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45">
              <a:extLst>
                <a:ext uri="{FF2B5EF4-FFF2-40B4-BE49-F238E27FC236}">
                  <a16:creationId xmlns:a16="http://schemas.microsoft.com/office/drawing/2014/main" id="{1004E248-0AC7-304B-91C5-27BB2F2D6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513"/>
              <a:ext cx="15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33" name="Straight Connector 7">
              <a:extLst>
                <a:ext uri="{FF2B5EF4-FFF2-40B4-BE49-F238E27FC236}">
                  <a16:creationId xmlns:a16="http://schemas.microsoft.com/office/drawing/2014/main" id="{91B7761D-A7D5-5A4E-9D7A-798A3BEBC2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3360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Line 47">
              <a:extLst>
                <a:ext uri="{FF2B5EF4-FFF2-40B4-BE49-F238E27FC236}">
                  <a16:creationId xmlns:a16="http://schemas.microsoft.com/office/drawing/2014/main" id="{625E7786-0A99-7649-AC9F-1F930BB79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552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44">
            <a:extLst>
              <a:ext uri="{FF2B5EF4-FFF2-40B4-BE49-F238E27FC236}">
                <a16:creationId xmlns:a16="http://schemas.microsoft.com/office/drawing/2014/main" id="{9BC47190-FD25-8C48-ADD5-FB912808F515}"/>
              </a:ext>
            </a:extLst>
          </p:cNvPr>
          <p:cNvGrpSpPr>
            <a:grpSpLocks/>
          </p:cNvGrpSpPr>
          <p:nvPr/>
        </p:nvGrpSpPr>
        <p:grpSpPr bwMode="auto">
          <a:xfrm>
            <a:off x="3055299" y="5858655"/>
            <a:ext cx="4343400" cy="547688"/>
            <a:chOff x="1968" y="3927"/>
            <a:chExt cx="2736" cy="345"/>
          </a:xfrm>
        </p:grpSpPr>
        <p:cxnSp>
          <p:nvCxnSpPr>
            <p:cNvPr id="36" name="Straight Connector 7">
              <a:extLst>
                <a:ext uri="{FF2B5EF4-FFF2-40B4-BE49-F238E27FC236}">
                  <a16:creationId xmlns:a16="http://schemas.microsoft.com/office/drawing/2014/main" id="{A5B875E3-3A64-6D4B-AB66-2D0F0370FD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392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Straight Connector 9">
              <a:extLst>
                <a:ext uri="{FF2B5EF4-FFF2-40B4-BE49-F238E27FC236}">
                  <a16:creationId xmlns:a16="http://schemas.microsoft.com/office/drawing/2014/main" id="{531C2E0A-16C8-BF4D-9618-25DC39B5E8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4264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Straight Connector 7">
              <a:extLst>
                <a:ext uri="{FF2B5EF4-FFF2-40B4-BE49-F238E27FC236}">
                  <a16:creationId xmlns:a16="http://schemas.microsoft.com/office/drawing/2014/main" id="{A735311D-851E-F748-AE8C-C35E6A19FE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392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93DDEF19-01A1-7248-B052-0ED31B9D8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4119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>
            <a:extLst>
              <a:ext uri="{FF2B5EF4-FFF2-40B4-BE49-F238E27FC236}">
                <a16:creationId xmlns:a16="http://schemas.microsoft.com/office/drawing/2014/main" id="{DA27BDF1-8A33-BC42-9591-A99CF5C10CD0}"/>
              </a:ext>
            </a:extLst>
          </p:cNvPr>
          <p:cNvGrpSpPr>
            <a:grpSpLocks/>
          </p:cNvGrpSpPr>
          <p:nvPr/>
        </p:nvGrpSpPr>
        <p:grpSpPr bwMode="auto">
          <a:xfrm>
            <a:off x="3122613" y="2908396"/>
            <a:ext cx="4343400" cy="563563"/>
            <a:chOff x="1969" y="2006"/>
            <a:chExt cx="2736" cy="355"/>
          </a:xfrm>
        </p:grpSpPr>
        <p:cxnSp>
          <p:nvCxnSpPr>
            <p:cNvPr id="41" name="Straight Connector 7">
              <a:extLst>
                <a:ext uri="{FF2B5EF4-FFF2-40B4-BE49-F238E27FC236}">
                  <a16:creationId xmlns:a16="http://schemas.microsoft.com/office/drawing/2014/main" id="{281782D4-FDF3-1548-AEA5-8817A4C557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2006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Straight Connector 9">
              <a:extLst>
                <a:ext uri="{FF2B5EF4-FFF2-40B4-BE49-F238E27FC236}">
                  <a16:creationId xmlns:a16="http://schemas.microsoft.com/office/drawing/2014/main" id="{C465E330-C318-9644-B7A2-F0CBC8F8CF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2351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Straight Connector 7">
              <a:extLst>
                <a:ext uri="{FF2B5EF4-FFF2-40B4-BE49-F238E27FC236}">
                  <a16:creationId xmlns:a16="http://schemas.microsoft.com/office/drawing/2014/main" id="{9B6CD06F-4C4D-8840-AC26-B1FEEAAA72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2016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Line 58">
              <a:extLst>
                <a:ext uri="{FF2B5EF4-FFF2-40B4-BE49-F238E27FC236}">
                  <a16:creationId xmlns:a16="http://schemas.microsoft.com/office/drawing/2014/main" id="{3AF9CB2B-426E-3C4D-B52A-EEDF3A5FC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9" y="2256"/>
              <a:ext cx="1727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Footer Placeholder 44">
            <a:extLst>
              <a:ext uri="{FF2B5EF4-FFF2-40B4-BE49-F238E27FC236}">
                <a16:creationId xmlns:a16="http://schemas.microsoft.com/office/drawing/2014/main" id="{D30B7EB4-605F-4044-AB70-1BEC7396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33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B8C6B6-0673-F24E-815E-A2E767AE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EDD37-B4CB-0644-BC7A-C667A65329EB}"/>
              </a:ext>
            </a:extLst>
          </p:cNvPr>
          <p:cNvSpPr txBox="1">
            <a:spLocks/>
          </p:cNvSpPr>
          <p:nvPr/>
        </p:nvSpPr>
        <p:spPr bwMode="auto">
          <a:xfrm>
            <a:off x="227013" y="186385"/>
            <a:ext cx="7239000" cy="1143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>
                <a:solidFill>
                  <a:srgbClr val="E68900"/>
                </a:solidFill>
              </a:rPr>
              <a:t>EXAMPLE: STACKS USED FOR BALANCING SYMBOLS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3CBB6-FEF7-5940-9FC4-B4E51FB8D004}"/>
              </a:ext>
            </a:extLst>
          </p:cNvPr>
          <p:cNvSpPr txBox="1">
            <a:spLocks/>
          </p:cNvSpPr>
          <p:nvPr/>
        </p:nvSpPr>
        <p:spPr>
          <a:xfrm>
            <a:off x="220663" y="1068887"/>
            <a:ext cx="4114800" cy="62442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400" b="1" dirty="0">
                <a:solidFill>
                  <a:srgbClr val="0000CC"/>
                </a:solidFill>
              </a:rPr>
              <a:t>[(a - b / c) / [(a – b) * c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a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-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b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/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c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)	</a:t>
            </a:r>
            <a:r>
              <a:rPr lang="en-US" altLang="en-US" sz="1400" dirty="0">
                <a:sym typeface="Wingdings" pitchFamily="2" charset="2"/>
              </a:rPr>
              <a:t> Pop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/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[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	</a:t>
            </a:r>
            <a:r>
              <a:rPr lang="en-US" altLang="en-US" sz="1400" dirty="0">
                <a:sym typeface="Wingdings" pitchFamily="2" charset="2"/>
              </a:rPr>
              <a:t> Push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(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a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-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b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)	</a:t>
            </a:r>
            <a:r>
              <a:rPr lang="en-US" altLang="en-US" sz="1400" dirty="0">
                <a:sym typeface="Wingdings" pitchFamily="2" charset="2"/>
              </a:rPr>
              <a:t> Pop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b="1" dirty="0">
                <a:solidFill>
                  <a:srgbClr val="0000CC"/>
                </a:solidFill>
                <a:sym typeface="Wingdings" pitchFamily="2" charset="2"/>
              </a:rPr>
              <a:t>*</a:t>
            </a:r>
            <a:endParaRPr lang="en-US" altLang="en-US" sz="1400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400" dirty="0"/>
              <a:t>Read </a:t>
            </a:r>
            <a:r>
              <a:rPr lang="en-US" altLang="en-US" sz="1400" dirty="0">
                <a:sym typeface="Wingdings" pitchFamily="2" charset="2"/>
              </a:rPr>
              <a:t> </a:t>
            </a:r>
            <a:r>
              <a:rPr lang="en-US" altLang="en-US" sz="1400" dirty="0">
                <a:solidFill>
                  <a:srgbClr val="0000CC"/>
                </a:solidFill>
                <a:sym typeface="Wingdings" pitchFamily="2" charset="2"/>
              </a:rPr>
              <a:t>c	</a:t>
            </a:r>
          </a:p>
        </p:txBody>
      </p:sp>
      <p:grpSp>
        <p:nvGrpSpPr>
          <p:cNvPr id="5" name="Group 52">
            <a:extLst>
              <a:ext uri="{FF2B5EF4-FFF2-40B4-BE49-F238E27FC236}">
                <a16:creationId xmlns:a16="http://schemas.microsoft.com/office/drawing/2014/main" id="{F1D1735C-CBF7-4C4E-A1C9-74C1A51A3E9F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183158"/>
            <a:ext cx="4268788" cy="547687"/>
            <a:chOff x="2016" y="903"/>
            <a:chExt cx="2689" cy="345"/>
          </a:xfrm>
        </p:grpSpPr>
        <p:cxnSp>
          <p:nvCxnSpPr>
            <p:cNvPr id="6" name="Straight Connector 7">
              <a:extLst>
                <a:ext uri="{FF2B5EF4-FFF2-40B4-BE49-F238E27FC236}">
                  <a16:creationId xmlns:a16="http://schemas.microsoft.com/office/drawing/2014/main" id="{ED14EAB9-918B-8E49-8F81-63222970EE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903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9">
              <a:extLst>
                <a:ext uri="{FF2B5EF4-FFF2-40B4-BE49-F238E27FC236}">
                  <a16:creationId xmlns:a16="http://schemas.microsoft.com/office/drawing/2014/main" id="{BF63479E-934E-EF4C-8469-084D9E2ED3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1" y="1240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9">
              <a:extLst>
                <a:ext uri="{FF2B5EF4-FFF2-40B4-BE49-F238E27FC236}">
                  <a16:creationId xmlns:a16="http://schemas.microsoft.com/office/drawing/2014/main" id="{DADC8F6B-7EF1-DC40-84D2-89F204DD8DB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1" y="1095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2CAE96C1-ECDC-FA47-9BF6-6F5202DAB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1056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10" name="Straight Connector 7">
              <a:extLst>
                <a:ext uri="{FF2B5EF4-FFF2-40B4-BE49-F238E27FC236}">
                  <a16:creationId xmlns:a16="http://schemas.microsoft.com/office/drawing/2014/main" id="{0AC85D58-A7DB-CB4F-90FF-C3A8C20C6C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903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Line 46">
              <a:extLst>
                <a:ext uri="{FF2B5EF4-FFF2-40B4-BE49-F238E27FC236}">
                  <a16:creationId xmlns:a16="http://schemas.microsoft.com/office/drawing/2014/main" id="{EC3DB7E1-7DC3-8246-A3A4-0DAF8B6EC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056"/>
              <a:ext cx="1728" cy="48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3">
            <a:extLst>
              <a:ext uri="{FF2B5EF4-FFF2-40B4-BE49-F238E27FC236}">
                <a16:creationId xmlns:a16="http://schemas.microsoft.com/office/drawing/2014/main" id="{8BB303D2-B743-804B-BEF8-D83CC12B1B53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29813"/>
            <a:ext cx="4268788" cy="547687"/>
            <a:chOff x="2016" y="1287"/>
            <a:chExt cx="2689" cy="345"/>
          </a:xfrm>
        </p:grpSpPr>
        <p:cxnSp>
          <p:nvCxnSpPr>
            <p:cNvPr id="13" name="Straight Connector 7">
              <a:extLst>
                <a:ext uri="{FF2B5EF4-FFF2-40B4-BE49-F238E27FC236}">
                  <a16:creationId xmlns:a16="http://schemas.microsoft.com/office/drawing/2014/main" id="{13354D75-7566-1D44-A1B4-363F754169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128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9">
              <a:extLst>
                <a:ext uri="{FF2B5EF4-FFF2-40B4-BE49-F238E27FC236}">
                  <a16:creationId xmlns:a16="http://schemas.microsoft.com/office/drawing/2014/main" id="{B8A64F78-8E2C-9D45-8494-68743E0CAC83}"/>
                </a:ext>
              </a:extLst>
            </p:cNvPr>
            <p:cNvCxnSpPr/>
            <p:nvPr/>
          </p:nvCxnSpPr>
          <p:spPr>
            <a:xfrm rot="10800000">
              <a:off x="3841" y="1624"/>
              <a:ext cx="864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74CF52F5-4303-064E-9326-3C4E5A7269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1" y="1479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Text Box 42">
              <a:extLst>
                <a:ext uri="{FF2B5EF4-FFF2-40B4-BE49-F238E27FC236}">
                  <a16:creationId xmlns:a16="http://schemas.microsoft.com/office/drawing/2014/main" id="{DBDF9580-A10C-764B-A6DD-0C6B5BB06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1440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17" name="Straight Connector 7">
              <a:extLst>
                <a:ext uri="{FF2B5EF4-FFF2-40B4-BE49-F238E27FC236}">
                  <a16:creationId xmlns:a16="http://schemas.microsoft.com/office/drawing/2014/main" id="{D2EF16A2-C6C3-6F47-BF4B-EEEC344F8A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128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Straight Connector 9">
              <a:extLst>
                <a:ext uri="{FF2B5EF4-FFF2-40B4-BE49-F238E27FC236}">
                  <a16:creationId xmlns:a16="http://schemas.microsoft.com/office/drawing/2014/main" id="{33EEF3E1-AA22-3B48-B2C6-10B50DC858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1" y="1335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 Box 45">
              <a:extLst>
                <a:ext uri="{FF2B5EF4-FFF2-40B4-BE49-F238E27FC236}">
                  <a16:creationId xmlns:a16="http://schemas.microsoft.com/office/drawing/2014/main" id="{EF76268D-7104-EF44-A33D-8D0B295DB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1296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(</a:t>
              </a:r>
            </a:p>
          </p:txBody>
        </p:sp>
        <p:sp>
          <p:nvSpPr>
            <p:cNvPr id="20" name="Line 47">
              <a:extLst>
                <a:ext uri="{FF2B5EF4-FFF2-40B4-BE49-F238E27FC236}">
                  <a16:creationId xmlns:a16="http://schemas.microsoft.com/office/drawing/2014/main" id="{9A005043-86FA-3740-9DF3-5708ABD47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305"/>
              <a:ext cx="1727" cy="135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54">
            <a:extLst>
              <a:ext uri="{FF2B5EF4-FFF2-40B4-BE49-F238E27FC236}">
                <a16:creationId xmlns:a16="http://schemas.microsoft.com/office/drawing/2014/main" id="{0472DAE0-D791-FC4B-978E-CFDFDA298F2F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3086100"/>
            <a:ext cx="4419600" cy="549275"/>
            <a:chOff x="1920" y="2149"/>
            <a:chExt cx="2784" cy="346"/>
          </a:xfrm>
        </p:grpSpPr>
        <p:cxnSp>
          <p:nvCxnSpPr>
            <p:cNvPr id="22" name="Straight Connector 7">
              <a:extLst>
                <a:ext uri="{FF2B5EF4-FFF2-40B4-BE49-F238E27FC236}">
                  <a16:creationId xmlns:a16="http://schemas.microsoft.com/office/drawing/2014/main" id="{65A67119-BF50-F849-B90B-2A7D36C257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2149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Connector 9">
              <a:extLst>
                <a:ext uri="{FF2B5EF4-FFF2-40B4-BE49-F238E27FC236}">
                  <a16:creationId xmlns:a16="http://schemas.microsoft.com/office/drawing/2014/main" id="{D333F3E7-1576-5549-A23A-C5FC0A9C456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2494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Connector 7">
              <a:extLst>
                <a:ext uri="{FF2B5EF4-FFF2-40B4-BE49-F238E27FC236}">
                  <a16:creationId xmlns:a16="http://schemas.microsoft.com/office/drawing/2014/main" id="{214C652D-BE80-DE4E-AF8D-2B3F2D7304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2149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Line 37">
              <a:extLst>
                <a:ext uri="{FF2B5EF4-FFF2-40B4-BE49-F238E27FC236}">
                  <a16:creationId xmlns:a16="http://schemas.microsoft.com/office/drawing/2014/main" id="{772F8D04-5A3B-7C47-9831-5E39AF075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352"/>
              <a:ext cx="1776" cy="96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26" name="Straight Connector 9">
              <a:extLst>
                <a:ext uri="{FF2B5EF4-FFF2-40B4-BE49-F238E27FC236}">
                  <a16:creationId xmlns:a16="http://schemas.microsoft.com/office/drawing/2014/main" id="{CB9DA0C9-C64F-6B42-845C-6AD4C3EECB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2342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" name="Text Box 49">
              <a:extLst>
                <a:ext uri="{FF2B5EF4-FFF2-40B4-BE49-F238E27FC236}">
                  <a16:creationId xmlns:a16="http://schemas.microsoft.com/office/drawing/2014/main" id="{5FAE7802-A049-8341-99A0-895AC19E5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303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</p:grpSp>
      <p:grpSp>
        <p:nvGrpSpPr>
          <p:cNvPr id="28" name="Group 77">
            <a:extLst>
              <a:ext uri="{FF2B5EF4-FFF2-40B4-BE49-F238E27FC236}">
                <a16:creationId xmlns:a16="http://schemas.microsoft.com/office/drawing/2014/main" id="{50BF4E67-1D3F-434B-B103-219241A66017}"/>
              </a:ext>
            </a:extLst>
          </p:cNvPr>
          <p:cNvGrpSpPr>
            <a:grpSpLocks/>
          </p:cNvGrpSpPr>
          <p:nvPr/>
        </p:nvGrpSpPr>
        <p:grpSpPr bwMode="auto">
          <a:xfrm>
            <a:off x="3164910" y="3814110"/>
            <a:ext cx="4268788" cy="549275"/>
            <a:chOff x="2016" y="2592"/>
            <a:chExt cx="2689" cy="346"/>
          </a:xfrm>
        </p:grpSpPr>
        <p:cxnSp>
          <p:nvCxnSpPr>
            <p:cNvPr id="29" name="Straight Connector 7">
              <a:extLst>
                <a:ext uri="{FF2B5EF4-FFF2-40B4-BE49-F238E27FC236}">
                  <a16:creationId xmlns:a16="http://schemas.microsoft.com/office/drawing/2014/main" id="{D32641A6-F8D8-3C4B-844D-4D671C93C9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2592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Connector 9">
              <a:extLst>
                <a:ext uri="{FF2B5EF4-FFF2-40B4-BE49-F238E27FC236}">
                  <a16:creationId xmlns:a16="http://schemas.microsoft.com/office/drawing/2014/main" id="{3C5108A9-9EE4-BF48-9673-A6415E263B63}"/>
                </a:ext>
              </a:extLst>
            </p:cNvPr>
            <p:cNvCxnSpPr/>
            <p:nvPr/>
          </p:nvCxnSpPr>
          <p:spPr>
            <a:xfrm rot="10800000">
              <a:off x="3841" y="2937"/>
              <a:ext cx="864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>
              <a:extLst>
                <a:ext uri="{FF2B5EF4-FFF2-40B4-BE49-F238E27FC236}">
                  <a16:creationId xmlns:a16="http://schemas.microsoft.com/office/drawing/2014/main" id="{50BA46C8-7AEF-6646-823D-F2249BD3FE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1" y="2784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Text Box 12">
              <a:extLst>
                <a:ext uri="{FF2B5EF4-FFF2-40B4-BE49-F238E27FC236}">
                  <a16:creationId xmlns:a16="http://schemas.microsoft.com/office/drawing/2014/main" id="{8F36668A-D2E2-4E41-B062-C29FBF23E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" y="2745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33" name="Straight Connector 7">
              <a:extLst>
                <a:ext uri="{FF2B5EF4-FFF2-40B4-BE49-F238E27FC236}">
                  <a16:creationId xmlns:a16="http://schemas.microsoft.com/office/drawing/2014/main" id="{2D6BD2EB-B44B-7D48-9DA3-800D93756A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2592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Line 21">
              <a:extLst>
                <a:ext uri="{FF2B5EF4-FFF2-40B4-BE49-F238E27FC236}">
                  <a16:creationId xmlns:a16="http://schemas.microsoft.com/office/drawing/2014/main" id="{8DC0BA58-10F2-C64E-81BC-CFA60E8C4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794"/>
              <a:ext cx="1728" cy="48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5" name="Straight Connector 9">
              <a:extLst>
                <a:ext uri="{FF2B5EF4-FFF2-40B4-BE49-F238E27FC236}">
                  <a16:creationId xmlns:a16="http://schemas.microsoft.com/office/drawing/2014/main" id="{0C168FA0-CB08-1448-A805-F9EC88D79E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2640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Text Box 51">
              <a:extLst>
                <a:ext uri="{FF2B5EF4-FFF2-40B4-BE49-F238E27FC236}">
                  <a16:creationId xmlns:a16="http://schemas.microsoft.com/office/drawing/2014/main" id="{E8AC9750-7BC6-2545-8522-A740AB99C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601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</p:grpSp>
      <p:grpSp>
        <p:nvGrpSpPr>
          <p:cNvPr id="37" name="Group 78">
            <a:extLst>
              <a:ext uri="{FF2B5EF4-FFF2-40B4-BE49-F238E27FC236}">
                <a16:creationId xmlns:a16="http://schemas.microsoft.com/office/drawing/2014/main" id="{2C00235B-93B0-5D4B-ACA7-8AB80AB3045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501410"/>
            <a:ext cx="4267200" cy="735013"/>
            <a:chOff x="2016" y="2994"/>
            <a:chExt cx="2688" cy="463"/>
          </a:xfrm>
        </p:grpSpPr>
        <p:cxnSp>
          <p:nvCxnSpPr>
            <p:cNvPr id="38" name="Straight Connector 9">
              <a:extLst>
                <a:ext uri="{FF2B5EF4-FFF2-40B4-BE49-F238E27FC236}">
                  <a16:creationId xmlns:a16="http://schemas.microsoft.com/office/drawing/2014/main" id="{FC20A907-1FB5-5342-ABD4-3BE5E49DAC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3043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Straight Connector 7">
              <a:extLst>
                <a:ext uri="{FF2B5EF4-FFF2-40B4-BE49-F238E27FC236}">
                  <a16:creationId xmlns:a16="http://schemas.microsoft.com/office/drawing/2014/main" id="{5161EC09-1CCF-C745-8DDF-375C3ABBC4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2994"/>
              <a:ext cx="1" cy="46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Straight Connector 9">
              <a:extLst>
                <a:ext uri="{FF2B5EF4-FFF2-40B4-BE49-F238E27FC236}">
                  <a16:creationId xmlns:a16="http://schemas.microsoft.com/office/drawing/2014/main" id="{DAB76994-F7CE-6C49-9118-306DAF03A7FE}"/>
                </a:ext>
              </a:extLst>
            </p:cNvPr>
            <p:cNvCxnSpPr/>
            <p:nvPr/>
          </p:nvCxnSpPr>
          <p:spPr>
            <a:xfrm rot="10800000">
              <a:off x="3840" y="3456"/>
              <a:ext cx="864" cy="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9">
              <a:extLst>
                <a:ext uri="{FF2B5EF4-FFF2-40B4-BE49-F238E27FC236}">
                  <a16:creationId xmlns:a16="http://schemas.microsoft.com/office/drawing/2014/main" id="{86CC4E07-062C-1443-A017-AAC9A72229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3303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Text Box 17">
              <a:extLst>
                <a:ext uri="{FF2B5EF4-FFF2-40B4-BE49-F238E27FC236}">
                  <a16:creationId xmlns:a16="http://schemas.microsoft.com/office/drawing/2014/main" id="{BDDF4B28-614E-DA4F-942C-4B670BDE8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264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43" name="Straight Connector 9">
              <a:extLst>
                <a:ext uri="{FF2B5EF4-FFF2-40B4-BE49-F238E27FC236}">
                  <a16:creationId xmlns:a16="http://schemas.microsoft.com/office/drawing/2014/main" id="{F2C9E52B-7CFE-8043-8128-2BB9C135C9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3159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" name="Text Box 20">
              <a:extLst>
                <a:ext uri="{FF2B5EF4-FFF2-40B4-BE49-F238E27FC236}">
                  <a16:creationId xmlns:a16="http://schemas.microsoft.com/office/drawing/2014/main" id="{B9E4E155-8991-FB40-B1E0-611A49230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120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sp>
          <p:nvSpPr>
            <p:cNvPr id="45" name="Line 22">
              <a:extLst>
                <a:ext uri="{FF2B5EF4-FFF2-40B4-BE49-F238E27FC236}">
                  <a16:creationId xmlns:a16="http://schemas.microsoft.com/office/drawing/2014/main" id="{677F949D-A38D-924B-AF09-D8F850D43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033"/>
              <a:ext cx="1727" cy="135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46" name="Straight Connector 7">
              <a:extLst>
                <a:ext uri="{FF2B5EF4-FFF2-40B4-BE49-F238E27FC236}">
                  <a16:creationId xmlns:a16="http://schemas.microsoft.com/office/drawing/2014/main" id="{728849AF-99DF-E24B-8D64-02DDA98311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2994"/>
              <a:ext cx="1" cy="46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Text Box 54">
              <a:extLst>
                <a:ext uri="{FF2B5EF4-FFF2-40B4-BE49-F238E27FC236}">
                  <a16:creationId xmlns:a16="http://schemas.microsoft.com/office/drawing/2014/main" id="{2B081226-3E26-BB46-A5B9-729F57922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994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(</a:t>
              </a:r>
            </a:p>
          </p:txBody>
        </p:sp>
      </p:grpSp>
      <p:grpSp>
        <p:nvGrpSpPr>
          <p:cNvPr id="48" name="Group 57">
            <a:extLst>
              <a:ext uri="{FF2B5EF4-FFF2-40B4-BE49-F238E27FC236}">
                <a16:creationId xmlns:a16="http://schemas.microsoft.com/office/drawing/2014/main" id="{E3A398E8-C449-A14F-9486-04B5B3A303E2}"/>
              </a:ext>
            </a:extLst>
          </p:cNvPr>
          <p:cNvGrpSpPr>
            <a:grpSpLocks/>
          </p:cNvGrpSpPr>
          <p:nvPr/>
        </p:nvGrpSpPr>
        <p:grpSpPr bwMode="auto">
          <a:xfrm>
            <a:off x="3072445" y="5438862"/>
            <a:ext cx="4343400" cy="547688"/>
            <a:chOff x="1968" y="3648"/>
            <a:chExt cx="2736" cy="345"/>
          </a:xfrm>
        </p:grpSpPr>
        <p:cxnSp>
          <p:nvCxnSpPr>
            <p:cNvPr id="49" name="Straight Connector 7">
              <a:extLst>
                <a:ext uri="{FF2B5EF4-FFF2-40B4-BE49-F238E27FC236}">
                  <a16:creationId xmlns:a16="http://schemas.microsoft.com/office/drawing/2014/main" id="{ABCDE59A-871D-9946-A1D6-96760CC079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3648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9">
              <a:extLst>
                <a:ext uri="{FF2B5EF4-FFF2-40B4-BE49-F238E27FC236}">
                  <a16:creationId xmlns:a16="http://schemas.microsoft.com/office/drawing/2014/main" id="{44451285-0408-5243-9890-040A6535EB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3985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9">
              <a:extLst>
                <a:ext uri="{FF2B5EF4-FFF2-40B4-BE49-F238E27FC236}">
                  <a16:creationId xmlns:a16="http://schemas.microsoft.com/office/drawing/2014/main" id="{06A6C8CD-59AA-EC46-AE76-9CFC3CBF93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3840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Text Box 27">
              <a:extLst>
                <a:ext uri="{FF2B5EF4-FFF2-40B4-BE49-F238E27FC236}">
                  <a16:creationId xmlns:a16="http://schemas.microsoft.com/office/drawing/2014/main" id="{7D9B7230-4E4D-2A49-88D3-D7F745E63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801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  <p:cxnSp>
          <p:nvCxnSpPr>
            <p:cNvPr id="53" name="Straight Connector 7">
              <a:extLst>
                <a:ext uri="{FF2B5EF4-FFF2-40B4-BE49-F238E27FC236}">
                  <a16:creationId xmlns:a16="http://schemas.microsoft.com/office/drawing/2014/main" id="{6C3DB1E0-178B-7D49-B875-474F603F28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3648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" name="Line 29">
              <a:extLst>
                <a:ext uri="{FF2B5EF4-FFF2-40B4-BE49-F238E27FC236}">
                  <a16:creationId xmlns:a16="http://schemas.microsoft.com/office/drawing/2014/main" id="{D665AA1A-645C-F14F-B7A9-D905BFDAB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792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5" name="Straight Connector 9">
              <a:extLst>
                <a:ext uri="{FF2B5EF4-FFF2-40B4-BE49-F238E27FC236}">
                  <a16:creationId xmlns:a16="http://schemas.microsoft.com/office/drawing/2014/main" id="{93D0750B-BE9D-C747-8894-7568D2433B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40" y="3705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Text Box 56">
              <a:extLst>
                <a:ext uri="{FF2B5EF4-FFF2-40B4-BE49-F238E27FC236}">
                  <a16:creationId xmlns:a16="http://schemas.microsoft.com/office/drawing/2014/main" id="{5D831F1B-2A27-FD4C-A2FA-9BAB1B7D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666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[</a:t>
              </a:r>
            </a:p>
          </p:txBody>
        </p:sp>
      </p:grpSp>
      <p:sp>
        <p:nvSpPr>
          <p:cNvPr id="57" name="Text Box 57">
            <a:extLst>
              <a:ext uri="{FF2B5EF4-FFF2-40B4-BE49-F238E27FC236}">
                <a16:creationId xmlns:a16="http://schemas.microsoft.com/office/drawing/2014/main" id="{25EF346B-7B00-5046-BB45-5742CD683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763" y="5467437"/>
            <a:ext cx="2000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6C2A5E"/>
                </a:solidFill>
              </a:rPr>
              <a:t>Stack Not Empty</a:t>
            </a:r>
          </a:p>
          <a:p>
            <a:pPr eaLnBrk="1" hangingPunct="1"/>
            <a:r>
              <a:rPr lang="en-US" altLang="en-US" b="1" dirty="0">
                <a:solidFill>
                  <a:srgbClr val="6C2A5E"/>
                </a:solidFill>
              </a:rPr>
              <a:t>Error!</a:t>
            </a:r>
          </a:p>
        </p:txBody>
      </p:sp>
      <p:sp>
        <p:nvSpPr>
          <p:cNvPr id="58" name="Footer Placeholder 57">
            <a:extLst>
              <a:ext uri="{FF2B5EF4-FFF2-40B4-BE49-F238E27FC236}">
                <a16:creationId xmlns:a16="http://schemas.microsoft.com/office/drawing/2014/main" id="{61852D19-587D-7C42-9A40-8FBCFFF9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59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726B4-0C3C-B44B-907E-72D4B01C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4EEAC-B633-974C-9CEA-58F5F9B8FBA2}"/>
              </a:ext>
            </a:extLst>
          </p:cNvPr>
          <p:cNvSpPr txBox="1">
            <a:spLocks/>
          </p:cNvSpPr>
          <p:nvPr/>
        </p:nvSpPr>
        <p:spPr>
          <a:xfrm>
            <a:off x="228600" y="1371600"/>
            <a:ext cx="4114800" cy="541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b="1">
                <a:solidFill>
                  <a:srgbClr val="0000CC"/>
                </a:solidFill>
              </a:rPr>
              <a:t>(a - b * c) ] / [[(a – b) ^ c] </a:t>
            </a: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(	</a:t>
            </a:r>
            <a:r>
              <a:rPr lang="en-US" altLang="en-US" sz="2400">
                <a:sym typeface="Wingdings" pitchFamily="2" charset="2"/>
              </a:rPr>
              <a:t> Push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(</a:t>
            </a:r>
            <a:r>
              <a:rPr lang="en-US" altLang="en-US" sz="240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a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-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b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*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c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)	</a:t>
            </a:r>
            <a:r>
              <a:rPr lang="en-US" altLang="en-US" sz="2400">
                <a:sym typeface="Wingdings" pitchFamily="2" charset="2"/>
              </a:rPr>
              <a:t> Pop </a:t>
            </a:r>
            <a:r>
              <a:rPr lang="en-US" altLang="en-US" sz="2400">
                <a:solidFill>
                  <a:srgbClr val="0000CC"/>
                </a:solidFill>
                <a:sym typeface="Wingdings" pitchFamily="2" charset="2"/>
              </a:rPr>
              <a:t>	</a:t>
            </a:r>
            <a:endParaRPr lang="en-US" altLang="en-US" sz="2400">
              <a:solidFill>
                <a:srgbClr val="0000CC"/>
              </a:solidFill>
            </a:endParaRPr>
          </a:p>
          <a:p>
            <a:r>
              <a:rPr lang="en-US" altLang="en-US" sz="2400"/>
              <a:t>Read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>
                <a:solidFill>
                  <a:srgbClr val="0000CC"/>
                </a:solidFill>
                <a:sym typeface="Wingdings" pitchFamily="2" charset="2"/>
              </a:rPr>
              <a:t>]</a:t>
            </a:r>
            <a:r>
              <a:rPr lang="en-US" altLang="en-US" sz="2400" b="1">
                <a:solidFill>
                  <a:srgbClr val="0000CC"/>
                </a:solidFill>
                <a:sym typeface="Wingdings" pitchFamily="2" charset="2"/>
              </a:rPr>
              <a:t>	</a:t>
            </a:r>
            <a:r>
              <a:rPr lang="en-US" altLang="en-US" sz="2400">
                <a:sym typeface="Wingdings" pitchFamily="2" charset="2"/>
              </a:rPr>
              <a:t> Pop </a:t>
            </a:r>
            <a:r>
              <a:rPr lang="en-US" altLang="en-US" sz="2400">
                <a:solidFill>
                  <a:srgbClr val="0000CC"/>
                </a:solidFill>
                <a:sym typeface="Wingdings" pitchFamily="2" charset="2"/>
              </a:rPr>
              <a:t>	</a:t>
            </a:r>
          </a:p>
        </p:txBody>
      </p:sp>
      <p:grpSp>
        <p:nvGrpSpPr>
          <p:cNvPr id="5" name="Group 17">
            <a:extLst>
              <a:ext uri="{FF2B5EF4-FFF2-40B4-BE49-F238E27FC236}">
                <a16:creationId xmlns:a16="http://schemas.microsoft.com/office/drawing/2014/main" id="{C17EEC17-DAF7-4340-8903-9A7EF924828A}"/>
              </a:ext>
            </a:extLst>
          </p:cNvPr>
          <p:cNvGrpSpPr>
            <a:grpSpLocks/>
          </p:cNvGrpSpPr>
          <p:nvPr/>
        </p:nvGrpSpPr>
        <p:grpSpPr bwMode="auto">
          <a:xfrm>
            <a:off x="3427413" y="1662113"/>
            <a:ext cx="4041775" cy="547687"/>
            <a:chOff x="2159" y="1047"/>
            <a:chExt cx="2546" cy="345"/>
          </a:xfrm>
        </p:grpSpPr>
        <p:cxnSp>
          <p:nvCxnSpPr>
            <p:cNvPr id="6" name="Straight Connector 7">
              <a:extLst>
                <a:ext uri="{FF2B5EF4-FFF2-40B4-BE49-F238E27FC236}">
                  <a16:creationId xmlns:a16="http://schemas.microsoft.com/office/drawing/2014/main" id="{EBA726F6-79CC-1B48-8E25-DBD855CE3B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40" y="104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9">
              <a:extLst>
                <a:ext uri="{FF2B5EF4-FFF2-40B4-BE49-F238E27FC236}">
                  <a16:creationId xmlns:a16="http://schemas.microsoft.com/office/drawing/2014/main" id="{00810864-B8F3-A94A-8C09-B2373A71EF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1384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9">
              <a:extLst>
                <a:ext uri="{FF2B5EF4-FFF2-40B4-BE49-F238E27FC236}">
                  <a16:creationId xmlns:a16="http://schemas.microsoft.com/office/drawing/2014/main" id="{250A9BA5-129B-0B43-8966-266EF5318E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1239"/>
              <a:ext cx="864" cy="1"/>
            </a:xfrm>
            <a:prstGeom prst="line">
              <a:avLst/>
            </a:prstGeom>
            <a:noFill/>
            <a:ln w="1905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D8C4D621-CCC1-7844-9A1D-66AFE5532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00"/>
              <a:ext cx="1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00CC"/>
                  </a:solidFill>
                </a:rPr>
                <a:t>(</a:t>
              </a:r>
            </a:p>
          </p:txBody>
        </p:sp>
        <p:cxnSp>
          <p:nvCxnSpPr>
            <p:cNvPr id="10" name="Straight Connector 7">
              <a:extLst>
                <a:ext uri="{FF2B5EF4-FFF2-40B4-BE49-F238E27FC236}">
                  <a16:creationId xmlns:a16="http://schemas.microsoft.com/office/drawing/2014/main" id="{CB193C0F-3A4F-B841-B622-598CDFD0D9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4" y="1047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Line 23">
              <a:extLst>
                <a:ext uri="{FF2B5EF4-FFF2-40B4-BE49-F238E27FC236}">
                  <a16:creationId xmlns:a16="http://schemas.microsoft.com/office/drawing/2014/main" id="{8E9E5174-93C9-F248-8563-A43A51277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287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8">
            <a:extLst>
              <a:ext uri="{FF2B5EF4-FFF2-40B4-BE49-F238E27FC236}">
                <a16:creationId xmlns:a16="http://schemas.microsoft.com/office/drawing/2014/main" id="{0495F877-01B7-4642-81AE-C9A837329AB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267200"/>
            <a:ext cx="4343400" cy="547688"/>
            <a:chOff x="1968" y="2688"/>
            <a:chExt cx="2736" cy="345"/>
          </a:xfrm>
        </p:grpSpPr>
        <p:cxnSp>
          <p:nvCxnSpPr>
            <p:cNvPr id="13" name="Straight Connector 7">
              <a:extLst>
                <a:ext uri="{FF2B5EF4-FFF2-40B4-BE49-F238E27FC236}">
                  <a16:creationId xmlns:a16="http://schemas.microsoft.com/office/drawing/2014/main" id="{0DAB7A13-2169-A549-B2BF-C33BB801D7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9" y="2688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Straight Connector 9">
              <a:extLst>
                <a:ext uri="{FF2B5EF4-FFF2-40B4-BE49-F238E27FC236}">
                  <a16:creationId xmlns:a16="http://schemas.microsoft.com/office/drawing/2014/main" id="{B6403B83-1025-CF4E-B1C1-4631050CC7F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40" y="3025"/>
              <a:ext cx="864" cy="1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Straight Connector 7">
              <a:extLst>
                <a:ext uri="{FF2B5EF4-FFF2-40B4-BE49-F238E27FC236}">
                  <a16:creationId xmlns:a16="http://schemas.microsoft.com/office/drawing/2014/main" id="{F98DFABC-38E0-0A47-A39B-D8471FC622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03" y="2688"/>
              <a:ext cx="1" cy="345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8A7DF048-CFAB-CB41-B096-BD37C9715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937"/>
              <a:ext cx="1632" cy="0"/>
            </a:xfrm>
            <a:prstGeom prst="line">
              <a:avLst/>
            </a:prstGeom>
            <a:noFill/>
            <a:ln w="9525">
              <a:solidFill>
                <a:srgbClr val="BE709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Line 38">
            <a:extLst>
              <a:ext uri="{FF2B5EF4-FFF2-40B4-BE49-F238E27FC236}">
                <a16:creationId xmlns:a16="http://schemas.microsoft.com/office/drawing/2014/main" id="{41CC344E-F6E6-3E47-A7B0-831E0ADAA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675" y="5181600"/>
            <a:ext cx="2286000" cy="0"/>
          </a:xfrm>
          <a:prstGeom prst="line">
            <a:avLst/>
          </a:prstGeom>
          <a:noFill/>
          <a:ln w="9525">
            <a:solidFill>
              <a:srgbClr val="BE7093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9">
            <a:extLst>
              <a:ext uri="{FF2B5EF4-FFF2-40B4-BE49-F238E27FC236}">
                <a16:creationId xmlns:a16="http://schemas.microsoft.com/office/drawing/2014/main" id="{2A84011B-AC75-6B46-8F27-45AD6C2FE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4922838"/>
            <a:ext cx="266382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6C2A5E"/>
                </a:solidFill>
              </a:rPr>
              <a:t>Stack Empty</a:t>
            </a:r>
          </a:p>
          <a:p>
            <a:pPr eaLnBrk="1" hangingPunct="1"/>
            <a:r>
              <a:rPr lang="en-US" altLang="en-US" sz="1400" b="1">
                <a:solidFill>
                  <a:srgbClr val="6C2A5E"/>
                </a:solidFill>
              </a:rPr>
              <a:t>No matching opening symbol</a:t>
            </a:r>
          </a:p>
          <a:p>
            <a:pPr eaLnBrk="1" hangingPunct="1"/>
            <a:r>
              <a:rPr lang="en-US" altLang="en-US" sz="1400" b="1">
                <a:solidFill>
                  <a:srgbClr val="6C2A5E"/>
                </a:solidFill>
              </a:rPr>
              <a:t>Error!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9825E29-C4B4-864C-B0DB-8F8C88D5DAA7}"/>
              </a:ext>
            </a:extLst>
          </p:cNvPr>
          <p:cNvSpPr txBox="1">
            <a:spLocks/>
          </p:cNvSpPr>
          <p:nvPr/>
        </p:nvSpPr>
        <p:spPr bwMode="auto">
          <a:xfrm>
            <a:off x="227013" y="186385"/>
            <a:ext cx="7239000" cy="1143000"/>
          </a:xfrm>
          <a:prstGeom prst="rect">
            <a:avLst/>
          </a:prstGeom>
        </p:spPr>
        <p:txBody>
          <a:bodyPr wrap="square" numCol="1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>
                <a:solidFill>
                  <a:srgbClr val="E68900"/>
                </a:solidFill>
              </a:rPr>
              <a:t>EXAMPLE: STACKS USED FOR BALANCING SYMBOLS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D488E-5EC7-D04B-854F-96F776E9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78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5A60A0-DAB1-9646-819C-F11104D9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6AE557-3F5E-1346-8520-5A0C5704C5D8}"/>
              </a:ext>
            </a:extLst>
          </p:cNvPr>
          <p:cNvSpPr/>
          <p:nvPr/>
        </p:nvSpPr>
        <p:spPr>
          <a:xfrm>
            <a:off x="0" y="411924"/>
            <a:ext cx="4657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Postfix and Infix expression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76CA5-37FF-4B42-AA4D-B1C6450E02B0}"/>
              </a:ext>
            </a:extLst>
          </p:cNvPr>
          <p:cNvSpPr/>
          <p:nvPr/>
        </p:nvSpPr>
        <p:spPr>
          <a:xfrm>
            <a:off x="1437354" y="3524896"/>
            <a:ext cx="4953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Equivalent Postfix Expression</a:t>
            </a:r>
          </a:p>
          <a:p>
            <a:endParaRPr lang="en-US" b="1" dirty="0"/>
          </a:p>
          <a:p>
            <a:r>
              <a:rPr lang="en-US" dirty="0"/>
              <a:t>5 3 + 8 *</a:t>
            </a:r>
          </a:p>
          <a:p>
            <a:endParaRPr lang="en-US" dirty="0"/>
          </a:p>
          <a:p>
            <a:r>
              <a:rPr lang="en-US" dirty="0"/>
              <a:t>No parentheses needed, evaluated left to right using a stack.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AFCF-3AAF-8F41-8043-AA5AB4EFE086}"/>
              </a:ext>
            </a:extLst>
          </p:cNvPr>
          <p:cNvSpPr/>
          <p:nvPr/>
        </p:nvSpPr>
        <p:spPr>
          <a:xfrm>
            <a:off x="1437354" y="1491356"/>
            <a:ext cx="4953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Infix Expression</a:t>
            </a:r>
          </a:p>
          <a:p>
            <a:endParaRPr lang="en-US" b="1" dirty="0"/>
          </a:p>
          <a:p>
            <a:r>
              <a:rPr lang="en-US" dirty="0"/>
              <a:t>(5 + 3) * 8</a:t>
            </a:r>
          </a:p>
          <a:p>
            <a:endParaRPr lang="en-US" dirty="0"/>
          </a:p>
          <a:p>
            <a:r>
              <a:rPr lang="en-US" dirty="0"/>
              <a:t>Parentheses determine precedence.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17F60-6ED6-A149-8988-F5258E6D0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84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1C397E-F27C-624A-AA5B-A8D20FF2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5BE6B0-0CEA-A146-B89D-09BEBF72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93826-7530-D84D-A238-61A3045770AA}"/>
              </a:ext>
            </a:extLst>
          </p:cNvPr>
          <p:cNvSpPr/>
          <p:nvPr/>
        </p:nvSpPr>
        <p:spPr>
          <a:xfrm>
            <a:off x="804863" y="141688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 </a:t>
            </a:r>
            <a:r>
              <a:rPr lang="en-US" b="1" dirty="0">
                <a:solidFill>
                  <a:srgbClr val="0070C0"/>
                </a:solidFill>
              </a:rPr>
              <a:t>infix notation</a:t>
            </a:r>
            <a:r>
              <a:rPr lang="en-US" dirty="0"/>
              <a:t>, the </a:t>
            </a:r>
            <a:r>
              <a:rPr lang="en-US" b="1" dirty="0">
                <a:solidFill>
                  <a:srgbClr val="0070C0"/>
                </a:solidFill>
              </a:rPr>
              <a:t>operator</a:t>
            </a:r>
            <a:r>
              <a:rPr lang="en-US" dirty="0"/>
              <a:t> is written </a:t>
            </a:r>
            <a:r>
              <a:rPr lang="en-US" b="1" dirty="0">
                <a:solidFill>
                  <a:srgbClr val="0070C0"/>
                </a:solidFill>
              </a:rPr>
              <a:t>between</a:t>
            </a:r>
            <a:r>
              <a:rPr lang="en-US" dirty="0"/>
              <a:t> the operands.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85755-42EA-4A49-92FA-9FF9263C4A22}"/>
              </a:ext>
            </a:extLst>
          </p:cNvPr>
          <p:cNvSpPr/>
          <p:nvPr/>
        </p:nvSpPr>
        <p:spPr>
          <a:xfrm>
            <a:off x="804863" y="334997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Requires operator precedence (e.g., * before +) and parentheses to indicate order.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79D56-1669-7049-B003-21280981E8BA}"/>
              </a:ext>
            </a:extLst>
          </p:cNvPr>
          <p:cNvSpPr/>
          <p:nvPr/>
        </p:nvSpPr>
        <p:spPr>
          <a:xfrm>
            <a:off x="804863" y="249016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This is the normal way humans write mathematical expressions.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E77AA-5492-B44F-A2DC-7BA39B8A0FA3}"/>
              </a:ext>
            </a:extLst>
          </p:cNvPr>
          <p:cNvSpPr/>
          <p:nvPr/>
        </p:nvSpPr>
        <p:spPr>
          <a:xfrm>
            <a:off x="804863" y="4288248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Check operator precedence (like * before)</a:t>
            </a:r>
          </a:p>
          <a:p>
            <a:pPr marL="285750" indent="-285750">
              <a:buFontTx/>
              <a:buChar char="-"/>
            </a:pPr>
            <a:r>
              <a:rPr lang="en-US" dirty="0"/>
              <a:t>Handle parentheses properly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FEA70-5CEE-194E-A558-DD3D1672216E}"/>
              </a:ext>
            </a:extLst>
          </p:cNvPr>
          <p:cNvSpPr/>
          <p:nvPr/>
        </p:nvSpPr>
        <p:spPr>
          <a:xfrm>
            <a:off x="156418" y="500623"/>
            <a:ext cx="2369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Infix expression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96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DB4D40-B7C3-9E48-A9D1-C57693B6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71503-6CCB-874B-8DA5-94FFD06E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7A2B4-095E-5B45-8D3D-740BFEC13A91}"/>
              </a:ext>
            </a:extLst>
          </p:cNvPr>
          <p:cNvSpPr/>
          <p:nvPr/>
        </p:nvSpPr>
        <p:spPr>
          <a:xfrm>
            <a:off x="804863" y="149537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 postfix notation (also called Reverse Polish Notation or RPN), the operator comes after the operands.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B7D40-4A8F-404B-8AD4-8D09D5345C8D}"/>
              </a:ext>
            </a:extLst>
          </p:cNvPr>
          <p:cNvSpPr/>
          <p:nvPr/>
        </p:nvSpPr>
        <p:spPr>
          <a:xfrm>
            <a:off x="890924" y="3002532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No need for parentheses or precedence rules because the order of operations is implicitly clear by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B4B08-33EB-0D46-B432-0DE9DF4C1131}"/>
              </a:ext>
            </a:extLst>
          </p:cNvPr>
          <p:cNvSpPr/>
          <p:nvPr/>
        </p:nvSpPr>
        <p:spPr>
          <a:xfrm>
            <a:off x="220965" y="451769"/>
            <a:ext cx="2707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Postfix expression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673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CA2C42-341F-5945-88B8-117360DD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60938F-E61F-B041-B22E-C384660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0CD02-302C-5D4C-A255-B183BD188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695450"/>
            <a:ext cx="76708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4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10EBB-7015-6243-972F-A0CDFA07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89C8D-7F3C-D648-B823-0505ED59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F4E94-1BAB-3B48-A80A-505E9397A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1130300"/>
            <a:ext cx="76581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8F2E81-43B0-8846-BAD9-8D301B66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1C330-1ED0-A44F-9CF1-85299DC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E7010-07F6-FD4E-B1F3-83894E0B9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0" y="1276350"/>
            <a:ext cx="76327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2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3F45D5-0FBC-1E46-B645-F0D0BF34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4B835-EF5C-1D43-9234-EFD4EF25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24B51-CAEA-F342-8685-508898FFA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50" y="1250950"/>
            <a:ext cx="76327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0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2FAACE-336C-3C45-ADDC-96610706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B1482-95A8-304D-90DE-73089CC7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03796-5649-BD40-A4E2-7B459BC57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238250"/>
            <a:ext cx="7810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FE27B7-3C7B-F348-B3F3-F2449C6F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9B197-1DE5-E045-8F99-3AE71910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DD7ED5-9C0C-274F-A8E0-A6BA8E9AD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1327150"/>
            <a:ext cx="75184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2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2897B0-DEC4-524D-A7EC-053B2243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812824-4BFB-0A48-AE9C-3E19E399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B7A33-D05F-A94C-9414-2EAE56F00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314450"/>
            <a:ext cx="72898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3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BCBE08-FC6B-7F46-A82A-82E08B60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BB81C1-6859-9D41-AA92-B638B60F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E84D1-1C4D-FC4C-8095-F85BF5A8A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" y="1238250"/>
            <a:ext cx="76835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4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81978A-1AF0-0848-B6DD-E6551ACC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5316D-800F-3C49-B124-947EE794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402C5-2CEE-0442-AAF2-87BB86170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1365250"/>
            <a:ext cx="79375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6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3BAA8D-787F-B840-831A-BE503439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915C9-924A-F044-B47B-A1453621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11785-C21A-8940-ABA5-5BB92FEEF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1282700"/>
            <a:ext cx="77216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5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E45514-B911-4C45-89A5-4EA68E6B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1FD7F-B694-D04F-844D-1C4B589D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7C303-59BA-4E43-807F-2FF947912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282700"/>
            <a:ext cx="72390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A546F9-79AA-AF4A-A791-8BE43180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0542F-5E77-3A44-B625-A0A50E38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30CBA-30E3-F848-81DF-FDAA7E231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1339850"/>
            <a:ext cx="73533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1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AD62D5-F795-964E-9796-E99E20E8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40FD1-7C9C-F146-856E-CCD0518D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34</a:t>
            </a:fld>
            <a:endParaRPr lang="zh-CN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A6C042-C340-E544-92F3-5E8B86E1E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43140"/>
              </p:ext>
            </p:extLst>
          </p:nvPr>
        </p:nvGraphicFramePr>
        <p:xfrm>
          <a:off x="681038" y="2721134"/>
          <a:ext cx="8543924" cy="2560320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2888731482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3605612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Infix Expression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Equivalent Postfix Expression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32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ab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0234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 + b *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abc *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4712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a * b +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ab * c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012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(a + b) *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ab + c 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63956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(a – b) * (c + 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ab – cd + 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1857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(a + b) * (c – d / e) + 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ab + </a:t>
                      </a:r>
                      <a:r>
                        <a:rPr lang="en-US" sz="1800" dirty="0" err="1"/>
                        <a:t>cde</a:t>
                      </a:r>
                      <a:r>
                        <a:rPr lang="en-US" sz="1800" dirty="0"/>
                        <a:t> / – * f 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240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23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D78ABE-8CBB-684B-A383-C112BE58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F452BD8-2A46-104B-A9EF-7D639D30562F}"/>
              </a:ext>
            </a:extLst>
          </p:cNvPr>
          <p:cNvSpPr txBox="1">
            <a:spLocks/>
          </p:cNvSpPr>
          <p:nvPr/>
        </p:nvSpPr>
        <p:spPr bwMode="auto">
          <a:xfrm>
            <a:off x="189571" y="20161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rgbClr val="E68900"/>
                </a:solidFill>
              </a:rPr>
              <a:t>STACK USED TO EVALUATE A POSTFIX EXPRESSION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8A030FE-1F2D-5C43-8C52-6596EEB5E643}"/>
              </a:ext>
            </a:extLst>
          </p:cNvPr>
          <p:cNvSpPr txBox="1">
            <a:spLocks/>
          </p:cNvSpPr>
          <p:nvPr/>
        </p:nvSpPr>
        <p:spPr>
          <a:xfrm>
            <a:off x="345688" y="1344612"/>
            <a:ext cx="7239000" cy="4846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419100">
              <a:buFont typeface="Wingdings 2" pitchFamily="2" charset="2"/>
              <a:buAutoNum type="arabicPeriod"/>
            </a:pPr>
            <a:r>
              <a:rPr lang="en-US" altLang="en-US" sz="2000" dirty="0"/>
              <a:t>Make an empty </a:t>
            </a:r>
            <a:r>
              <a:rPr lang="en-US" altLang="en-US" sz="2000" b="1" i="1" dirty="0">
                <a:solidFill>
                  <a:srgbClr val="0000CC"/>
                </a:solidFill>
              </a:rPr>
              <a:t>STACK</a:t>
            </a:r>
          </a:p>
          <a:p>
            <a:pPr marL="419100" indent="-419100">
              <a:buFont typeface="Wingdings 2" pitchFamily="2" charset="2"/>
              <a:buAutoNum type="arabicPeriod"/>
            </a:pPr>
            <a:r>
              <a:rPr lang="en-US" altLang="en-US" sz="2000" dirty="0"/>
              <a:t>Add a right parenthesis ‘</a:t>
            </a:r>
            <a:r>
              <a:rPr lang="en-US" altLang="en-US" sz="2000" b="1" dirty="0">
                <a:solidFill>
                  <a:srgbClr val="0000CC"/>
                </a:solidFill>
              </a:rPr>
              <a:t>)</a:t>
            </a:r>
            <a:r>
              <a:rPr lang="en-US" altLang="en-US" sz="2000" dirty="0"/>
              <a:t>’ at the end of expression </a:t>
            </a:r>
            <a:r>
              <a:rPr lang="en-US" altLang="en-US" sz="2000" b="1" i="1" dirty="0">
                <a:solidFill>
                  <a:srgbClr val="0000CC"/>
                </a:solidFill>
              </a:rPr>
              <a:t>P</a:t>
            </a:r>
          </a:p>
          <a:p>
            <a:pPr marL="419100" indent="-419100">
              <a:buFont typeface="Wingdings 2" pitchFamily="2" charset="2"/>
              <a:buAutoNum type="arabicPeriod"/>
            </a:pPr>
            <a:r>
              <a:rPr lang="en-US" altLang="en-US" sz="2000" dirty="0"/>
              <a:t>Scan </a:t>
            </a:r>
            <a:r>
              <a:rPr lang="en-US" altLang="en-US" sz="2000" b="1" i="1" dirty="0">
                <a:solidFill>
                  <a:srgbClr val="0000CC"/>
                </a:solidFill>
              </a:rPr>
              <a:t>P</a:t>
            </a:r>
            <a:r>
              <a:rPr lang="en-US" altLang="en-US" sz="2000" dirty="0"/>
              <a:t> from left to right and </a:t>
            </a:r>
            <a:r>
              <a:rPr lang="en-US" altLang="en-US" sz="2000" b="1" dirty="0"/>
              <a:t>repeat</a:t>
            </a:r>
            <a:r>
              <a:rPr lang="en-US" altLang="en-US" sz="2000" dirty="0"/>
              <a:t> the following steps for each element of </a:t>
            </a:r>
            <a:r>
              <a:rPr lang="en-US" altLang="en-US" sz="2000" b="1" i="1" dirty="0">
                <a:solidFill>
                  <a:srgbClr val="0000CC"/>
                </a:solidFill>
              </a:rPr>
              <a:t>P</a:t>
            </a:r>
            <a:r>
              <a:rPr lang="en-US" altLang="en-US" sz="2000" dirty="0"/>
              <a:t> until the sentinel ‘</a:t>
            </a:r>
            <a:r>
              <a:rPr lang="en-US" altLang="en-US" sz="2000" b="1" dirty="0">
                <a:solidFill>
                  <a:srgbClr val="0000CC"/>
                </a:solidFill>
              </a:rPr>
              <a:t>)</a:t>
            </a:r>
            <a:r>
              <a:rPr lang="en-US" altLang="en-US" sz="2000" dirty="0"/>
              <a:t>’ is encountered</a:t>
            </a:r>
          </a:p>
          <a:p>
            <a:pPr marL="692150" lvl="1" indent="-400050"/>
            <a:r>
              <a:rPr lang="en-US" altLang="en-US" sz="1800" dirty="0"/>
              <a:t>If an operand is encountered</a:t>
            </a:r>
          </a:p>
          <a:p>
            <a:pPr marL="873125" lvl="2" indent="-342900"/>
            <a:r>
              <a:rPr lang="en-US" altLang="en-US" sz="1600" dirty="0"/>
              <a:t>Push the operand into the </a:t>
            </a:r>
            <a:r>
              <a:rPr lang="en-US" altLang="en-US" sz="1600" b="1" i="1" dirty="0">
                <a:solidFill>
                  <a:srgbClr val="0000CC"/>
                </a:solidFill>
              </a:rPr>
              <a:t>STACK</a:t>
            </a:r>
          </a:p>
          <a:p>
            <a:pPr marL="692150" lvl="1" indent="-400050"/>
            <a:r>
              <a:rPr lang="en-US" altLang="en-US" sz="1800" dirty="0"/>
              <a:t>Else if an operator </a:t>
            </a:r>
            <a:r>
              <a:rPr lang="en-US" altLang="en-US" sz="1800" b="1" dirty="0">
                <a:solidFill>
                  <a:srgbClr val="0000CC"/>
                </a:solidFill>
              </a:rPr>
              <a:t>® </a:t>
            </a:r>
            <a:r>
              <a:rPr lang="en-US" altLang="en-US" sz="1800" dirty="0"/>
              <a:t>is encountered</a:t>
            </a:r>
          </a:p>
          <a:p>
            <a:pPr marL="1119188" lvl="3" indent="-342900">
              <a:buFont typeface="Wingdings 2" pitchFamily="2" charset="2"/>
              <a:buAutoNum type="alphaLcParenBoth"/>
            </a:pPr>
            <a:r>
              <a:rPr lang="en-US" altLang="en-US" sz="1600" dirty="0"/>
              <a:t>Remove the top two elements </a:t>
            </a:r>
            <a:r>
              <a:rPr lang="en-US" altLang="en-US" sz="1600" b="1" i="1" dirty="0">
                <a:solidFill>
                  <a:srgbClr val="0000CC"/>
                </a:solidFill>
              </a:rPr>
              <a:t>A</a:t>
            </a:r>
            <a:r>
              <a:rPr lang="en-US" altLang="en-US" sz="1600" dirty="0"/>
              <a:t> and </a:t>
            </a:r>
            <a:r>
              <a:rPr lang="en-US" altLang="en-US" sz="1600" b="1" i="1" dirty="0">
                <a:solidFill>
                  <a:srgbClr val="0000CC"/>
                </a:solidFill>
              </a:rPr>
              <a:t>B</a:t>
            </a:r>
            <a:r>
              <a:rPr lang="en-US" altLang="en-US" sz="1600" dirty="0"/>
              <a:t> (</a:t>
            </a:r>
            <a:r>
              <a:rPr lang="en-US" altLang="en-US" sz="1600" b="1" i="1" dirty="0">
                <a:solidFill>
                  <a:srgbClr val="0000CC"/>
                </a:solidFill>
              </a:rPr>
              <a:t>A</a:t>
            </a:r>
            <a:r>
              <a:rPr lang="en-US" altLang="en-US" sz="1600" b="1" dirty="0">
                <a:solidFill>
                  <a:srgbClr val="0000CC"/>
                </a:solidFill>
              </a:rPr>
              <a:t> = top</a:t>
            </a:r>
            <a:r>
              <a:rPr lang="en-US" altLang="en-US" sz="1600" dirty="0"/>
              <a:t>, and </a:t>
            </a:r>
            <a:r>
              <a:rPr lang="en-US" altLang="en-US" sz="1600" b="1" dirty="0">
                <a:solidFill>
                  <a:srgbClr val="0000CC"/>
                </a:solidFill>
              </a:rPr>
              <a:t>B = next to top</a:t>
            </a:r>
            <a:r>
              <a:rPr lang="en-US" altLang="en-US" sz="1600" dirty="0"/>
              <a:t> )of the </a:t>
            </a:r>
            <a:r>
              <a:rPr lang="en-US" altLang="en-US" sz="1600" b="1" i="1" dirty="0">
                <a:solidFill>
                  <a:srgbClr val="0000CC"/>
                </a:solidFill>
              </a:rPr>
              <a:t>STACK</a:t>
            </a:r>
          </a:p>
          <a:p>
            <a:pPr marL="1119188" lvl="3" indent="-342900">
              <a:buFont typeface="Wingdings 2" pitchFamily="2" charset="2"/>
              <a:buAutoNum type="alphaLcParenBoth"/>
            </a:pPr>
            <a:r>
              <a:rPr lang="en-US" altLang="en-US" sz="1600" dirty="0"/>
              <a:t>Evaluate </a:t>
            </a:r>
            <a:r>
              <a:rPr lang="en-US" altLang="en-US" sz="1600" b="1" i="1" dirty="0">
                <a:solidFill>
                  <a:srgbClr val="0000CC"/>
                </a:solidFill>
              </a:rPr>
              <a:t>B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0000CC"/>
                </a:solidFill>
              </a:rPr>
              <a:t>®</a:t>
            </a:r>
            <a:r>
              <a:rPr lang="en-US" altLang="en-US" sz="1600" dirty="0"/>
              <a:t> </a:t>
            </a:r>
            <a:r>
              <a:rPr lang="en-US" altLang="en-US" sz="1600" b="1" i="1" dirty="0">
                <a:solidFill>
                  <a:srgbClr val="0000CC"/>
                </a:solidFill>
              </a:rPr>
              <a:t>A</a:t>
            </a:r>
          </a:p>
          <a:p>
            <a:pPr marL="1119188" lvl="3" indent="-342900">
              <a:buFont typeface="Wingdings 2" pitchFamily="2" charset="2"/>
              <a:buAutoNum type="alphaLcParenBoth"/>
            </a:pPr>
            <a:r>
              <a:rPr lang="en-US" altLang="en-US" sz="1600" dirty="0"/>
              <a:t>Push the result of (b) into </a:t>
            </a:r>
            <a:r>
              <a:rPr lang="en-US" altLang="en-US" sz="1600" b="1" i="1" dirty="0">
                <a:solidFill>
                  <a:srgbClr val="0000CC"/>
                </a:solidFill>
              </a:rPr>
              <a:t>STACK</a:t>
            </a:r>
          </a:p>
          <a:p>
            <a:pPr marL="692150" lvl="1" indent="-400050"/>
            <a:r>
              <a:rPr lang="en-US" altLang="en-US" sz="1800" dirty="0"/>
              <a:t>End if</a:t>
            </a:r>
          </a:p>
          <a:p>
            <a:pPr marL="419100" indent="-419100"/>
            <a:r>
              <a:rPr lang="en-US" altLang="en-US" sz="2000" dirty="0"/>
              <a:t>End </a:t>
            </a:r>
            <a:r>
              <a:rPr lang="en-US" altLang="en-US" sz="2000" b="1" dirty="0"/>
              <a:t>repeat</a:t>
            </a:r>
          </a:p>
          <a:p>
            <a:pPr marL="419100" indent="-419100"/>
            <a:r>
              <a:rPr lang="en-US" altLang="en-US" sz="2000" dirty="0"/>
              <a:t>Set the </a:t>
            </a:r>
            <a:r>
              <a:rPr lang="en-US" altLang="en-US" sz="2000" b="1" i="1" dirty="0">
                <a:solidFill>
                  <a:srgbClr val="0000CC"/>
                </a:solidFill>
              </a:rPr>
              <a:t>Result</a:t>
            </a:r>
            <a:r>
              <a:rPr lang="en-US" altLang="en-US" sz="2000" dirty="0"/>
              <a:t> equal to the top element of the </a:t>
            </a:r>
            <a:r>
              <a:rPr lang="en-US" altLang="en-US" sz="2000" b="1" i="1" dirty="0">
                <a:solidFill>
                  <a:srgbClr val="0000CC"/>
                </a:solidFill>
              </a:rPr>
              <a:t>STACK</a:t>
            </a:r>
          </a:p>
          <a:p>
            <a:pPr marL="419100" indent="-419100"/>
            <a:r>
              <a:rPr lang="en-US" altLang="en-US" sz="2000" dirty="0"/>
              <a:t>Exit</a:t>
            </a:r>
          </a:p>
          <a:p>
            <a:pPr marL="692150" lvl="1" indent="-400050"/>
            <a:endParaRPr lang="en-US" alt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D4BE0-B443-674E-99E0-D817527E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5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2C5E33-2CDF-9E44-8C31-5D5F8963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A9FAE-B53B-7343-9CB0-8CDBEAE4724B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E68900"/>
                </a:solidFill>
              </a:rPr>
              <a:t>EXAMPLE: STACK USED TO EVALUATE A POSTFIX EXPRESSION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98FE2CE-CB24-ED4A-9905-371219A469FF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6172200" cy="5238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419100"/>
            <a:r>
              <a:rPr lang="en-US" altLang="en-US" sz="2400">
                <a:solidFill>
                  <a:srgbClr val="0000CC"/>
                </a:solidFill>
              </a:rPr>
              <a:t>6523+8*+3+*</a:t>
            </a:r>
            <a:r>
              <a:rPr lang="en-US" altLang="en-US" sz="2400"/>
              <a:t> </a:t>
            </a:r>
            <a:r>
              <a:rPr lang="en-US" altLang="en-US" sz="2400">
                <a:sym typeface="Wingdings" pitchFamily="2" charset="2"/>
              </a:rPr>
              <a:t> </a:t>
            </a:r>
            <a:r>
              <a:rPr lang="en-US" altLang="en-US" sz="2400">
                <a:solidFill>
                  <a:srgbClr val="0000CC"/>
                </a:solidFill>
              </a:rPr>
              <a:t>6523+8*+3+*)</a:t>
            </a:r>
            <a:endParaRPr lang="en-US" altLang="en-US" sz="2200">
              <a:solidFill>
                <a:srgbClr val="0000CC"/>
              </a:solidFill>
            </a:endParaRPr>
          </a:p>
        </p:txBody>
      </p:sp>
      <p:cxnSp>
        <p:nvCxnSpPr>
          <p:cNvPr id="5" name="Straight Connector 9">
            <a:extLst>
              <a:ext uri="{FF2B5EF4-FFF2-40B4-BE49-F238E27FC236}">
                <a16:creationId xmlns:a16="http://schemas.microsoft.com/office/drawing/2014/main" id="{3078375A-ED79-844B-B6AA-78524E6A3AC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9788" y="236537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429E0122-1A1C-0A48-ACB6-F86D3C642FF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9788" y="21351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Box 7">
            <a:extLst>
              <a:ext uri="{FF2B5EF4-FFF2-40B4-BE49-F238E27FC236}">
                <a16:creationId xmlns:a16="http://schemas.microsoft.com/office/drawing/2014/main" id="{155E22A7-BEEF-464E-872C-8B8A11C08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20732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C0BFCD0B-5F3A-AD4E-9663-A0714E8F6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36800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42D565B5-7C98-744F-88B5-83D8D7E7A19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36838" y="233362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52C48-C125-5D4F-8B48-21786F24ABB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36838" y="210343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13">
            <a:extLst>
              <a:ext uri="{FF2B5EF4-FFF2-40B4-BE49-F238E27FC236}">
                <a16:creationId xmlns:a16="http://schemas.microsoft.com/office/drawing/2014/main" id="{4B8410F1-2738-6D4E-A8E9-96AE0EFF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05898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F4464DA9-62EF-CA44-8CDC-8DE6CC10B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335213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5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13" name="Rectangle 21">
            <a:extLst>
              <a:ext uri="{FF2B5EF4-FFF2-40B4-BE49-F238E27FC236}">
                <a16:creationId xmlns:a16="http://schemas.microsoft.com/office/drawing/2014/main" id="{FCB8B779-CB24-E040-AE84-D381819BA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2333625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2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2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ECF5723E-BC62-1D42-9A7D-7864B3ECF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50" y="2333625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698358D8-787C-F24F-BD52-42E1348E121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38425" y="19065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9">
            <a:extLst>
              <a:ext uri="{FF2B5EF4-FFF2-40B4-BE49-F238E27FC236}">
                <a16:creationId xmlns:a16="http://schemas.microsoft.com/office/drawing/2014/main" id="{50E6CA55-0B43-C24E-BA86-E71638483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8446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17" name="Straight Connector 7">
            <a:extLst>
              <a:ext uri="{FF2B5EF4-FFF2-40B4-BE49-F238E27FC236}">
                <a16:creationId xmlns:a16="http://schemas.microsoft.com/office/drawing/2014/main" id="{61AE0BC9-7145-B240-8BC3-9F03B768316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43400" y="1433513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9">
            <a:extLst>
              <a:ext uri="{FF2B5EF4-FFF2-40B4-BE49-F238E27FC236}">
                <a16:creationId xmlns:a16="http://schemas.microsoft.com/office/drawing/2014/main" id="{01F00E5C-AC8B-C349-AB8F-5AF476A7DFA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44988" y="23479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3AAB9D42-C0B3-3149-96AC-B3EB86D6F13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44988" y="21177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33">
            <a:extLst>
              <a:ext uri="{FF2B5EF4-FFF2-40B4-BE49-F238E27FC236}">
                <a16:creationId xmlns:a16="http://schemas.microsoft.com/office/drawing/2014/main" id="{103E18A8-577E-EF4B-8D97-AF5D209E7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963" y="20732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21" name="Straight Connector 9">
            <a:extLst>
              <a:ext uri="{FF2B5EF4-FFF2-40B4-BE49-F238E27FC236}">
                <a16:creationId xmlns:a16="http://schemas.microsoft.com/office/drawing/2014/main" id="{A811ED96-D246-8144-AE74-04649417584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46575" y="192087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36">
            <a:extLst>
              <a:ext uri="{FF2B5EF4-FFF2-40B4-BE49-F238E27FC236}">
                <a16:creationId xmlns:a16="http://schemas.microsoft.com/office/drawing/2014/main" id="{DDF7F651-8516-6243-939B-77463C56D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18589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23" name="Straight Connector 7">
            <a:extLst>
              <a:ext uri="{FF2B5EF4-FFF2-40B4-BE49-F238E27FC236}">
                <a16:creationId xmlns:a16="http://schemas.microsoft.com/office/drawing/2014/main" id="{A17B78DB-FDE5-7A41-80AB-3CFD4882437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00713" y="1419225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7">
            <a:extLst>
              <a:ext uri="{FF2B5EF4-FFF2-40B4-BE49-F238E27FC236}">
                <a16:creationId xmlns:a16="http://schemas.microsoft.com/office/drawing/2014/main" id="{077553C9-4864-A44A-ABF0-2EFDA0BA3A2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32075" y="1433513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7">
            <a:extLst>
              <a:ext uri="{FF2B5EF4-FFF2-40B4-BE49-F238E27FC236}">
                <a16:creationId xmlns:a16="http://schemas.microsoft.com/office/drawing/2014/main" id="{3C8D96D3-C3C1-0844-B5BB-6B5F6C491B7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89388" y="1419225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7">
            <a:extLst>
              <a:ext uri="{FF2B5EF4-FFF2-40B4-BE49-F238E27FC236}">
                <a16:creationId xmlns:a16="http://schemas.microsoft.com/office/drawing/2014/main" id="{D771358A-8F9D-5B4B-93DC-9F697C54571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50900" y="14620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7">
            <a:extLst>
              <a:ext uri="{FF2B5EF4-FFF2-40B4-BE49-F238E27FC236}">
                <a16:creationId xmlns:a16="http://schemas.microsoft.com/office/drawing/2014/main" id="{CE0A8D68-A7EE-5E48-AA31-EB5CEA7262E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8213" y="1447800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9">
            <a:extLst>
              <a:ext uri="{FF2B5EF4-FFF2-40B4-BE49-F238E27FC236}">
                <a16:creationId xmlns:a16="http://schemas.microsoft.com/office/drawing/2014/main" id="{BC19F007-EFC6-4841-882F-99646CF2B0F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43400" y="17287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43">
            <a:extLst>
              <a:ext uri="{FF2B5EF4-FFF2-40B4-BE49-F238E27FC236}">
                <a16:creationId xmlns:a16="http://schemas.microsoft.com/office/drawing/2014/main" id="{F8A69368-E585-6C44-AA00-F75F3E1F4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16668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2</a:t>
            </a:r>
          </a:p>
        </p:txBody>
      </p:sp>
      <p:cxnSp>
        <p:nvCxnSpPr>
          <p:cNvPr id="30" name="Straight Connector 7">
            <a:extLst>
              <a:ext uri="{FF2B5EF4-FFF2-40B4-BE49-F238E27FC236}">
                <a16:creationId xmlns:a16="http://schemas.microsoft.com/office/drawing/2014/main" id="{B27A5896-FC02-9F4F-A29D-238D2737A0C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45225" y="1433513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E5C4E117-5837-8F45-BB1E-7687416963F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6813" y="23479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Connector 9">
            <a:extLst>
              <a:ext uri="{FF2B5EF4-FFF2-40B4-BE49-F238E27FC236}">
                <a16:creationId xmlns:a16="http://schemas.microsoft.com/office/drawing/2014/main" id="{0C298000-D627-7F41-AB04-7AC95DADD42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6813" y="21177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 Box 49">
            <a:extLst>
              <a:ext uri="{FF2B5EF4-FFF2-40B4-BE49-F238E27FC236}">
                <a16:creationId xmlns:a16="http://schemas.microsoft.com/office/drawing/2014/main" id="{D8F759F2-2DC0-4945-9056-FD80E6058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788" y="20732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20D01DA1-A046-DC42-BFA8-72248F21BC0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8400" y="192087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51">
            <a:extLst>
              <a:ext uri="{FF2B5EF4-FFF2-40B4-BE49-F238E27FC236}">
                <a16:creationId xmlns:a16="http://schemas.microsoft.com/office/drawing/2014/main" id="{74DCD3C9-40A0-6342-82FA-71983BC77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75" y="18589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36" name="Straight Connector 7">
            <a:extLst>
              <a:ext uri="{FF2B5EF4-FFF2-40B4-BE49-F238E27FC236}">
                <a16:creationId xmlns:a16="http://schemas.microsoft.com/office/drawing/2014/main" id="{5D60374A-63B3-5C40-AB3B-493C28B48F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2538" y="1419225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DB988D83-8D3F-0842-9797-15249A3B32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5225" y="17287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54">
            <a:extLst>
              <a:ext uri="{FF2B5EF4-FFF2-40B4-BE49-F238E27FC236}">
                <a16:creationId xmlns:a16="http://schemas.microsoft.com/office/drawing/2014/main" id="{49352194-C510-2A47-A9A4-63E5415F0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00" y="16668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2</a:t>
            </a:r>
          </a:p>
        </p:txBody>
      </p:sp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9892FF5B-AFA2-4A44-8B9F-A8D8EE7977E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5225" y="154305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56">
            <a:extLst>
              <a:ext uri="{FF2B5EF4-FFF2-40B4-BE49-F238E27FC236}">
                <a16:creationId xmlns:a16="http://schemas.microsoft.com/office/drawing/2014/main" id="{B191B632-9CE2-1444-B348-354F3B03D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7200" y="148113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1" name="Rectangle 60">
            <a:extLst>
              <a:ext uri="{FF2B5EF4-FFF2-40B4-BE49-F238E27FC236}">
                <a16:creationId xmlns:a16="http://schemas.microsoft.com/office/drawing/2014/main" id="{795F3A47-44AC-A542-BFEB-33030D85C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871913"/>
            <a:ext cx="1905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>
                <a:sym typeface="Wingdings" pitchFamily="2" charset="2"/>
              </a:rPr>
              <a:t> 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3, </a:t>
            </a:r>
            <a:r>
              <a:rPr lang="en-US" altLang="en-US" sz="1400">
                <a:sym typeface="Wingdings" pitchFamily="2" charset="2"/>
              </a:rPr>
              <a:t>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2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2 + 3 = 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</a:t>
            </a:r>
            <a:r>
              <a:rPr lang="en-US" altLang="en-US" sz="1400">
                <a:sym typeface="Wingdings" pitchFamily="2" charset="2"/>
              </a:rPr>
              <a:t>Push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5</a:t>
            </a:r>
          </a:p>
        </p:txBody>
      </p:sp>
      <p:sp>
        <p:nvSpPr>
          <p:cNvPr id="42" name="Rectangle 64">
            <a:extLst>
              <a:ext uri="{FF2B5EF4-FFF2-40B4-BE49-F238E27FC236}">
                <a16:creationId xmlns:a16="http://schemas.microsoft.com/office/drawing/2014/main" id="{3BF44815-E5C6-C54B-9AF8-6450E38D7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050" y="3840163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8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8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43" name="Straight Connector 7">
            <a:extLst>
              <a:ext uri="{FF2B5EF4-FFF2-40B4-BE49-F238E27FC236}">
                <a16:creationId xmlns:a16="http://schemas.microsoft.com/office/drawing/2014/main" id="{A32716A5-AA32-B941-BA47-B3BAB7CF55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8200" y="29352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9">
            <a:extLst>
              <a:ext uri="{FF2B5EF4-FFF2-40B4-BE49-F238E27FC236}">
                <a16:creationId xmlns:a16="http://schemas.microsoft.com/office/drawing/2014/main" id="{D30BC9E6-36FC-B34C-831C-52C6EE533D5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9788" y="38496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Connector 9">
            <a:extLst>
              <a:ext uri="{FF2B5EF4-FFF2-40B4-BE49-F238E27FC236}">
                <a16:creationId xmlns:a16="http://schemas.microsoft.com/office/drawing/2014/main" id="{BC702C22-AB59-0840-A707-D05F8A5159E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9788" y="36195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 Box 96">
            <a:extLst>
              <a:ext uri="{FF2B5EF4-FFF2-40B4-BE49-F238E27FC236}">
                <a16:creationId xmlns:a16="http://schemas.microsoft.com/office/drawing/2014/main" id="{2BFCE713-945F-1A48-92F4-CF2CD625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763" y="35750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47" name="Straight Connector 9">
            <a:extLst>
              <a:ext uri="{FF2B5EF4-FFF2-40B4-BE49-F238E27FC236}">
                <a16:creationId xmlns:a16="http://schemas.microsoft.com/office/drawing/2014/main" id="{02962C2C-C147-8E4E-923C-CCEE9364795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41375" y="342265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 Box 98">
            <a:extLst>
              <a:ext uri="{FF2B5EF4-FFF2-40B4-BE49-F238E27FC236}">
                <a16:creationId xmlns:a16="http://schemas.microsoft.com/office/drawing/2014/main" id="{93E48EEB-BE1D-AA4C-BAFC-62C09EE8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36073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49" name="Straight Connector 7">
            <a:extLst>
              <a:ext uri="{FF2B5EF4-FFF2-40B4-BE49-F238E27FC236}">
                <a16:creationId xmlns:a16="http://schemas.microsoft.com/office/drawing/2014/main" id="{EE94E3D0-DA0E-B740-BEA1-6916F15DCC3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81225" y="2889250"/>
            <a:ext cx="28575" cy="9779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Connector 9">
            <a:extLst>
              <a:ext uri="{FF2B5EF4-FFF2-40B4-BE49-F238E27FC236}">
                <a16:creationId xmlns:a16="http://schemas.microsoft.com/office/drawing/2014/main" id="{37EFAE70-16D4-BA42-9331-83612917CCD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38200" y="3230563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 Box 101">
            <a:extLst>
              <a:ext uri="{FF2B5EF4-FFF2-40B4-BE49-F238E27FC236}">
                <a16:creationId xmlns:a16="http://schemas.microsoft.com/office/drawing/2014/main" id="{0D3308C7-0C18-7C4B-A9A0-8321F86F2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31686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52" name="Straight Connector 7">
            <a:extLst>
              <a:ext uri="{FF2B5EF4-FFF2-40B4-BE49-F238E27FC236}">
                <a16:creationId xmlns:a16="http://schemas.microsoft.com/office/drawing/2014/main" id="{4F61C603-D2AC-7840-A9D6-4FFD00084F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20963" y="2935288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Connector 9">
            <a:extLst>
              <a:ext uri="{FF2B5EF4-FFF2-40B4-BE49-F238E27FC236}">
                <a16:creationId xmlns:a16="http://schemas.microsoft.com/office/drawing/2014/main" id="{20B92B6F-4BAB-4B48-BD94-71A29BB0A94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22550" y="38496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Connector 9">
            <a:extLst>
              <a:ext uri="{FF2B5EF4-FFF2-40B4-BE49-F238E27FC236}">
                <a16:creationId xmlns:a16="http://schemas.microsoft.com/office/drawing/2014/main" id="{16CCA12A-9C4A-4649-8C12-840C84522F6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22550" y="36195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 Box 105">
            <a:extLst>
              <a:ext uri="{FF2B5EF4-FFF2-40B4-BE49-F238E27FC236}">
                <a16:creationId xmlns:a16="http://schemas.microsoft.com/office/drawing/2014/main" id="{BD7C138F-566E-A146-8381-7FABB3EA4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525" y="35750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56" name="Straight Connector 9">
            <a:extLst>
              <a:ext uri="{FF2B5EF4-FFF2-40B4-BE49-F238E27FC236}">
                <a16:creationId xmlns:a16="http://schemas.microsoft.com/office/drawing/2014/main" id="{730D8E9F-A14C-614A-95AA-0962F16067A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24138" y="342265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 Box 107">
            <a:extLst>
              <a:ext uri="{FF2B5EF4-FFF2-40B4-BE49-F238E27FC236}">
                <a16:creationId xmlns:a16="http://schemas.microsoft.com/office/drawing/2014/main" id="{20AF07EB-8C6C-0145-91CD-0DEF70D25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3" y="3360738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58" name="Straight Connector 7">
            <a:extLst>
              <a:ext uri="{FF2B5EF4-FFF2-40B4-BE49-F238E27FC236}">
                <a16:creationId xmlns:a16="http://schemas.microsoft.com/office/drawing/2014/main" id="{6D7A406E-390E-824F-82BC-C615478CE65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978275" y="29210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Connector 9">
            <a:extLst>
              <a:ext uri="{FF2B5EF4-FFF2-40B4-BE49-F238E27FC236}">
                <a16:creationId xmlns:a16="http://schemas.microsoft.com/office/drawing/2014/main" id="{05D3407D-5604-7342-BE2B-884EB19BA3F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20963" y="3230563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 Box 110">
            <a:extLst>
              <a:ext uri="{FF2B5EF4-FFF2-40B4-BE49-F238E27FC236}">
                <a16:creationId xmlns:a16="http://schemas.microsoft.com/office/drawing/2014/main" id="{698E8D8A-063A-DC46-A4A4-E4DE73209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31686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61" name="Straight Connector 9">
            <a:extLst>
              <a:ext uri="{FF2B5EF4-FFF2-40B4-BE49-F238E27FC236}">
                <a16:creationId xmlns:a16="http://schemas.microsoft.com/office/drawing/2014/main" id="{2F791EF6-BC64-7145-BEBE-603FC1873E5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620963" y="30448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 Box 112">
            <a:extLst>
              <a:ext uri="{FF2B5EF4-FFF2-40B4-BE49-F238E27FC236}">
                <a16:creationId xmlns:a16="http://schemas.microsoft.com/office/drawing/2014/main" id="{A9114123-0E4F-D64A-8A03-01BCAF144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2938" y="29829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63" name="Rectangle 113">
            <a:extLst>
              <a:ext uri="{FF2B5EF4-FFF2-40B4-BE49-F238E27FC236}">
                <a16:creationId xmlns:a16="http://schemas.microsoft.com/office/drawing/2014/main" id="{51C85E23-EA9B-0740-ACB4-8A2B657AF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868738"/>
            <a:ext cx="1905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*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>
                <a:sym typeface="Wingdings" pitchFamily="2" charset="2"/>
              </a:rPr>
              <a:t> 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8, </a:t>
            </a:r>
            <a:r>
              <a:rPr lang="en-US" altLang="en-US" sz="1400">
                <a:sym typeface="Wingdings" pitchFamily="2" charset="2"/>
              </a:rPr>
              <a:t>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5 * 8 = 40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</a:t>
            </a:r>
            <a:r>
              <a:rPr lang="en-US" altLang="en-US" sz="1400">
                <a:sym typeface="Wingdings" pitchFamily="2" charset="2"/>
              </a:rPr>
              <a:t>Push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40</a:t>
            </a:r>
          </a:p>
        </p:txBody>
      </p:sp>
      <p:cxnSp>
        <p:nvCxnSpPr>
          <p:cNvPr id="64" name="Straight Connector 7">
            <a:extLst>
              <a:ext uri="{FF2B5EF4-FFF2-40B4-BE49-F238E27FC236}">
                <a16:creationId xmlns:a16="http://schemas.microsoft.com/office/drawing/2014/main" id="{C851279F-0B4E-CA4E-BB2F-0D61A232EA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76738" y="2932113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Connector 9">
            <a:extLst>
              <a:ext uri="{FF2B5EF4-FFF2-40B4-BE49-F238E27FC236}">
                <a16:creationId xmlns:a16="http://schemas.microsoft.com/office/drawing/2014/main" id="{C873CCE5-68C2-7845-A264-716A9E27001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8325" y="38465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6D22BF27-0E3B-BA47-AB8F-85E7BC8C91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8325" y="36163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Text Box 117">
            <a:extLst>
              <a:ext uri="{FF2B5EF4-FFF2-40B4-BE49-F238E27FC236}">
                <a16:creationId xmlns:a16="http://schemas.microsoft.com/office/drawing/2014/main" id="{12A28BFD-9CFF-ED42-A3F7-FB813295D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300" y="35718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0BB7098B-CB22-0044-B9AE-620924BD440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9913" y="341947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 Box 119">
            <a:extLst>
              <a:ext uri="{FF2B5EF4-FFF2-40B4-BE49-F238E27FC236}">
                <a16:creationId xmlns:a16="http://schemas.microsoft.com/office/drawing/2014/main" id="{DAD1E2AB-A1C6-A546-A8DE-B1B06CE4C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1888" y="33575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5</a:t>
            </a:r>
          </a:p>
        </p:txBody>
      </p:sp>
      <p:cxnSp>
        <p:nvCxnSpPr>
          <p:cNvPr id="70" name="Straight Connector 7">
            <a:extLst>
              <a:ext uri="{FF2B5EF4-FFF2-40B4-BE49-F238E27FC236}">
                <a16:creationId xmlns:a16="http://schemas.microsoft.com/office/drawing/2014/main" id="{6399A644-80DA-764F-9F16-8EF95639AE1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34050" y="2917825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Straight Connector 9">
            <a:extLst>
              <a:ext uri="{FF2B5EF4-FFF2-40B4-BE49-F238E27FC236}">
                <a16:creationId xmlns:a16="http://schemas.microsoft.com/office/drawing/2014/main" id="{4E7EA49C-7279-E145-A9B4-ADE8F08E1F8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376738" y="32273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Text Box 122">
            <a:extLst>
              <a:ext uri="{FF2B5EF4-FFF2-40B4-BE49-F238E27FC236}">
                <a16:creationId xmlns:a16="http://schemas.microsoft.com/office/drawing/2014/main" id="{E8613E19-BC85-1441-B0CF-7D879E320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3" y="316547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40</a:t>
            </a:r>
          </a:p>
        </p:txBody>
      </p:sp>
      <p:sp>
        <p:nvSpPr>
          <p:cNvPr id="73" name="Rectangle 123">
            <a:extLst>
              <a:ext uri="{FF2B5EF4-FFF2-40B4-BE49-F238E27FC236}">
                <a16:creationId xmlns:a16="http://schemas.microsoft.com/office/drawing/2014/main" id="{1A21E730-0326-7147-8CC5-44B9A68B4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840163"/>
            <a:ext cx="20574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>
                <a:sym typeface="Wingdings" pitchFamily="2" charset="2"/>
              </a:rPr>
              <a:t> 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40, </a:t>
            </a:r>
            <a:r>
              <a:rPr lang="en-US" altLang="en-US" sz="1400">
                <a:sym typeface="Wingdings" pitchFamily="2" charset="2"/>
              </a:rPr>
              <a:t>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5    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5 + 40 = 45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</a:t>
            </a:r>
            <a:r>
              <a:rPr lang="en-US" altLang="en-US" sz="1400">
                <a:sym typeface="Wingdings" pitchFamily="2" charset="2"/>
              </a:rPr>
              <a:t>Push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45</a:t>
            </a:r>
          </a:p>
        </p:txBody>
      </p:sp>
      <p:cxnSp>
        <p:nvCxnSpPr>
          <p:cNvPr id="74" name="Straight Connector 7">
            <a:extLst>
              <a:ext uri="{FF2B5EF4-FFF2-40B4-BE49-F238E27FC236}">
                <a16:creationId xmlns:a16="http://schemas.microsoft.com/office/drawing/2014/main" id="{EAF29F6A-A1DD-8E4B-A51F-7738175613A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248400" y="290353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Straight Connector 9">
            <a:extLst>
              <a:ext uri="{FF2B5EF4-FFF2-40B4-BE49-F238E27FC236}">
                <a16:creationId xmlns:a16="http://schemas.microsoft.com/office/drawing/2014/main" id="{77C918F0-2CF2-274E-81AC-0F0B2242F45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9988" y="381793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9">
            <a:extLst>
              <a:ext uri="{FF2B5EF4-FFF2-40B4-BE49-F238E27FC236}">
                <a16:creationId xmlns:a16="http://schemas.microsoft.com/office/drawing/2014/main" id="{D3A8AB61-81CE-564D-94D6-65F3DAA83C5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49988" y="358775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Text Box 127">
            <a:extLst>
              <a:ext uri="{FF2B5EF4-FFF2-40B4-BE49-F238E27FC236}">
                <a16:creationId xmlns:a16="http://schemas.microsoft.com/office/drawing/2014/main" id="{068DCE98-A303-C64A-97E2-79D7D8D8C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963" y="354330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78" name="Straight Connector 9">
            <a:extLst>
              <a:ext uri="{FF2B5EF4-FFF2-40B4-BE49-F238E27FC236}">
                <a16:creationId xmlns:a16="http://schemas.microsoft.com/office/drawing/2014/main" id="{A3558237-0D68-454D-8CBF-FCCE2F5B313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51575" y="33909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 Box 129">
            <a:extLst>
              <a:ext uri="{FF2B5EF4-FFF2-40B4-BE49-F238E27FC236}">
                <a16:creationId xmlns:a16="http://schemas.microsoft.com/office/drawing/2014/main" id="{0D7A89C5-CEF1-8741-8E4F-09CD7DE7F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3328988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45</a:t>
            </a:r>
          </a:p>
        </p:txBody>
      </p:sp>
      <p:cxnSp>
        <p:nvCxnSpPr>
          <p:cNvPr id="80" name="Straight Connector 7">
            <a:extLst>
              <a:ext uri="{FF2B5EF4-FFF2-40B4-BE49-F238E27FC236}">
                <a16:creationId xmlns:a16="http://schemas.microsoft.com/office/drawing/2014/main" id="{A6682F0B-8177-EC4D-A6A6-8CCCD977DC5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5713" y="2889250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Line 133">
            <a:extLst>
              <a:ext uri="{FF2B5EF4-FFF2-40B4-BE49-F238E27FC236}">
                <a16:creationId xmlns:a16="http://schemas.microsoft.com/office/drawing/2014/main" id="{E519A49D-CAB0-E04C-A4B3-DB9F7F51F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-28575" y="2876550"/>
            <a:ext cx="8226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Rectangle 134">
            <a:extLst>
              <a:ext uri="{FF2B5EF4-FFF2-40B4-BE49-F238E27FC236}">
                <a16:creationId xmlns:a16="http://schemas.microsoft.com/office/drawing/2014/main" id="{2CF5CB64-1211-2646-AE8B-2E5E23FBC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5730875"/>
            <a:ext cx="140335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</a:t>
            </a:r>
            <a:endParaRPr lang="en-US" altLang="en-US" sz="1400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83" name="Straight Connector 7">
            <a:extLst>
              <a:ext uri="{FF2B5EF4-FFF2-40B4-BE49-F238E27FC236}">
                <a16:creationId xmlns:a16="http://schemas.microsoft.com/office/drawing/2014/main" id="{9110D864-CD1D-594D-A8E7-C716BC251C7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8825" y="5029200"/>
            <a:ext cx="1588" cy="73183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CA31D70A-85C1-F343-87AF-B27EAFCB923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0413" y="574516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Straight Connector 9">
            <a:extLst>
              <a:ext uri="{FF2B5EF4-FFF2-40B4-BE49-F238E27FC236}">
                <a16:creationId xmlns:a16="http://schemas.microsoft.com/office/drawing/2014/main" id="{BB0459F2-B24F-1F4F-94F5-1FE12D6D5E8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0413" y="551497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Text Box 138">
            <a:extLst>
              <a:ext uri="{FF2B5EF4-FFF2-40B4-BE49-F238E27FC236}">
                <a16:creationId xmlns:a16="http://schemas.microsoft.com/office/drawing/2014/main" id="{17C33E84-167E-E949-B3B5-90836CA40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388" y="54705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87" name="Straight Connector 9">
            <a:extLst>
              <a:ext uri="{FF2B5EF4-FFF2-40B4-BE49-F238E27FC236}">
                <a16:creationId xmlns:a16="http://schemas.microsoft.com/office/drawing/2014/main" id="{7C3B67D1-7F6C-1043-8A05-AA5C9EF7783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2000" y="53181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Text Box 140">
            <a:extLst>
              <a:ext uri="{FF2B5EF4-FFF2-40B4-BE49-F238E27FC236}">
                <a16:creationId xmlns:a16="http://schemas.microsoft.com/office/drawing/2014/main" id="{F60954BC-064D-DD4D-8FDA-AF4F0E582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975" y="52562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45</a:t>
            </a:r>
          </a:p>
        </p:txBody>
      </p:sp>
      <p:cxnSp>
        <p:nvCxnSpPr>
          <p:cNvPr id="89" name="Straight Connector 7">
            <a:extLst>
              <a:ext uri="{FF2B5EF4-FFF2-40B4-BE49-F238E27FC236}">
                <a16:creationId xmlns:a16="http://schemas.microsoft.com/office/drawing/2014/main" id="{788B6A46-4AE0-1045-A7BD-80CF901C2C0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16138" y="5029200"/>
            <a:ext cx="1587" cy="73183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0" name="Straight Connector 9">
            <a:extLst>
              <a:ext uri="{FF2B5EF4-FFF2-40B4-BE49-F238E27FC236}">
                <a16:creationId xmlns:a16="http://schemas.microsoft.com/office/drawing/2014/main" id="{CEA0081C-AE83-B24F-82B5-DE31A3D734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8825" y="512603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Text Box 143">
            <a:extLst>
              <a:ext uri="{FF2B5EF4-FFF2-40B4-BE49-F238E27FC236}">
                <a16:creationId xmlns:a16="http://schemas.microsoft.com/office/drawing/2014/main" id="{BED98B9A-4E6B-084F-AB58-4F7BE5C0F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50641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92" name="Line 144">
            <a:extLst>
              <a:ext uri="{FF2B5EF4-FFF2-40B4-BE49-F238E27FC236}">
                <a16:creationId xmlns:a16="http://schemas.microsoft.com/office/drawing/2014/main" id="{C5F61DE2-D737-9042-A310-46FDDE21D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981575"/>
            <a:ext cx="8226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93" name="Straight Connector 7">
            <a:extLst>
              <a:ext uri="{FF2B5EF4-FFF2-40B4-BE49-F238E27FC236}">
                <a16:creationId xmlns:a16="http://schemas.microsoft.com/office/drawing/2014/main" id="{49FCC9A9-2835-174D-8658-E3A65738052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14600" y="5029200"/>
            <a:ext cx="1588" cy="73183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Straight Connector 9">
            <a:extLst>
              <a:ext uri="{FF2B5EF4-FFF2-40B4-BE49-F238E27FC236}">
                <a16:creationId xmlns:a16="http://schemas.microsoft.com/office/drawing/2014/main" id="{C98C2CFD-8A31-0742-9D77-2365B7AA69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16188" y="574516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" name="Straight Connector 9">
            <a:extLst>
              <a:ext uri="{FF2B5EF4-FFF2-40B4-BE49-F238E27FC236}">
                <a16:creationId xmlns:a16="http://schemas.microsoft.com/office/drawing/2014/main" id="{DFB4E125-53AC-B540-BB50-82C8899E3D5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16188" y="551497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 Box 148">
            <a:extLst>
              <a:ext uri="{FF2B5EF4-FFF2-40B4-BE49-F238E27FC236}">
                <a16:creationId xmlns:a16="http://schemas.microsoft.com/office/drawing/2014/main" id="{2E4035EE-CDD7-0441-BFC1-C26A65A9F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163" y="54705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97" name="Straight Connector 9">
            <a:extLst>
              <a:ext uri="{FF2B5EF4-FFF2-40B4-BE49-F238E27FC236}">
                <a16:creationId xmlns:a16="http://schemas.microsoft.com/office/drawing/2014/main" id="{AB972239-D85D-484C-9784-C241D495132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517775" y="5318125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Text Box 150">
            <a:extLst>
              <a:ext uri="{FF2B5EF4-FFF2-40B4-BE49-F238E27FC236}">
                <a16:creationId xmlns:a16="http://schemas.microsoft.com/office/drawing/2014/main" id="{DD78878E-8DD1-8441-97C2-C370C88E7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5256213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48</a:t>
            </a:r>
          </a:p>
        </p:txBody>
      </p:sp>
      <p:cxnSp>
        <p:nvCxnSpPr>
          <p:cNvPr id="99" name="Straight Connector 7">
            <a:extLst>
              <a:ext uri="{FF2B5EF4-FFF2-40B4-BE49-F238E27FC236}">
                <a16:creationId xmlns:a16="http://schemas.microsoft.com/office/drawing/2014/main" id="{CFDD1A2D-F06F-7941-9867-8AF2AC5EA4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71913" y="5029200"/>
            <a:ext cx="1587" cy="73183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Rectangle 154">
            <a:extLst>
              <a:ext uri="{FF2B5EF4-FFF2-40B4-BE49-F238E27FC236}">
                <a16:creationId xmlns:a16="http://schemas.microsoft.com/office/drawing/2014/main" id="{05BD70CF-2EAF-7E45-94CC-93A186343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700713"/>
            <a:ext cx="1905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>
                <a:sym typeface="Wingdings" pitchFamily="2" charset="2"/>
              </a:rPr>
              <a:t> 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3, </a:t>
            </a:r>
            <a:r>
              <a:rPr lang="en-US" altLang="en-US" sz="1400">
                <a:sym typeface="Wingdings" pitchFamily="2" charset="2"/>
              </a:rPr>
              <a:t>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45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45 + 3 = 48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</a:t>
            </a:r>
            <a:r>
              <a:rPr lang="en-US" altLang="en-US" sz="1400">
                <a:sym typeface="Wingdings" pitchFamily="2" charset="2"/>
              </a:rPr>
              <a:t>Push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48</a:t>
            </a:r>
          </a:p>
        </p:txBody>
      </p:sp>
      <p:cxnSp>
        <p:nvCxnSpPr>
          <p:cNvPr id="101" name="Straight Connector 7">
            <a:extLst>
              <a:ext uri="{FF2B5EF4-FFF2-40B4-BE49-F238E27FC236}">
                <a16:creationId xmlns:a16="http://schemas.microsoft.com/office/drawing/2014/main" id="{3753F049-CB81-6542-B0EB-ACC4A046BD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7200" y="5014913"/>
            <a:ext cx="1588" cy="73183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" name="Straight Connector 9">
            <a:extLst>
              <a:ext uri="{FF2B5EF4-FFF2-40B4-BE49-F238E27FC236}">
                <a16:creationId xmlns:a16="http://schemas.microsoft.com/office/drawing/2014/main" id="{415CCE24-8C5B-1A4E-8446-6B865D13AF5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68788" y="573087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Straight Connector 9">
            <a:extLst>
              <a:ext uri="{FF2B5EF4-FFF2-40B4-BE49-F238E27FC236}">
                <a16:creationId xmlns:a16="http://schemas.microsoft.com/office/drawing/2014/main" id="{FEE5A5C1-E54E-1E49-92CE-FB2F9FDC8B5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68788" y="55006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" name="Text Box 158">
            <a:extLst>
              <a:ext uri="{FF2B5EF4-FFF2-40B4-BE49-F238E27FC236}">
                <a16:creationId xmlns:a16="http://schemas.microsoft.com/office/drawing/2014/main" id="{33E18940-EC56-B243-9880-B05E53253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4562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288</a:t>
            </a:r>
          </a:p>
        </p:txBody>
      </p:sp>
      <p:cxnSp>
        <p:nvCxnSpPr>
          <p:cNvPr id="105" name="Straight Connector 7">
            <a:extLst>
              <a:ext uri="{FF2B5EF4-FFF2-40B4-BE49-F238E27FC236}">
                <a16:creationId xmlns:a16="http://schemas.microsoft.com/office/drawing/2014/main" id="{A78035AA-A3BA-354D-BDF2-8D15498912E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624513" y="5014913"/>
            <a:ext cx="1587" cy="73183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" name="Rectangle 162">
            <a:extLst>
              <a:ext uri="{FF2B5EF4-FFF2-40B4-BE49-F238E27FC236}">
                <a16:creationId xmlns:a16="http://schemas.microsoft.com/office/drawing/2014/main" id="{7D71A16F-C09F-1C40-8EEC-B81E2DF1F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686425"/>
            <a:ext cx="1905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*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>
                <a:sym typeface="Wingdings" pitchFamily="2" charset="2"/>
              </a:rPr>
              <a:t> 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48, </a:t>
            </a:r>
            <a:r>
              <a:rPr lang="en-US" altLang="en-US" sz="1400">
                <a:sym typeface="Wingdings" pitchFamily="2" charset="2"/>
              </a:rPr>
              <a:t>Pop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6 * 48 = 288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</a:t>
            </a:r>
            <a:r>
              <a:rPr lang="en-US" altLang="en-US" sz="1400">
                <a:sym typeface="Wingdings" pitchFamily="2" charset="2"/>
              </a:rPr>
              <a:t>Push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288</a:t>
            </a:r>
          </a:p>
        </p:txBody>
      </p:sp>
      <p:cxnSp>
        <p:nvCxnSpPr>
          <p:cNvPr id="107" name="Straight Connector 7">
            <a:extLst>
              <a:ext uri="{FF2B5EF4-FFF2-40B4-BE49-F238E27FC236}">
                <a16:creationId xmlns:a16="http://schemas.microsoft.com/office/drawing/2014/main" id="{89014CDA-DE00-4142-A568-8C54D1D0E3C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6000" y="5014913"/>
            <a:ext cx="1588" cy="73183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8" name="Straight Connector 9">
            <a:extLst>
              <a:ext uri="{FF2B5EF4-FFF2-40B4-BE49-F238E27FC236}">
                <a16:creationId xmlns:a16="http://schemas.microsoft.com/office/drawing/2014/main" id="{CDFCF07C-F6CE-754E-9049-F9E6DD18B20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097588" y="573087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9" name="Straight Connector 9">
            <a:extLst>
              <a:ext uri="{FF2B5EF4-FFF2-40B4-BE49-F238E27FC236}">
                <a16:creationId xmlns:a16="http://schemas.microsoft.com/office/drawing/2014/main" id="{839C7583-C541-CE4D-9262-5E71A9F2F4E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097588" y="5500688"/>
            <a:ext cx="137160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Text Box 166">
            <a:extLst>
              <a:ext uri="{FF2B5EF4-FFF2-40B4-BE49-F238E27FC236}">
                <a16:creationId xmlns:a16="http://schemas.microsoft.com/office/drawing/2014/main" id="{F6568380-3F0C-6B4E-9C4D-4220B094D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456238"/>
            <a:ext cx="479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0000CC"/>
                </a:solidFill>
              </a:rPr>
              <a:t>288</a:t>
            </a:r>
          </a:p>
        </p:txBody>
      </p:sp>
      <p:cxnSp>
        <p:nvCxnSpPr>
          <p:cNvPr id="111" name="Straight Connector 7">
            <a:extLst>
              <a:ext uri="{FF2B5EF4-FFF2-40B4-BE49-F238E27FC236}">
                <a16:creationId xmlns:a16="http://schemas.microsoft.com/office/drawing/2014/main" id="{84E695B0-60B0-C44E-85E9-8D17771F72A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453313" y="5014913"/>
            <a:ext cx="1587" cy="73183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" name="Rectangle 168">
            <a:extLst>
              <a:ext uri="{FF2B5EF4-FFF2-40B4-BE49-F238E27FC236}">
                <a16:creationId xmlns:a16="http://schemas.microsoft.com/office/drawing/2014/main" id="{803A904D-23C0-7F45-A507-5D8FDD65A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715000"/>
            <a:ext cx="19812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)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 i="1">
                <a:solidFill>
                  <a:srgbClr val="0000CC"/>
                </a:solidFill>
                <a:sym typeface="Wingdings" pitchFamily="2" charset="2"/>
              </a:rPr>
              <a:t>Result</a:t>
            </a:r>
            <a:r>
              <a:rPr lang="en-US" altLang="en-US" sz="1400">
                <a:sym typeface="Wingdings" pitchFamily="2" charset="2"/>
              </a:rPr>
              <a:t> =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STACK[top]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           = 288 </a:t>
            </a:r>
          </a:p>
        </p:txBody>
      </p:sp>
    </p:spTree>
    <p:extLst>
      <p:ext uri="{BB962C8B-B14F-4D97-AF65-F5344CB8AC3E}">
        <p14:creationId xmlns:p14="http://schemas.microsoft.com/office/powerpoint/2010/main" val="80750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9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/>
      <p:bldP spid="14" grpId="0"/>
      <p:bldP spid="16" grpId="0"/>
      <p:bldP spid="20" grpId="0"/>
      <p:bldP spid="22" grpId="0"/>
      <p:bldP spid="29" grpId="0"/>
      <p:bldP spid="33" grpId="0"/>
      <p:bldP spid="35" grpId="0"/>
      <p:bldP spid="38" grpId="0"/>
      <p:bldP spid="40" grpId="0"/>
      <p:bldP spid="41" grpId="0"/>
      <p:bldP spid="42" grpId="0"/>
      <p:bldP spid="46" grpId="0"/>
      <p:bldP spid="48" grpId="0"/>
      <p:bldP spid="51" grpId="0"/>
      <p:bldP spid="55" grpId="0"/>
      <p:bldP spid="57" grpId="0"/>
      <p:bldP spid="60" grpId="0"/>
      <p:bldP spid="62" grpId="0"/>
      <p:bldP spid="63" grpId="0"/>
      <p:bldP spid="67" grpId="0"/>
      <p:bldP spid="69" grpId="0"/>
      <p:bldP spid="72" grpId="0"/>
      <p:bldP spid="73" grpId="0"/>
      <p:bldP spid="77" grpId="0"/>
      <p:bldP spid="79" grpId="0"/>
      <p:bldP spid="82" grpId="0"/>
      <p:bldP spid="86" grpId="0"/>
      <p:bldP spid="88" grpId="0"/>
      <p:bldP spid="91" grpId="0"/>
      <p:bldP spid="96" grpId="0"/>
      <p:bldP spid="98" grpId="0"/>
      <p:bldP spid="100" grpId="0"/>
      <p:bldP spid="104" grpId="0"/>
      <p:bldP spid="106" grpId="0"/>
      <p:bldP spid="110" grpId="0"/>
      <p:bldP spid="1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232098-52E7-284B-AF5E-48C7FF4B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E0D80-A2AB-B441-BB89-0783EF8C5548}"/>
              </a:ext>
            </a:extLst>
          </p:cNvPr>
          <p:cNvSpPr txBox="1">
            <a:spLocks/>
          </p:cNvSpPr>
          <p:nvPr/>
        </p:nvSpPr>
        <p:spPr bwMode="auto">
          <a:xfrm>
            <a:off x="102321" y="16510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rgbClr val="E68900"/>
                </a:solidFill>
              </a:rPr>
              <a:t>STACK USED TO TRANSFORM AN INFIX EXPRESSION INTO POSTFIX EXPRESSION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CE6955A-B722-F844-B0AF-EBB8A58F5CE4}"/>
              </a:ext>
            </a:extLst>
          </p:cNvPr>
          <p:cNvSpPr txBox="1">
            <a:spLocks/>
          </p:cNvSpPr>
          <p:nvPr/>
        </p:nvSpPr>
        <p:spPr>
          <a:xfrm>
            <a:off x="250032" y="1443037"/>
            <a:ext cx="7239000" cy="4943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9100" indent="-41910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Suppose the infix expression </a:t>
            </a:r>
            <a:r>
              <a:rPr lang="en-US" altLang="en-US" sz="1700" b="1" i="1" dirty="0">
                <a:solidFill>
                  <a:srgbClr val="0000CC"/>
                </a:solidFill>
              </a:rPr>
              <a:t>Q</a:t>
            </a:r>
            <a:r>
              <a:rPr lang="en-US" altLang="en-US" sz="1700" dirty="0"/>
              <a:t> has to be converted into the postfix expression </a:t>
            </a:r>
            <a:r>
              <a:rPr lang="en-US" altLang="en-US" sz="1700" b="1" i="1" dirty="0">
                <a:solidFill>
                  <a:srgbClr val="0000CC"/>
                </a:solidFill>
              </a:rPr>
              <a:t>P</a:t>
            </a:r>
          </a:p>
          <a:p>
            <a:pPr marL="419100" indent="-419100">
              <a:lnSpc>
                <a:spcPct val="80000"/>
              </a:lnSpc>
              <a:buFont typeface="Wingdings 2" pitchFamily="2" charset="2"/>
              <a:buAutoNum type="arabicPeriod"/>
            </a:pPr>
            <a:r>
              <a:rPr lang="en-US" altLang="en-US" sz="1700" dirty="0"/>
              <a:t>Make an empty </a:t>
            </a:r>
            <a:r>
              <a:rPr lang="en-US" altLang="en-US" sz="1700" b="1" i="1" dirty="0">
                <a:solidFill>
                  <a:srgbClr val="0000CC"/>
                </a:solidFill>
              </a:rPr>
              <a:t>STACK</a:t>
            </a:r>
          </a:p>
          <a:p>
            <a:pPr marL="419100" indent="-419100">
              <a:lnSpc>
                <a:spcPct val="80000"/>
              </a:lnSpc>
              <a:buFont typeface="Wingdings 2" pitchFamily="2" charset="2"/>
              <a:buAutoNum type="arabicPeriod"/>
            </a:pPr>
            <a:r>
              <a:rPr lang="en-US" altLang="en-US" sz="1700" dirty="0"/>
              <a:t>Push the left parenthesis ‘</a:t>
            </a:r>
            <a:r>
              <a:rPr lang="en-US" altLang="en-US" sz="1700" b="1" dirty="0">
                <a:solidFill>
                  <a:srgbClr val="0000CC"/>
                </a:solidFill>
              </a:rPr>
              <a:t>(</a:t>
            </a:r>
            <a:r>
              <a:rPr lang="en-US" altLang="en-US" sz="1800" dirty="0"/>
              <a:t>’ into the </a:t>
            </a:r>
            <a:r>
              <a:rPr lang="en-US" altLang="en-US" sz="1700" b="1" i="1" dirty="0">
                <a:solidFill>
                  <a:srgbClr val="0000CC"/>
                </a:solidFill>
              </a:rPr>
              <a:t>STACK</a:t>
            </a:r>
            <a:r>
              <a:rPr lang="en-US" altLang="en-US" sz="1800" dirty="0"/>
              <a:t> and add the right parenthesis ‘</a:t>
            </a:r>
            <a:r>
              <a:rPr lang="en-US" altLang="en-US" sz="1800" b="1" dirty="0">
                <a:solidFill>
                  <a:srgbClr val="0000CC"/>
                </a:solidFill>
              </a:rPr>
              <a:t>)</a:t>
            </a:r>
            <a:r>
              <a:rPr lang="en-US" altLang="en-US" sz="1800" dirty="0"/>
              <a:t>’ at the end of expression </a:t>
            </a:r>
            <a:r>
              <a:rPr lang="en-US" altLang="en-US" sz="1700" b="1" i="1" dirty="0">
                <a:solidFill>
                  <a:srgbClr val="0000CC"/>
                </a:solidFill>
              </a:rPr>
              <a:t>Q</a:t>
            </a:r>
          </a:p>
          <a:p>
            <a:pPr marL="419100" indent="-419100">
              <a:lnSpc>
                <a:spcPct val="80000"/>
              </a:lnSpc>
              <a:buFont typeface="Wingdings 2" pitchFamily="2" charset="2"/>
              <a:buAutoNum type="arabicPeriod"/>
            </a:pPr>
            <a:r>
              <a:rPr lang="en-US" altLang="en-US" sz="1800" dirty="0"/>
              <a:t>Scan </a:t>
            </a:r>
            <a:r>
              <a:rPr lang="en-US" altLang="en-US" sz="1700" b="1" i="1" dirty="0">
                <a:solidFill>
                  <a:srgbClr val="0000CC"/>
                </a:solidFill>
              </a:rPr>
              <a:t>Q</a:t>
            </a:r>
            <a:r>
              <a:rPr lang="en-US" altLang="en-US" sz="1800" dirty="0"/>
              <a:t> from left to right and </a:t>
            </a:r>
            <a:r>
              <a:rPr lang="en-US" altLang="en-US" sz="1800" b="1" dirty="0"/>
              <a:t>repeat</a:t>
            </a:r>
            <a:r>
              <a:rPr lang="en-US" altLang="en-US" sz="1800" dirty="0"/>
              <a:t> the following steps for each element of </a:t>
            </a:r>
            <a:r>
              <a:rPr lang="en-US" altLang="en-US" sz="1700" b="1" i="1" dirty="0">
                <a:solidFill>
                  <a:srgbClr val="0000CC"/>
                </a:solidFill>
              </a:rPr>
              <a:t>Q</a:t>
            </a:r>
            <a:r>
              <a:rPr lang="en-US" altLang="en-US" sz="1800" dirty="0"/>
              <a:t> until the </a:t>
            </a:r>
            <a:r>
              <a:rPr lang="en-US" altLang="en-US" sz="1700" b="1" i="1" dirty="0">
                <a:solidFill>
                  <a:srgbClr val="0000CC"/>
                </a:solidFill>
              </a:rPr>
              <a:t>STACK</a:t>
            </a:r>
            <a:r>
              <a:rPr lang="en-US" altLang="en-US" sz="1800" dirty="0"/>
              <a:t> is empty</a:t>
            </a:r>
          </a:p>
          <a:p>
            <a:pPr marL="692150" lvl="1" indent="-400050">
              <a:lnSpc>
                <a:spcPct val="80000"/>
              </a:lnSpc>
            </a:pPr>
            <a:r>
              <a:rPr lang="en-US" altLang="en-US" sz="1600" dirty="0"/>
              <a:t>If an operand is encountered</a:t>
            </a:r>
          </a:p>
          <a:p>
            <a:pPr marL="873125" lvl="2" indent="-342900">
              <a:lnSpc>
                <a:spcPct val="80000"/>
              </a:lnSpc>
            </a:pPr>
            <a:r>
              <a:rPr lang="en-US" altLang="en-US" sz="1400" dirty="0"/>
              <a:t>Add it to </a:t>
            </a:r>
            <a:r>
              <a:rPr lang="en-US" altLang="en-US" sz="1400" b="1" i="1" dirty="0">
                <a:solidFill>
                  <a:srgbClr val="0000CC"/>
                </a:solidFill>
              </a:rPr>
              <a:t>P</a:t>
            </a:r>
          </a:p>
          <a:p>
            <a:pPr marL="692150" lvl="1" indent="-400050">
              <a:lnSpc>
                <a:spcPct val="80000"/>
              </a:lnSpc>
            </a:pPr>
            <a:r>
              <a:rPr lang="en-US" altLang="en-US" sz="1600" dirty="0"/>
              <a:t>Else if a left parenthesis is encountered</a:t>
            </a:r>
          </a:p>
          <a:p>
            <a:pPr marL="873125" lvl="2" indent="-342900">
              <a:lnSpc>
                <a:spcPct val="80000"/>
              </a:lnSpc>
            </a:pPr>
            <a:r>
              <a:rPr lang="en-US" altLang="en-US" sz="1400" dirty="0"/>
              <a:t>Push it into the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</a:p>
          <a:p>
            <a:pPr marL="692150" lvl="1" indent="-400050">
              <a:lnSpc>
                <a:spcPct val="80000"/>
              </a:lnSpc>
            </a:pPr>
            <a:r>
              <a:rPr lang="en-US" altLang="en-US" sz="1600" dirty="0"/>
              <a:t>Else if an operator </a:t>
            </a:r>
            <a:r>
              <a:rPr lang="en-US" altLang="en-US" sz="1600" b="1" dirty="0">
                <a:solidFill>
                  <a:srgbClr val="0000CC"/>
                </a:solidFill>
              </a:rPr>
              <a:t>® </a:t>
            </a:r>
            <a:r>
              <a:rPr lang="en-US" altLang="en-US" sz="1600" dirty="0"/>
              <a:t>is encountered</a:t>
            </a:r>
          </a:p>
          <a:p>
            <a:pPr marL="1119188" lvl="3" indent="-34290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400" dirty="0"/>
              <a:t>  (a) Repeatedly pop from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  <a:r>
              <a:rPr lang="en-US" altLang="en-US" sz="1400" dirty="0"/>
              <a:t> and add to </a:t>
            </a:r>
            <a:r>
              <a:rPr lang="en-US" altLang="en-US" sz="1400" b="1" i="1" dirty="0">
                <a:solidFill>
                  <a:srgbClr val="0000CC"/>
                </a:solidFill>
              </a:rPr>
              <a:t>P</a:t>
            </a:r>
            <a:r>
              <a:rPr lang="en-US" altLang="en-US" sz="1400" dirty="0"/>
              <a:t> each operator (at the top of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  <a:r>
              <a:rPr lang="en-US" altLang="en-US" sz="1400" dirty="0"/>
              <a:t>) which has the same precedence as or higher than that of </a:t>
            </a:r>
            <a:r>
              <a:rPr lang="en-US" altLang="en-US" sz="1600" b="1" dirty="0">
                <a:solidFill>
                  <a:srgbClr val="0000CC"/>
                </a:solidFill>
              </a:rPr>
              <a:t>®</a:t>
            </a:r>
          </a:p>
          <a:p>
            <a:pPr marL="1119188" lvl="3" indent="-34290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400" dirty="0"/>
              <a:t>  (b)  Push </a:t>
            </a:r>
            <a:r>
              <a:rPr lang="en-US" altLang="en-US" sz="1600" b="1" dirty="0">
                <a:solidFill>
                  <a:srgbClr val="0000CC"/>
                </a:solidFill>
              </a:rPr>
              <a:t>®</a:t>
            </a:r>
            <a:r>
              <a:rPr lang="en-US" altLang="en-US" sz="1600" b="1" dirty="0"/>
              <a:t> </a:t>
            </a:r>
            <a:r>
              <a:rPr lang="en-US" altLang="en-US" sz="1400" dirty="0"/>
              <a:t>into the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</a:p>
          <a:p>
            <a:pPr marL="692150" lvl="1" indent="-400050">
              <a:lnSpc>
                <a:spcPct val="80000"/>
              </a:lnSpc>
            </a:pPr>
            <a:r>
              <a:rPr lang="en-US" altLang="en-US" sz="1600" dirty="0"/>
              <a:t>Else if a right parenthesis is encountered</a:t>
            </a:r>
          </a:p>
          <a:p>
            <a:pPr marL="873125" lvl="2" indent="-3429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400" dirty="0"/>
              <a:t>	(a)  Repeatedly pop from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  <a:r>
              <a:rPr lang="en-US" altLang="en-US" sz="1400" dirty="0"/>
              <a:t> and add to </a:t>
            </a:r>
            <a:r>
              <a:rPr lang="en-US" altLang="en-US" sz="1400" b="1" i="1" dirty="0">
                <a:solidFill>
                  <a:srgbClr val="0000CC"/>
                </a:solidFill>
              </a:rPr>
              <a:t>P</a:t>
            </a:r>
            <a:r>
              <a:rPr lang="en-US" altLang="en-US" sz="1400" dirty="0"/>
              <a:t> each operator (at the top of  </a:t>
            </a:r>
          </a:p>
          <a:p>
            <a:pPr marL="873125" lvl="2" indent="-3429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400" dirty="0"/>
              <a:t>            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  <a:r>
              <a:rPr lang="en-US" altLang="en-US" sz="1400" dirty="0"/>
              <a:t> ) until a left parenthesis is encountered</a:t>
            </a:r>
          </a:p>
          <a:p>
            <a:pPr marL="873125" lvl="2" indent="-3429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400" dirty="0"/>
              <a:t>	(b)  Remove the left parenthesis from </a:t>
            </a:r>
            <a:r>
              <a:rPr lang="en-US" altLang="en-US" sz="1400" b="1" i="1" dirty="0">
                <a:solidFill>
                  <a:srgbClr val="0000CC"/>
                </a:solidFill>
              </a:rPr>
              <a:t>STACK</a:t>
            </a:r>
            <a:r>
              <a:rPr lang="en-US" altLang="en-US" sz="1400" dirty="0"/>
              <a:t> (but do not add it </a:t>
            </a:r>
            <a:r>
              <a:rPr lang="en-US" altLang="en-US" sz="1400" b="1" i="1" dirty="0">
                <a:solidFill>
                  <a:srgbClr val="0000CC"/>
                </a:solidFill>
              </a:rPr>
              <a:t>P</a:t>
            </a:r>
            <a:r>
              <a:rPr lang="en-US" altLang="en-US" sz="1400" dirty="0"/>
              <a:t>)</a:t>
            </a:r>
          </a:p>
          <a:p>
            <a:pPr marL="692150" lvl="1" indent="-400050">
              <a:lnSpc>
                <a:spcPct val="80000"/>
              </a:lnSpc>
            </a:pPr>
            <a:r>
              <a:rPr lang="en-US" altLang="en-US" sz="1600" dirty="0"/>
              <a:t>End if</a:t>
            </a:r>
            <a:endParaRPr lang="en-US" altLang="en-US" sz="1700" dirty="0"/>
          </a:p>
          <a:p>
            <a:pPr marL="419100" indent="-419100">
              <a:lnSpc>
                <a:spcPct val="80000"/>
              </a:lnSpc>
            </a:pPr>
            <a:r>
              <a:rPr lang="en-US" altLang="en-US" sz="1800" dirty="0"/>
              <a:t>End </a:t>
            </a:r>
            <a:r>
              <a:rPr lang="en-US" altLang="en-US" sz="1800" b="1" dirty="0"/>
              <a:t>repeat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5FC03D1-192D-9541-97C2-7C8289B2E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3341688"/>
            <a:ext cx="1998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FF0000"/>
                </a:solidFill>
              </a:rPr>
              <a:t>A , B, 1, 2, 3 ,…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045F5BAA-D768-2A41-8D92-3425D76B3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770313"/>
            <a:ext cx="93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{ , [ , (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67DE012-0427-364C-A262-CD159A20E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6200" y="5165725"/>
            <a:ext cx="93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} , ] ,  )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E4835CF0-E919-094F-A5E7-1A7382274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251325"/>
            <a:ext cx="1570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* , / , + , - , ^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BD98BDFC-5FBA-044A-9F6A-382CA29E00CC}"/>
              </a:ext>
            </a:extLst>
          </p:cNvPr>
          <p:cNvGrpSpPr>
            <a:grpSpLocks/>
          </p:cNvGrpSpPr>
          <p:nvPr/>
        </p:nvGrpSpPr>
        <p:grpSpPr bwMode="auto">
          <a:xfrm>
            <a:off x="6118225" y="3352800"/>
            <a:ext cx="1882775" cy="457200"/>
            <a:chOff x="3792" y="2075"/>
            <a:chExt cx="665" cy="288"/>
          </a:xfrm>
        </p:grpSpPr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ADAD1E24-BAB0-0A4B-B177-F68134EB3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25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C073BE3E-4BC6-8B4A-A657-193F3844B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075"/>
              <a:ext cx="1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>
                  <a:solidFill>
                    <a:srgbClr val="FF0000"/>
                  </a:solidFill>
                </a:rPr>
                <a:t>P</a:t>
              </a:r>
            </a:p>
          </p:txBody>
        </p:sp>
      </p:grpSp>
      <p:sp>
        <p:nvSpPr>
          <p:cNvPr id="12" name="Line 26">
            <a:extLst>
              <a:ext uri="{FF2B5EF4-FFF2-40B4-BE49-F238E27FC236}">
                <a16:creationId xmlns:a16="http://schemas.microsoft.com/office/drawing/2014/main" id="{C1C1F15B-A524-EB48-AEBB-9F0192146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0638" y="4648200"/>
            <a:ext cx="0" cy="5683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D7458E19-8736-874D-A265-824420A685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0638" y="5216525"/>
            <a:ext cx="3286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78808487-6139-8346-B7B6-D11F5A93B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9250" y="4648200"/>
            <a:ext cx="0" cy="5683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E286806B-150C-FF48-B179-0D5301686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4288" y="5000625"/>
            <a:ext cx="3286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30">
            <a:extLst>
              <a:ext uri="{FF2B5EF4-FFF2-40B4-BE49-F238E27FC236}">
                <a16:creationId xmlns:a16="http://schemas.microsoft.com/office/drawing/2014/main" id="{B4133C8E-E0A1-AE42-88F1-CEF8AD2B8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513" y="4910138"/>
            <a:ext cx="333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17" name="Line 32">
            <a:extLst>
              <a:ext uri="{FF2B5EF4-FFF2-40B4-BE49-F238E27FC236}">
                <a16:creationId xmlns:a16="http://schemas.microsoft.com/office/drawing/2014/main" id="{DBD96441-80D9-D74E-AC03-A4BA21DFC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4288" y="4800600"/>
            <a:ext cx="3286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Text Box 33">
            <a:extLst>
              <a:ext uri="{FF2B5EF4-FFF2-40B4-BE49-F238E27FC236}">
                <a16:creationId xmlns:a16="http://schemas.microsoft.com/office/drawing/2014/main" id="{AF9ADDE5-1B98-434C-B2EF-0B44AC683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638" y="4733925"/>
            <a:ext cx="2841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19" name="Text Box 43">
            <a:extLst>
              <a:ext uri="{FF2B5EF4-FFF2-40B4-BE49-F238E27FC236}">
                <a16:creationId xmlns:a16="http://schemas.microsoft.com/office/drawing/2014/main" id="{629CDF97-83EB-CE47-934F-370C41459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5100" y="4238625"/>
            <a:ext cx="33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+</a:t>
            </a:r>
          </a:p>
        </p:txBody>
      </p:sp>
      <p:grpSp>
        <p:nvGrpSpPr>
          <p:cNvPr id="20" name="Group 51">
            <a:extLst>
              <a:ext uri="{FF2B5EF4-FFF2-40B4-BE49-F238E27FC236}">
                <a16:creationId xmlns:a16="http://schemas.microsoft.com/office/drawing/2014/main" id="{05D4E68B-4B22-E143-BAEC-C4F641718EC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733800"/>
            <a:ext cx="1371600" cy="671513"/>
            <a:chOff x="3696" y="2352"/>
            <a:chExt cx="864" cy="423"/>
          </a:xfrm>
        </p:grpSpPr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99513508-0AFD-474F-A777-7DA9F7783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544"/>
              <a:ext cx="5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5DDEB0D5-16B0-FA46-9576-432665EA7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7" y="2352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445F93E-6F24-B74B-B19D-19E7E66A4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7" y="2736"/>
              <a:ext cx="1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F5D9729B-9905-E44D-B43B-1A44C55BB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352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565690A4-D89A-B347-A1DF-501B1BA8D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7" y="2608"/>
              <a:ext cx="1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44">
              <a:extLst>
                <a:ext uri="{FF2B5EF4-FFF2-40B4-BE49-F238E27FC236}">
                  <a16:creationId xmlns:a16="http://schemas.microsoft.com/office/drawing/2014/main" id="{98916BCC-92F0-1141-9337-7D012AB42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2544"/>
              <a:ext cx="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(</a:t>
              </a:r>
            </a:p>
          </p:txBody>
        </p:sp>
      </p:grpSp>
      <p:sp>
        <p:nvSpPr>
          <p:cNvPr id="27" name="Line 54">
            <a:extLst>
              <a:ext uri="{FF2B5EF4-FFF2-40B4-BE49-F238E27FC236}">
                <a16:creationId xmlns:a16="http://schemas.microsoft.com/office/drawing/2014/main" id="{C126C7B7-005F-394D-8428-44018B6A14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715000"/>
            <a:ext cx="1588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55">
            <a:extLst>
              <a:ext uri="{FF2B5EF4-FFF2-40B4-BE49-F238E27FC236}">
                <a16:creationId xmlns:a16="http://schemas.microsoft.com/office/drawing/2014/main" id="{AC8604B2-9508-AB40-ABCF-C76D60255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963" y="6553200"/>
            <a:ext cx="401637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56">
            <a:extLst>
              <a:ext uri="{FF2B5EF4-FFF2-40B4-BE49-F238E27FC236}">
                <a16:creationId xmlns:a16="http://schemas.microsoft.com/office/drawing/2014/main" id="{15647C6D-228D-9C4E-9670-4A19685E2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5715000"/>
            <a:ext cx="1588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57">
            <a:extLst>
              <a:ext uri="{FF2B5EF4-FFF2-40B4-BE49-F238E27FC236}">
                <a16:creationId xmlns:a16="http://schemas.microsoft.com/office/drawing/2014/main" id="{EA6EB5AF-60B4-0444-94E9-AAE35C443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963" y="6324600"/>
            <a:ext cx="401637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 Box 58">
            <a:extLst>
              <a:ext uri="{FF2B5EF4-FFF2-40B4-BE49-F238E27FC236}">
                <a16:creationId xmlns:a16="http://schemas.microsoft.com/office/drawing/2014/main" id="{D5E1CE0D-FC4B-5140-B628-11F12F211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6223000"/>
            <a:ext cx="26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32" name="Line 59">
            <a:extLst>
              <a:ext uri="{FF2B5EF4-FFF2-40B4-BE49-F238E27FC236}">
                <a16:creationId xmlns:a16="http://schemas.microsoft.com/office/drawing/2014/main" id="{12FE0B27-C229-9542-BB80-26896D16C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6963" y="6096000"/>
            <a:ext cx="401637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60">
            <a:extLst>
              <a:ext uri="{FF2B5EF4-FFF2-40B4-BE49-F238E27FC236}">
                <a16:creationId xmlns:a16="http://schemas.microsoft.com/office/drawing/2014/main" id="{F5031E49-5203-854E-9DA9-465E3BACA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867400"/>
            <a:ext cx="401638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Text Box 61">
            <a:extLst>
              <a:ext uri="{FF2B5EF4-FFF2-40B4-BE49-F238E27FC236}">
                <a16:creationId xmlns:a16="http://schemas.microsoft.com/office/drawing/2014/main" id="{D9DDD5A7-38BB-6641-88BB-34C4B7249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888" y="6005513"/>
            <a:ext cx="331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35" name="Text Box 62">
            <a:extLst>
              <a:ext uri="{FF2B5EF4-FFF2-40B4-BE49-F238E27FC236}">
                <a16:creationId xmlns:a16="http://schemas.microsoft.com/office/drawing/2014/main" id="{52AF804F-3DCA-4E41-B565-A53F365C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5776913"/>
            <a:ext cx="26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-</a:t>
            </a:r>
          </a:p>
        </p:txBody>
      </p:sp>
      <p:sp>
        <p:nvSpPr>
          <p:cNvPr id="37" name="Cloud Callout 36">
            <a:extLst>
              <a:ext uri="{FF2B5EF4-FFF2-40B4-BE49-F238E27FC236}">
                <a16:creationId xmlns:a16="http://schemas.microsoft.com/office/drawing/2014/main" id="{4C6417D6-16B3-2A4F-93F2-CCAB42A95651}"/>
              </a:ext>
            </a:extLst>
          </p:cNvPr>
          <p:cNvSpPr/>
          <p:nvPr/>
        </p:nvSpPr>
        <p:spPr>
          <a:xfrm>
            <a:off x="7647780" y="1385887"/>
            <a:ext cx="2258219" cy="1042988"/>
          </a:xfrm>
          <a:prstGeom prst="cloudCallout">
            <a:avLst>
              <a:gd name="adj1" fmla="val -54412"/>
              <a:gd name="adj2" fmla="val 838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Shunting-yard algorithm</a:t>
            </a:r>
          </a:p>
        </p:txBody>
      </p:sp>
    </p:spTree>
    <p:extLst>
      <p:ext uri="{BB962C8B-B14F-4D97-AF65-F5344CB8AC3E}">
        <p14:creationId xmlns:p14="http://schemas.microsoft.com/office/powerpoint/2010/main" val="189446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00139 -0.16644 " pathEditMode="relative" rAng="0" ptsTypes="AA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7037E-7 L -0.00278 -0.2088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10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9 -7.40741E-7 L 0.25972 0.09745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17" y="4861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1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" presetClass="exit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0.00156 -0.36019 " pathEditMode="relative" rAng="0" ptsTypes="AA">
                                      <p:cBhvr>
                                        <p:cTn id="1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1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" presetClass="exit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6" grpId="0"/>
      <p:bldP spid="16" grpId="1"/>
      <p:bldP spid="16" grpId="2"/>
      <p:bldP spid="18" grpId="0"/>
      <p:bldP spid="18" grpId="1"/>
      <p:bldP spid="19" grpId="0"/>
      <p:bldP spid="19" grpId="1"/>
      <p:bldP spid="31" grpId="0"/>
      <p:bldP spid="31" grpId="1"/>
      <p:bldP spid="34" grpId="0"/>
      <p:bldP spid="34" grpId="1"/>
      <p:bldP spid="34" grpId="2"/>
      <p:bldP spid="35" grpId="0"/>
      <p:bldP spid="35" grpId="1"/>
      <p:bldP spid="35" grpId="2"/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3709C-2EA9-1242-B815-B28C1230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73D25-8DC6-5A48-9964-EDE2BB566720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solidFill>
                  <a:srgbClr val="E68900"/>
                </a:solidFill>
              </a:rPr>
              <a:t>STACK EXAMPLE: INFIX EXPRESSION INTO POSTFIX EXPRESSION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615B4-C2EB-1E42-B381-66453ECDB60F}"/>
              </a:ext>
            </a:extLst>
          </p:cNvPr>
          <p:cNvSpPr txBox="1">
            <a:spLocks/>
          </p:cNvSpPr>
          <p:nvPr/>
        </p:nvSpPr>
        <p:spPr>
          <a:xfrm>
            <a:off x="533400" y="1219200"/>
            <a:ext cx="8008434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dirty="0"/>
              <a:t>6*[5+ (2+3)*8+3] </a:t>
            </a:r>
            <a:r>
              <a:rPr lang="en-US" altLang="en-US" dirty="0">
                <a:sym typeface="Wingdings" pitchFamily="2" charset="2"/>
              </a:rPr>
              <a:t> ( </a:t>
            </a:r>
            <a:r>
              <a:rPr lang="en-US" altLang="en-US" dirty="0"/>
              <a:t>6 * [ 5 + ( 2 + 3 ) * 8 + 3 ] )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8748413-729E-4F41-9835-4DA35227F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3025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Add</a:t>
            </a:r>
            <a:r>
              <a:rPr lang="en-US" altLang="en-US" sz="14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6</a:t>
            </a:r>
            <a:r>
              <a:rPr lang="en-US" altLang="en-US" sz="1400" b="1"/>
              <a:t> to </a:t>
            </a:r>
            <a:r>
              <a:rPr lang="en-US" altLang="en-US" sz="14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35D6D3E-0C32-4148-80BE-CEC3FCC0C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2573338"/>
            <a:ext cx="14033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b="1">
                <a:solidFill>
                  <a:srgbClr val="0000CC"/>
                </a:solidFill>
                <a:sym typeface="Wingdings" pitchFamily="2" charset="2"/>
              </a:rPr>
              <a:t>*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b="1">
                <a:solidFill>
                  <a:srgbClr val="0000CC"/>
                </a:solidFill>
                <a:sym typeface="Wingdings" pitchFamily="2" charset="2"/>
              </a:rPr>
              <a:t>*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ym typeface="Wingdings" pitchFamily="2" charset="2"/>
              </a:rPr>
              <a:t>OUTPUT: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C6F52E-4020-AA4B-B705-4963881DAB8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49625" y="230822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22">
            <a:extLst>
              <a:ext uri="{FF2B5EF4-FFF2-40B4-BE49-F238E27FC236}">
                <a16:creationId xmlns:a16="http://schemas.microsoft.com/office/drawing/2014/main" id="{83BC99A0-A737-514D-9454-5401709F8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2062163"/>
            <a:ext cx="27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8D78546C-DBCF-D44B-BCEB-7E0AE9A48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59050"/>
            <a:ext cx="140335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[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b="1">
                <a:solidFill>
                  <a:srgbClr val="0000CC"/>
                </a:solidFill>
                <a:sym typeface="Wingdings" pitchFamily="2" charset="2"/>
              </a:rPr>
              <a:t>[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ym typeface="Wingdings" pitchFamily="2" charset="2"/>
              </a:rPr>
              <a:t>OUTPUT: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60F086-D07F-F14B-A595-FFED3DBEBEA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7288" y="206533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29">
            <a:extLst>
              <a:ext uri="{FF2B5EF4-FFF2-40B4-BE49-F238E27FC236}">
                <a16:creationId xmlns:a16="http://schemas.microsoft.com/office/drawing/2014/main" id="{F472D053-8A41-D642-82D2-BD39AE45A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75" y="2062163"/>
            <a:ext cx="273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*</a:t>
            </a:r>
          </a:p>
        </p:txBody>
      </p:sp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65B7E19D-0164-0945-8B5B-D5EB00B0C7D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84750" y="181927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32">
            <a:extLst>
              <a:ext uri="{FF2B5EF4-FFF2-40B4-BE49-F238E27FC236}">
                <a16:creationId xmlns:a16="http://schemas.microsoft.com/office/drawing/2014/main" id="{703D8C4E-EE92-3B41-A664-62315C261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174307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14" name="Rectangle 42">
            <a:extLst>
              <a:ext uri="{FF2B5EF4-FFF2-40B4-BE49-F238E27FC236}">
                <a16:creationId xmlns:a16="http://schemas.microsoft.com/office/drawing/2014/main" id="{5939CA78-6926-7F40-944F-D94E1FB15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584450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5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Add</a:t>
            </a:r>
            <a:r>
              <a:rPr lang="en-US" altLang="en-US" sz="14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5</a:t>
            </a:r>
            <a:r>
              <a:rPr lang="en-US" altLang="en-US" sz="1400" b="1"/>
              <a:t> to </a:t>
            </a:r>
            <a:r>
              <a:rPr lang="en-US" altLang="en-US" sz="14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0B4EB36B-6F2A-8942-B96E-B6F142E775A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3663" y="5538788"/>
            <a:ext cx="164465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911233B0-0F8A-3243-A7CF-BA33FE9709E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4775" y="504348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 Box 47">
            <a:extLst>
              <a:ext uri="{FF2B5EF4-FFF2-40B4-BE49-F238E27FC236}">
                <a16:creationId xmlns:a16="http://schemas.microsoft.com/office/drawing/2014/main" id="{097B2787-8519-2343-8ABF-FAF690D05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503555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18" name="Rectangle 48">
            <a:extLst>
              <a:ext uri="{FF2B5EF4-FFF2-40B4-BE49-F238E27FC236}">
                <a16:creationId xmlns:a16="http://schemas.microsoft.com/office/drawing/2014/main" id="{FB72DB6F-1825-CC4A-9EE4-13AFB84AB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405563"/>
            <a:ext cx="160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19" name="Text Box 50">
            <a:extLst>
              <a:ext uri="{FF2B5EF4-FFF2-40B4-BE49-F238E27FC236}">
                <a16:creationId xmlns:a16="http://schemas.microsoft.com/office/drawing/2014/main" id="{CC869F1A-5B44-6A42-A2C8-626FF5F1F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474503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20" name="Rectangle 52">
            <a:extLst>
              <a:ext uri="{FF2B5EF4-FFF2-40B4-BE49-F238E27FC236}">
                <a16:creationId xmlns:a16="http://schemas.microsoft.com/office/drawing/2014/main" id="{6D17D72B-EEED-4740-9423-2EEE90EF4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5557838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ym typeface="Wingdings" pitchFamily="2" charset="2"/>
              </a:rPr>
              <a:t>OUTPUT: </a:t>
            </a:r>
          </a:p>
        </p:txBody>
      </p:sp>
      <p:cxnSp>
        <p:nvCxnSpPr>
          <p:cNvPr id="21" name="Straight Connector 9">
            <a:extLst>
              <a:ext uri="{FF2B5EF4-FFF2-40B4-BE49-F238E27FC236}">
                <a16:creationId xmlns:a16="http://schemas.microsoft.com/office/drawing/2014/main" id="{F6BED5AF-E1B5-3241-97E1-6739C64FCA4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7950" y="478313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54">
            <a:extLst>
              <a:ext uri="{FF2B5EF4-FFF2-40B4-BE49-F238E27FC236}">
                <a16:creationId xmlns:a16="http://schemas.microsoft.com/office/drawing/2014/main" id="{35CB5FB5-B620-A148-B4CE-3EFD1D416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502150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23" name="Rectangle 60">
            <a:extLst>
              <a:ext uri="{FF2B5EF4-FFF2-40B4-BE49-F238E27FC236}">
                <a16:creationId xmlns:a16="http://schemas.microsoft.com/office/drawing/2014/main" id="{AAE2325A-CF08-3A4B-B04C-E0DF53E8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396038"/>
            <a:ext cx="160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24" name="Rectangle 62">
            <a:extLst>
              <a:ext uri="{FF2B5EF4-FFF2-40B4-BE49-F238E27FC236}">
                <a16:creationId xmlns:a16="http://schemas.microsoft.com/office/drawing/2014/main" id="{AA9AEA6B-3348-A546-B93A-0290CECB4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450" y="5548313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(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 </a:t>
            </a:r>
            <a:r>
              <a:rPr lang="en-US" altLang="en-US" sz="1400">
                <a:sym typeface="Wingdings" pitchFamily="2" charset="2"/>
              </a:rPr>
              <a:t>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(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ym typeface="Wingdings" pitchFamily="2" charset="2"/>
              </a:rPr>
              <a:t>OUTPUT: </a:t>
            </a:r>
          </a:p>
        </p:txBody>
      </p:sp>
      <p:sp>
        <p:nvSpPr>
          <p:cNvPr id="25" name="Line 65">
            <a:extLst>
              <a:ext uri="{FF2B5EF4-FFF2-40B4-BE49-F238E27FC236}">
                <a16:creationId xmlns:a16="http://schemas.microsoft.com/office/drawing/2014/main" id="{B3FFE0C4-7EFE-834C-B202-D31913304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-28575" y="3981450"/>
            <a:ext cx="8226425" cy="0"/>
          </a:xfrm>
          <a:prstGeom prst="line">
            <a:avLst/>
          </a:prstGeom>
          <a:noFill/>
          <a:ln w="9525">
            <a:solidFill>
              <a:srgbClr val="E68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6" name="Straight Connector 9">
            <a:extLst>
              <a:ext uri="{FF2B5EF4-FFF2-40B4-BE49-F238E27FC236}">
                <a16:creationId xmlns:a16="http://schemas.microsoft.com/office/drawing/2014/main" id="{1BF67529-498D-2B45-B3CE-E78A712A0FC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5350" y="5526088"/>
            <a:ext cx="164465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9">
            <a:extLst>
              <a:ext uri="{FF2B5EF4-FFF2-40B4-BE49-F238E27FC236}">
                <a16:creationId xmlns:a16="http://schemas.microsoft.com/office/drawing/2014/main" id="{FA1C2442-F3FE-DC42-9BB8-6DF986AB9A8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2175" y="503872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70">
            <a:extLst>
              <a:ext uri="{FF2B5EF4-FFF2-40B4-BE49-F238E27FC236}">
                <a16:creationId xmlns:a16="http://schemas.microsoft.com/office/drawing/2014/main" id="{4D645A04-2A93-2547-A68D-A7DECD363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5049838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29" name="Text Box 71">
            <a:extLst>
              <a:ext uri="{FF2B5EF4-FFF2-40B4-BE49-F238E27FC236}">
                <a16:creationId xmlns:a16="http://schemas.microsoft.com/office/drawing/2014/main" id="{0A392BFA-6C57-9B4A-96B0-32F423786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50" y="474027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30" name="Straight Connector 9">
            <a:extLst>
              <a:ext uri="{FF2B5EF4-FFF2-40B4-BE49-F238E27FC236}">
                <a16:creationId xmlns:a16="http://schemas.microsoft.com/office/drawing/2014/main" id="{B3C487D4-0EA2-E64E-8A5F-AE20303E985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5350" y="47783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73">
            <a:extLst>
              <a:ext uri="{FF2B5EF4-FFF2-40B4-BE49-F238E27FC236}">
                <a16:creationId xmlns:a16="http://schemas.microsoft.com/office/drawing/2014/main" id="{228F4298-2E5F-524A-BBE7-1BC8953F4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449738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32" name="Straight Connector 9">
            <a:extLst>
              <a:ext uri="{FF2B5EF4-FFF2-40B4-BE49-F238E27FC236}">
                <a16:creationId xmlns:a16="http://schemas.microsoft.com/office/drawing/2014/main" id="{693F8A23-ADE1-0147-895C-95F380AA8FB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5350" y="45243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 Box 75">
            <a:extLst>
              <a:ext uri="{FF2B5EF4-FFF2-40B4-BE49-F238E27FC236}">
                <a16:creationId xmlns:a16="http://schemas.microsoft.com/office/drawing/2014/main" id="{80AB0887-184A-E54E-A5FD-C6E5E265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424338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A6994595-FB50-D64B-802C-AD8BAED3347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200" y="455453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9">
            <a:extLst>
              <a:ext uri="{FF2B5EF4-FFF2-40B4-BE49-F238E27FC236}">
                <a16:creationId xmlns:a16="http://schemas.microsoft.com/office/drawing/2014/main" id="{31AC46BA-06E0-F944-AAC4-2B5B6FF2D99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5350" y="430053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81">
            <a:extLst>
              <a:ext uri="{FF2B5EF4-FFF2-40B4-BE49-F238E27FC236}">
                <a16:creationId xmlns:a16="http://schemas.microsoft.com/office/drawing/2014/main" id="{3A05CEB0-1EC2-C448-B9E1-5AED5CB7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559425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2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Add</a:t>
            </a:r>
            <a:r>
              <a:rPr lang="en-US" altLang="en-US" sz="14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2</a:t>
            </a:r>
            <a:r>
              <a:rPr lang="en-US" altLang="en-US" sz="1400" b="1"/>
              <a:t> to </a:t>
            </a:r>
            <a:r>
              <a:rPr lang="en-US" altLang="en-US" sz="14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37" name="Rectangle 82">
            <a:extLst>
              <a:ext uri="{FF2B5EF4-FFF2-40B4-BE49-F238E27FC236}">
                <a16:creationId xmlns:a16="http://schemas.microsoft.com/office/drawing/2014/main" id="{BCF3F4CB-E4C7-CD45-9D80-2BDBF187E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6376988"/>
            <a:ext cx="160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B161F3-1494-934D-BDE6-BF2936ABA7E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03650" y="42560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7">
            <a:extLst>
              <a:ext uri="{FF2B5EF4-FFF2-40B4-BE49-F238E27FC236}">
                <a16:creationId xmlns:a16="http://schemas.microsoft.com/office/drawing/2014/main" id="{008A83E6-A5A2-CE40-B9E8-70551AA759F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62175" y="42433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7">
            <a:extLst>
              <a:ext uri="{FF2B5EF4-FFF2-40B4-BE49-F238E27FC236}">
                <a16:creationId xmlns:a16="http://schemas.microsoft.com/office/drawing/2014/main" id="{B577FC92-602B-FC41-9DD8-69F981A42C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6250" y="42560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7">
            <a:extLst>
              <a:ext uri="{FF2B5EF4-FFF2-40B4-BE49-F238E27FC236}">
                <a16:creationId xmlns:a16="http://schemas.microsoft.com/office/drawing/2014/main" id="{DCB2FE25-9958-D841-86B3-C582B2A44D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4775" y="42433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Rectangle 101">
            <a:extLst>
              <a:ext uri="{FF2B5EF4-FFF2-40B4-BE49-F238E27FC236}">
                <a16:creationId xmlns:a16="http://schemas.microsoft.com/office/drawing/2014/main" id="{42BAF0EA-E8D5-784C-8DF2-56B613A39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559425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/>
              <a:t>Push  </a:t>
            </a:r>
            <a:r>
              <a:rPr lang="en-US" altLang="en-US" sz="1400" b="1">
                <a:solidFill>
                  <a:srgbClr val="0000CC"/>
                </a:solidFill>
              </a:rPr>
              <a:t>+</a:t>
            </a:r>
            <a:endParaRPr lang="en-US" altLang="en-US" sz="1400" b="1" i="1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43" name="Rectangle 102">
            <a:extLst>
              <a:ext uri="{FF2B5EF4-FFF2-40B4-BE49-F238E27FC236}">
                <a16:creationId xmlns:a16="http://schemas.microsoft.com/office/drawing/2014/main" id="{1C138019-9629-FD46-83F8-48E642203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6391275"/>
            <a:ext cx="1600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cxnSp>
        <p:nvCxnSpPr>
          <p:cNvPr id="44" name="Straight Connector 9">
            <a:extLst>
              <a:ext uri="{FF2B5EF4-FFF2-40B4-BE49-F238E27FC236}">
                <a16:creationId xmlns:a16="http://schemas.microsoft.com/office/drawing/2014/main" id="{606262B4-F239-034B-A996-0349DA1EE94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750" y="2619375"/>
            <a:ext cx="1462088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117">
            <a:extLst>
              <a:ext uri="{FF2B5EF4-FFF2-40B4-BE49-F238E27FC236}">
                <a16:creationId xmlns:a16="http://schemas.microsoft.com/office/drawing/2014/main" id="{0BFF5401-6739-C944-A872-B162EAB9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2649538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(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>
                <a:sym typeface="Wingdings" pitchFamily="2" charset="2"/>
              </a:rPr>
              <a:t>  Push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(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</a:p>
        </p:txBody>
      </p:sp>
      <p:cxnSp>
        <p:nvCxnSpPr>
          <p:cNvPr id="46" name="Straight Connector 7">
            <a:extLst>
              <a:ext uri="{FF2B5EF4-FFF2-40B4-BE49-F238E27FC236}">
                <a16:creationId xmlns:a16="http://schemas.microsoft.com/office/drawing/2014/main" id="{5D17F3EE-9C15-9C44-8AD7-6B5AA9484D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575" y="17145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7">
            <a:extLst>
              <a:ext uri="{FF2B5EF4-FFF2-40B4-BE49-F238E27FC236}">
                <a16:creationId xmlns:a16="http://schemas.microsoft.com/office/drawing/2014/main" id="{3F540D66-6B57-154E-BE16-DD5EE43CBF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09713" y="1700213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Rectangle 120">
            <a:extLst>
              <a:ext uri="{FF2B5EF4-FFF2-40B4-BE49-F238E27FC236}">
                <a16:creationId xmlns:a16="http://schemas.microsoft.com/office/drawing/2014/main" id="{C672D7C4-8702-1940-96C5-BFB9BD88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3568700"/>
            <a:ext cx="13430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49" name="Straight Connector 9">
            <a:extLst>
              <a:ext uri="{FF2B5EF4-FFF2-40B4-BE49-F238E27FC236}">
                <a16:creationId xmlns:a16="http://schemas.microsoft.com/office/drawing/2014/main" id="{E4D820CB-23C3-154F-A28A-65BA3065260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703388" y="2586038"/>
            <a:ext cx="1462087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Straight Connector 7">
            <a:extLst>
              <a:ext uri="{FF2B5EF4-FFF2-40B4-BE49-F238E27FC236}">
                <a16:creationId xmlns:a16="http://schemas.microsoft.com/office/drawing/2014/main" id="{8C815DBD-8639-EF49-9DC2-99846F6CCA9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00213" y="1681163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7">
            <a:extLst>
              <a:ext uri="{FF2B5EF4-FFF2-40B4-BE49-F238E27FC236}">
                <a16:creationId xmlns:a16="http://schemas.microsoft.com/office/drawing/2014/main" id="{B14E5534-90E8-4441-81BE-82EC83D8BC8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81350" y="1666875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Connector 9">
            <a:extLst>
              <a:ext uri="{FF2B5EF4-FFF2-40B4-BE49-F238E27FC236}">
                <a16:creationId xmlns:a16="http://schemas.microsoft.com/office/drawing/2014/main" id="{9C967E09-AE95-8748-A9D3-9752C00DE7C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750" y="235267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Connector 9">
            <a:extLst>
              <a:ext uri="{FF2B5EF4-FFF2-40B4-BE49-F238E27FC236}">
                <a16:creationId xmlns:a16="http://schemas.microsoft.com/office/drawing/2014/main" id="{0CE0D7DF-42F1-9646-807D-49504E1D1A4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62325" y="2586038"/>
            <a:ext cx="1462088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Connector 7">
            <a:extLst>
              <a:ext uri="{FF2B5EF4-FFF2-40B4-BE49-F238E27FC236}">
                <a16:creationId xmlns:a16="http://schemas.microsoft.com/office/drawing/2014/main" id="{C861A908-6172-4F49-B9A1-250B3A87A8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59150" y="1681163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Connector 7">
            <a:extLst>
              <a:ext uri="{FF2B5EF4-FFF2-40B4-BE49-F238E27FC236}">
                <a16:creationId xmlns:a16="http://schemas.microsoft.com/office/drawing/2014/main" id="{9163749C-30AF-7141-BB8F-4F42A721C9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10125" y="1666875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Straight Connector 9">
            <a:extLst>
              <a:ext uri="{FF2B5EF4-FFF2-40B4-BE49-F238E27FC236}">
                <a16:creationId xmlns:a16="http://schemas.microsoft.com/office/drawing/2014/main" id="{7A419949-CAA1-6C4F-AD64-54E70DDA7BB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81575" y="2586038"/>
            <a:ext cx="1462088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Connector 7">
            <a:extLst>
              <a:ext uri="{FF2B5EF4-FFF2-40B4-BE49-F238E27FC236}">
                <a16:creationId xmlns:a16="http://schemas.microsoft.com/office/drawing/2014/main" id="{67A09EFF-1E75-8D4F-B24A-1484716C125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83163" y="1681163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Connector 7">
            <a:extLst>
              <a:ext uri="{FF2B5EF4-FFF2-40B4-BE49-F238E27FC236}">
                <a16:creationId xmlns:a16="http://schemas.microsoft.com/office/drawing/2014/main" id="{097984F1-27A2-6242-B7C9-9497C1A9EE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34138" y="1666875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Rectangle 134">
            <a:extLst>
              <a:ext uri="{FF2B5EF4-FFF2-40B4-BE49-F238E27FC236}">
                <a16:creationId xmlns:a16="http://schemas.microsoft.com/office/drawing/2014/main" id="{56150702-6458-AB44-9F20-9901C5D0A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62350"/>
            <a:ext cx="13430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</p:txBody>
      </p:sp>
      <p:sp>
        <p:nvSpPr>
          <p:cNvPr id="60" name="Rectangle 136">
            <a:extLst>
              <a:ext uri="{FF2B5EF4-FFF2-40B4-BE49-F238E27FC236}">
                <a16:creationId xmlns:a16="http://schemas.microsoft.com/office/drawing/2014/main" id="{CC1F29FB-022F-DB4F-AB68-9196DF3A5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3548063"/>
            <a:ext cx="13430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</p:txBody>
      </p:sp>
      <p:sp>
        <p:nvSpPr>
          <p:cNvPr id="61" name="Rectangle 137">
            <a:extLst>
              <a:ext uri="{FF2B5EF4-FFF2-40B4-BE49-F238E27FC236}">
                <a16:creationId xmlns:a16="http://schemas.microsoft.com/office/drawing/2014/main" id="{37609B38-657B-274C-8B01-E6791E307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3509963"/>
            <a:ext cx="13430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</a:t>
            </a:r>
          </a:p>
        </p:txBody>
      </p:sp>
      <p:sp>
        <p:nvSpPr>
          <p:cNvPr id="62" name="Rectangle 138">
            <a:extLst>
              <a:ext uri="{FF2B5EF4-FFF2-40B4-BE49-F238E27FC236}">
                <a16:creationId xmlns:a16="http://schemas.microsoft.com/office/drawing/2014/main" id="{B609CF92-BA1C-604C-9661-822D51FD9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5" y="3481388"/>
            <a:ext cx="1343025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65</a:t>
            </a:r>
          </a:p>
        </p:txBody>
      </p:sp>
      <p:sp>
        <p:nvSpPr>
          <p:cNvPr id="63" name="Text Box 139">
            <a:extLst>
              <a:ext uri="{FF2B5EF4-FFF2-40B4-BE49-F238E27FC236}">
                <a16:creationId xmlns:a16="http://schemas.microsoft.com/office/drawing/2014/main" id="{F711AF11-FF5B-B543-91D7-C2A1E0D31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57425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64" name="Text Box 140">
            <a:extLst>
              <a:ext uri="{FF2B5EF4-FFF2-40B4-BE49-F238E27FC236}">
                <a16:creationId xmlns:a16="http://schemas.microsoft.com/office/drawing/2014/main" id="{DE0442A3-496D-B04F-ACB0-EFAF3AA3B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65" name="Straight Connector 9">
            <a:extLst>
              <a:ext uri="{FF2B5EF4-FFF2-40B4-BE49-F238E27FC236}">
                <a16:creationId xmlns:a16="http://schemas.microsoft.com/office/drawing/2014/main" id="{EE44F39F-3694-C949-9E56-25A2A533A06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738313" y="2322513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Straight Connector 9">
            <a:extLst>
              <a:ext uri="{FF2B5EF4-FFF2-40B4-BE49-F238E27FC236}">
                <a16:creationId xmlns:a16="http://schemas.microsoft.com/office/drawing/2014/main" id="{20D67629-0932-9F43-B254-336C122FDE3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52800" y="204787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Text Box 143">
            <a:extLst>
              <a:ext uri="{FF2B5EF4-FFF2-40B4-BE49-F238E27FC236}">
                <a16:creationId xmlns:a16="http://schemas.microsoft.com/office/drawing/2014/main" id="{9722B0B1-AA55-B144-95AB-A453300D2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4775" y="224313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C0EAE9B1-CE08-1F44-A02D-FB3A53DACB3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7288" y="2322513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 Box 145">
            <a:extLst>
              <a:ext uri="{FF2B5EF4-FFF2-40B4-BE49-F238E27FC236}">
                <a16:creationId xmlns:a16="http://schemas.microsoft.com/office/drawing/2014/main" id="{E25C3093-CDB3-0141-A038-442A8D519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2247900"/>
            <a:ext cx="260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A829EA45-22BD-984D-91D0-241B9B84890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83363" y="2060575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Text Box 147">
            <a:extLst>
              <a:ext uri="{FF2B5EF4-FFF2-40B4-BE49-F238E27FC236}">
                <a16:creationId xmlns:a16="http://schemas.microsoft.com/office/drawing/2014/main" id="{0D32ED5A-9B12-7645-83C8-CF5D21CC4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0" y="2057400"/>
            <a:ext cx="27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*</a:t>
            </a:r>
          </a:p>
        </p:txBody>
      </p:sp>
      <p:cxnSp>
        <p:nvCxnSpPr>
          <p:cNvPr id="72" name="Straight Connector 9">
            <a:extLst>
              <a:ext uri="{FF2B5EF4-FFF2-40B4-BE49-F238E27FC236}">
                <a16:creationId xmlns:a16="http://schemas.microsoft.com/office/drawing/2014/main" id="{2BA4E8ED-E797-164A-8B92-0A7996BC5C0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0825" y="181451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 Box 149">
            <a:extLst>
              <a:ext uri="{FF2B5EF4-FFF2-40B4-BE49-F238E27FC236}">
                <a16:creationId xmlns:a16="http://schemas.microsoft.com/office/drawing/2014/main" id="{A9CFCA98-20D3-C049-A927-66DA83E9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73831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74" name="Straight Connector 9">
            <a:extLst>
              <a:ext uri="{FF2B5EF4-FFF2-40B4-BE49-F238E27FC236}">
                <a16:creationId xmlns:a16="http://schemas.microsoft.com/office/drawing/2014/main" id="{75D6B684-856D-5241-8B55-BD8AE274D4D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97650" y="2581275"/>
            <a:ext cx="1462088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Straight Connector 7">
            <a:extLst>
              <a:ext uri="{FF2B5EF4-FFF2-40B4-BE49-F238E27FC236}">
                <a16:creationId xmlns:a16="http://schemas.microsoft.com/office/drawing/2014/main" id="{A33E7C83-5867-A24D-9266-831851A241E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9238" y="1676400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7">
            <a:extLst>
              <a:ext uri="{FF2B5EF4-FFF2-40B4-BE49-F238E27FC236}">
                <a16:creationId xmlns:a16="http://schemas.microsoft.com/office/drawing/2014/main" id="{7F8F70D5-5F04-FE44-BDF9-02D21EC9F30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50213" y="1662113"/>
            <a:ext cx="1587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9">
            <a:extLst>
              <a:ext uri="{FF2B5EF4-FFF2-40B4-BE49-F238E27FC236}">
                <a16:creationId xmlns:a16="http://schemas.microsoft.com/office/drawing/2014/main" id="{FC4ACDBE-AE54-1D41-AF9E-8361535A9AF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83363" y="2317750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Text Box 154">
            <a:extLst>
              <a:ext uri="{FF2B5EF4-FFF2-40B4-BE49-F238E27FC236}">
                <a16:creationId xmlns:a16="http://schemas.microsoft.com/office/drawing/2014/main" id="{0773242F-D6E1-BB47-AAF4-43C3C4DB6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2243138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79" name="Straight Connector 9">
            <a:extLst>
              <a:ext uri="{FF2B5EF4-FFF2-40B4-BE49-F238E27FC236}">
                <a16:creationId xmlns:a16="http://schemas.microsoft.com/office/drawing/2014/main" id="{998C2B75-B971-CE42-8D9E-6BB48198BC8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200" y="5314950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Text Box 156">
            <a:extLst>
              <a:ext uri="{FF2B5EF4-FFF2-40B4-BE49-F238E27FC236}">
                <a16:creationId xmlns:a16="http://schemas.microsoft.com/office/drawing/2014/main" id="{EA216D36-D45D-A84D-9170-33F710BBD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523557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81" name="Straight Connector 9">
            <a:extLst>
              <a:ext uri="{FF2B5EF4-FFF2-40B4-BE49-F238E27FC236}">
                <a16:creationId xmlns:a16="http://schemas.microsoft.com/office/drawing/2014/main" id="{F735223F-A010-574C-9B1D-31DC896883D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65350" y="53244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" name="Text Box 158">
            <a:extLst>
              <a:ext uri="{FF2B5EF4-FFF2-40B4-BE49-F238E27FC236}">
                <a16:creationId xmlns:a16="http://schemas.microsoft.com/office/drawing/2014/main" id="{67861529-83E8-6641-AB7E-5B939350C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025" y="524986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83" name="Straight Connector 9">
            <a:extLst>
              <a:ext uri="{FF2B5EF4-FFF2-40B4-BE49-F238E27FC236}">
                <a16:creationId xmlns:a16="http://schemas.microsoft.com/office/drawing/2014/main" id="{AF2FB793-D94E-5349-996E-95AB3C95920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2750" y="5540375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Straight Connector 9">
            <a:extLst>
              <a:ext uri="{FF2B5EF4-FFF2-40B4-BE49-F238E27FC236}">
                <a16:creationId xmlns:a16="http://schemas.microsoft.com/office/drawing/2014/main" id="{0B5FFF2E-5A5D-8D4B-BC98-9680370F866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19575" y="503872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Text Box 161">
            <a:extLst>
              <a:ext uri="{FF2B5EF4-FFF2-40B4-BE49-F238E27FC236}">
                <a16:creationId xmlns:a16="http://schemas.microsoft.com/office/drawing/2014/main" id="{7EBAF119-4684-D242-B854-7952D5012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5049838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86" name="Text Box 162">
            <a:extLst>
              <a:ext uri="{FF2B5EF4-FFF2-40B4-BE49-F238E27FC236}">
                <a16:creationId xmlns:a16="http://schemas.microsoft.com/office/drawing/2014/main" id="{7BCBA32E-F627-954C-93AD-3AAF549F5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474027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87" name="Straight Connector 9">
            <a:extLst>
              <a:ext uri="{FF2B5EF4-FFF2-40B4-BE49-F238E27FC236}">
                <a16:creationId xmlns:a16="http://schemas.microsoft.com/office/drawing/2014/main" id="{2F8D4686-AF86-E146-A1AA-FF2B785C195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2750" y="47783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Text Box 164">
            <a:extLst>
              <a:ext uri="{FF2B5EF4-FFF2-40B4-BE49-F238E27FC236}">
                <a16:creationId xmlns:a16="http://schemas.microsoft.com/office/drawing/2014/main" id="{7A0143DF-6B77-0C41-A7CE-357AA8826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600" y="449738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89" name="Straight Connector 9">
            <a:extLst>
              <a:ext uri="{FF2B5EF4-FFF2-40B4-BE49-F238E27FC236}">
                <a16:creationId xmlns:a16="http://schemas.microsoft.com/office/drawing/2014/main" id="{02701D77-DF5A-6140-90A7-EA25686727B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2750" y="45243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" name="Text Box 166">
            <a:extLst>
              <a:ext uri="{FF2B5EF4-FFF2-40B4-BE49-F238E27FC236}">
                <a16:creationId xmlns:a16="http://schemas.microsoft.com/office/drawing/2014/main" id="{DEE23D79-EFF0-BF48-A143-287FD43F4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600" y="424338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91" name="Straight Connector 9">
            <a:extLst>
              <a:ext uri="{FF2B5EF4-FFF2-40B4-BE49-F238E27FC236}">
                <a16:creationId xmlns:a16="http://schemas.microsoft.com/office/drawing/2014/main" id="{A0798206-2D06-674F-9060-027A38D4F36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2750" y="430053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" name="Straight Connector 7">
            <a:extLst>
              <a:ext uri="{FF2B5EF4-FFF2-40B4-BE49-F238E27FC236}">
                <a16:creationId xmlns:a16="http://schemas.microsoft.com/office/drawing/2014/main" id="{936E6861-5ABD-E241-847A-6BB47E1F06E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861050" y="42560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" name="Straight Connector 7">
            <a:extLst>
              <a:ext uri="{FF2B5EF4-FFF2-40B4-BE49-F238E27FC236}">
                <a16:creationId xmlns:a16="http://schemas.microsoft.com/office/drawing/2014/main" id="{ABF97374-BE28-8843-8CF3-B9F8AD0F6E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19575" y="4243388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Straight Connector 9">
            <a:extLst>
              <a:ext uri="{FF2B5EF4-FFF2-40B4-BE49-F238E27FC236}">
                <a16:creationId xmlns:a16="http://schemas.microsoft.com/office/drawing/2014/main" id="{AB9F4AB5-2F08-D64A-BACD-058A8D1BC3E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22750" y="53244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Text Box 171">
            <a:extLst>
              <a:ext uri="{FF2B5EF4-FFF2-40B4-BE49-F238E27FC236}">
                <a16:creationId xmlns:a16="http://schemas.microsoft.com/office/drawing/2014/main" id="{05F1EBF5-2AA8-744E-91F6-4DF64CE95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425" y="524986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96" name="Straight Connector 9">
            <a:extLst>
              <a:ext uri="{FF2B5EF4-FFF2-40B4-BE49-F238E27FC236}">
                <a16:creationId xmlns:a16="http://schemas.microsoft.com/office/drawing/2014/main" id="{B7A49A42-4EC6-8240-964C-0B2720726F8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5562600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Straight Connector 9">
            <a:extLst>
              <a:ext uri="{FF2B5EF4-FFF2-40B4-BE49-F238E27FC236}">
                <a16:creationId xmlns:a16="http://schemas.microsoft.com/office/drawing/2014/main" id="{D8AD8ACB-7DB8-5E4E-BDEB-212B4AE137D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4575" y="510381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Text Box 174">
            <a:extLst>
              <a:ext uri="{FF2B5EF4-FFF2-40B4-BE49-F238E27FC236}">
                <a16:creationId xmlns:a16="http://schemas.microsoft.com/office/drawing/2014/main" id="{125F2DB0-B8B4-AD4F-81E8-497B1EC22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5129213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99" name="Text Box 175">
            <a:extLst>
              <a:ext uri="{FF2B5EF4-FFF2-40B4-BE49-F238E27FC236}">
                <a16:creationId xmlns:a16="http://schemas.microsoft.com/office/drawing/2014/main" id="{0EA2A677-287C-6047-922B-92FBD359E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4762500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100" name="Straight Connector 9">
            <a:extLst>
              <a:ext uri="{FF2B5EF4-FFF2-40B4-BE49-F238E27FC236}">
                <a16:creationId xmlns:a16="http://schemas.microsoft.com/office/drawing/2014/main" id="{8314FF9B-32D6-9143-8A97-7EB7A843368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484346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Text Box 177">
            <a:extLst>
              <a:ext uri="{FF2B5EF4-FFF2-40B4-BE49-F238E27FC236}">
                <a16:creationId xmlns:a16="http://schemas.microsoft.com/office/drawing/2014/main" id="{3BF1E9E6-72B2-E74C-8BE4-6792724A1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4519613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02" name="Straight Connector 9">
            <a:extLst>
              <a:ext uri="{FF2B5EF4-FFF2-40B4-BE49-F238E27FC236}">
                <a16:creationId xmlns:a16="http://schemas.microsoft.com/office/drawing/2014/main" id="{BA1803CB-B2AE-9441-8B9C-58E3A346002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458946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Text Box 179">
            <a:extLst>
              <a:ext uri="{FF2B5EF4-FFF2-40B4-BE49-F238E27FC236}">
                <a16:creationId xmlns:a16="http://schemas.microsoft.com/office/drawing/2014/main" id="{8064CC4E-5122-9447-8468-D3DAD69EB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426561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104" name="Straight Connector 9">
            <a:extLst>
              <a:ext uri="{FF2B5EF4-FFF2-40B4-BE49-F238E27FC236}">
                <a16:creationId xmlns:a16="http://schemas.microsoft.com/office/drawing/2014/main" id="{2F257046-5ADF-0348-8B22-A2B3F2D5950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435133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Straight Connector 7">
            <a:extLst>
              <a:ext uri="{FF2B5EF4-FFF2-40B4-BE49-F238E27FC236}">
                <a16:creationId xmlns:a16="http://schemas.microsoft.com/office/drawing/2014/main" id="{29B36476-DF4B-424E-A8C0-348AC1EE1F1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66050" y="408622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" name="Straight Connector 7">
            <a:extLst>
              <a:ext uri="{FF2B5EF4-FFF2-40B4-BE49-F238E27FC236}">
                <a16:creationId xmlns:a16="http://schemas.microsoft.com/office/drawing/2014/main" id="{2EDFCC68-6225-D743-AAED-FE31A689784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24575" y="408622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" name="Straight Connector 9">
            <a:extLst>
              <a:ext uri="{FF2B5EF4-FFF2-40B4-BE49-F238E27FC236}">
                <a16:creationId xmlns:a16="http://schemas.microsoft.com/office/drawing/2014/main" id="{8EA37E7C-6E37-FA4C-981B-776B13F2E19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5346700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" name="Text Box 184">
            <a:extLst>
              <a:ext uri="{FF2B5EF4-FFF2-40B4-BE49-F238E27FC236}">
                <a16:creationId xmlns:a16="http://schemas.microsoft.com/office/drawing/2014/main" id="{46F4D01E-A41F-2F49-9D5E-E58FAD927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527208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109" name="Text Box 185">
            <a:extLst>
              <a:ext uri="{FF2B5EF4-FFF2-40B4-BE49-F238E27FC236}">
                <a16:creationId xmlns:a16="http://schemas.microsoft.com/office/drawing/2014/main" id="{46E30F76-1122-6843-84BC-89C227C60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403383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10" name="Straight Connector 9">
            <a:extLst>
              <a:ext uri="{FF2B5EF4-FFF2-40B4-BE49-F238E27FC236}">
                <a16:creationId xmlns:a16="http://schemas.microsoft.com/office/drawing/2014/main" id="{07146D3B-23EA-014F-B2A9-1EBE8701D0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27750" y="4133850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" name="Rectangle 187">
            <a:extLst>
              <a:ext uri="{FF2B5EF4-FFF2-40B4-BE49-F238E27FC236}">
                <a16:creationId xmlns:a16="http://schemas.microsoft.com/office/drawing/2014/main" id="{047B01FD-28EF-B347-B05B-FDA0C0C6F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1863" y="129540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" name="Rectangle 190">
            <a:extLst>
              <a:ext uri="{FF2B5EF4-FFF2-40B4-BE49-F238E27FC236}">
                <a16:creationId xmlns:a16="http://schemas.microsoft.com/office/drawing/2014/main" id="{9B1D3898-7EDC-1944-8745-B31A88296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300163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" name="Rectangle 191">
            <a:extLst>
              <a:ext uri="{FF2B5EF4-FFF2-40B4-BE49-F238E27FC236}">
                <a16:creationId xmlns:a16="http://schemas.microsoft.com/office/drawing/2014/main" id="{183AB329-4971-8844-82A5-F95D5153F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129540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" name="Rectangle 192">
            <a:extLst>
              <a:ext uri="{FF2B5EF4-FFF2-40B4-BE49-F238E27FC236}">
                <a16:creationId xmlns:a16="http://schemas.microsoft.com/office/drawing/2014/main" id="{F4AB202B-EC67-B14B-9E46-1BDA2BC22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1281113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5" name="Rectangle 193">
            <a:extLst>
              <a:ext uri="{FF2B5EF4-FFF2-40B4-BE49-F238E27FC236}">
                <a16:creationId xmlns:a16="http://schemas.microsoft.com/office/drawing/2014/main" id="{6D3033A8-858F-9D48-A947-BB97B41FF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2938" y="1285875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6" name="Rectangle 194">
            <a:extLst>
              <a:ext uri="{FF2B5EF4-FFF2-40B4-BE49-F238E27FC236}">
                <a16:creationId xmlns:a16="http://schemas.microsoft.com/office/drawing/2014/main" id="{4B675412-2CCC-CE41-AA95-4E5FDA4B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1281113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7" name="Rectangle 195">
            <a:extLst>
              <a:ext uri="{FF2B5EF4-FFF2-40B4-BE49-F238E27FC236}">
                <a16:creationId xmlns:a16="http://schemas.microsoft.com/office/drawing/2014/main" id="{BA2A8E72-3B7D-F045-BA62-62E8CAED1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1277938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" name="Rectangle 196">
            <a:extLst>
              <a:ext uri="{FF2B5EF4-FFF2-40B4-BE49-F238E27FC236}">
                <a16:creationId xmlns:a16="http://schemas.microsoft.com/office/drawing/2014/main" id="{7779C196-A525-CB42-988E-8F7C241BD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363" y="128270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9" name="Rectangle 197">
            <a:extLst>
              <a:ext uri="{FF2B5EF4-FFF2-40B4-BE49-F238E27FC236}">
                <a16:creationId xmlns:a16="http://schemas.microsoft.com/office/drawing/2014/main" id="{B55D8C79-650C-0D4F-9D25-2564924BD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1277938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63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0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1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0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1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8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9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3" grpId="0"/>
      <p:bldP spid="14" grpId="0"/>
      <p:bldP spid="17" grpId="0"/>
      <p:bldP spid="18" grpId="0" animBg="1"/>
      <p:bldP spid="19" grpId="0"/>
      <p:bldP spid="20" grpId="0"/>
      <p:bldP spid="22" grpId="0"/>
      <p:bldP spid="23" grpId="0" animBg="1"/>
      <p:bldP spid="24" grpId="0"/>
      <p:bldP spid="28" grpId="0"/>
      <p:bldP spid="29" grpId="0"/>
      <p:bldP spid="31" grpId="0"/>
      <p:bldP spid="33" grpId="0"/>
      <p:bldP spid="36" grpId="0"/>
      <p:bldP spid="37" grpId="0" animBg="1"/>
      <p:bldP spid="42" grpId="0"/>
      <p:bldP spid="43" grpId="0" animBg="1"/>
      <p:bldP spid="59" grpId="0" animBg="1"/>
      <p:bldP spid="60" grpId="0" animBg="1"/>
      <p:bldP spid="61" grpId="0" animBg="1"/>
      <p:bldP spid="62" grpId="0" animBg="1"/>
      <p:bldP spid="63" grpId="0"/>
      <p:bldP spid="67" grpId="0"/>
      <p:bldP spid="69" grpId="0"/>
      <p:bldP spid="71" grpId="0"/>
      <p:bldP spid="73" grpId="0"/>
      <p:bldP spid="78" grpId="0"/>
      <p:bldP spid="80" grpId="0"/>
      <p:bldP spid="82" grpId="0"/>
      <p:bldP spid="85" grpId="0"/>
      <p:bldP spid="86" grpId="0"/>
      <p:bldP spid="88" grpId="0"/>
      <p:bldP spid="90" grpId="0"/>
      <p:bldP spid="95" grpId="0"/>
      <p:bldP spid="98" grpId="0"/>
      <p:bldP spid="99" grpId="0"/>
      <p:bldP spid="101" grpId="0"/>
      <p:bldP spid="103" grpId="0"/>
      <p:bldP spid="108" grpId="0"/>
      <p:bldP spid="109" grpId="0"/>
      <p:bldP spid="111" grpId="0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302DC4-3F77-784E-9FE0-5B7FD6FA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8FB84A-03DA-264F-AD05-7AE82CD10FF5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696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000">
                <a:solidFill>
                  <a:srgbClr val="E68900"/>
                </a:solidFill>
              </a:rPr>
              <a:t>STACK INFIX TO POSTFIX EXPRESSION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EF36E-C548-E740-9444-324E9681C638}"/>
              </a:ext>
            </a:extLst>
          </p:cNvPr>
          <p:cNvSpPr txBox="1">
            <a:spLocks/>
          </p:cNvSpPr>
          <p:nvPr/>
        </p:nvSpPr>
        <p:spPr>
          <a:xfrm>
            <a:off x="228600" y="485775"/>
            <a:ext cx="7239000" cy="457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/>
              <a:t>(6 * [ 5 + ( 2 + 3 ) * 8 + 3 ] ) </a:t>
            </a:r>
            <a:r>
              <a:rPr lang="en-US" altLang="en-US">
                <a:sym typeface="Wingdings" pitchFamily="2" charset="2"/>
              </a:rPr>
              <a:t> </a:t>
            </a:r>
            <a:r>
              <a:rPr lang="en-US" altLang="en-US"/>
              <a:t>6523+8*+3+*</a:t>
            </a:r>
            <a:endParaRPr lang="en-US" altLang="en-US" dirty="0"/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0EDA1ABF-80DC-CB46-AE80-BE511381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357563"/>
            <a:ext cx="1371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0000CC"/>
                </a:solidFill>
              </a:rPr>
              <a:t>6523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6" name="Rectangle 117">
            <a:extLst>
              <a:ext uri="{FF2B5EF4-FFF2-40B4-BE49-F238E27FC236}">
                <a16:creationId xmlns:a16="http://schemas.microsoft.com/office/drawing/2014/main" id="{5201C0B1-29A5-224C-BF34-115966243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2451100"/>
            <a:ext cx="14033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3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3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  <a:r>
              <a:rPr lang="en-US" altLang="en-US" sz="1200" b="1"/>
              <a:t>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OUTPUT: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7" name="Rectangle 118">
            <a:extLst>
              <a:ext uri="{FF2B5EF4-FFF2-40B4-BE49-F238E27FC236}">
                <a16:creationId xmlns:a16="http://schemas.microsoft.com/office/drawing/2014/main" id="{FE430E5C-AADF-8E47-98C4-A4B35F3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349500"/>
            <a:ext cx="198120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)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Pop  </a:t>
            </a:r>
            <a:r>
              <a:rPr lang="en-US" altLang="en-US" sz="1200" b="1">
                <a:solidFill>
                  <a:srgbClr val="0000CC"/>
                </a:solidFill>
              </a:rPr>
              <a:t>+, </a:t>
            </a: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+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 i="1">
                <a:solidFill>
                  <a:srgbClr val="0000CC"/>
                </a:solidFill>
              </a:rPr>
              <a:t>     </a:t>
            </a:r>
            <a:r>
              <a:rPr lang="en-US" altLang="en-US" sz="1200"/>
              <a:t>Pop</a:t>
            </a:r>
            <a:r>
              <a:rPr lang="en-US" altLang="en-US" sz="1200" b="1" i="1">
                <a:solidFill>
                  <a:srgbClr val="0000CC"/>
                </a:solidFill>
              </a:rPr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(</a:t>
            </a:r>
            <a:endParaRPr lang="en-US" altLang="en-US" sz="1200" b="1" i="1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 OUTPUT:</a:t>
            </a:r>
          </a:p>
        </p:txBody>
      </p:sp>
      <p:sp>
        <p:nvSpPr>
          <p:cNvPr id="8" name="Rectangle 119">
            <a:extLst>
              <a:ext uri="{FF2B5EF4-FFF2-40B4-BE49-F238E27FC236}">
                <a16:creationId xmlns:a16="http://schemas.microsoft.com/office/drawing/2014/main" id="{FC6AD5D1-63A4-0D44-B36E-10E4812B2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52800"/>
            <a:ext cx="13716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0000CC"/>
                </a:solidFill>
              </a:rPr>
              <a:t>6523+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444A43-B879-3840-B491-C56953B2DEC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36925" y="2389188"/>
            <a:ext cx="1462088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18EAE-E059-5042-A7DB-D7CDD74B46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33750" y="1931988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122">
            <a:extLst>
              <a:ext uri="{FF2B5EF4-FFF2-40B4-BE49-F238E27FC236}">
                <a16:creationId xmlns:a16="http://schemas.microsoft.com/office/drawing/2014/main" id="{0CEA6E13-8AE1-364F-9CD4-6699AB67E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1933575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12" name="Text Box 123">
            <a:extLst>
              <a:ext uri="{FF2B5EF4-FFF2-40B4-BE49-F238E27FC236}">
                <a16:creationId xmlns:a16="http://schemas.microsoft.com/office/drawing/2014/main" id="{B144C60E-9970-974D-90A2-5BFB86A29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5425" y="162877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13" name="Straight Connector 9">
            <a:extLst>
              <a:ext uri="{FF2B5EF4-FFF2-40B4-BE49-F238E27FC236}">
                <a16:creationId xmlns:a16="http://schemas.microsoft.com/office/drawing/2014/main" id="{F905124B-BF75-E545-94A2-F31B8308202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36925" y="167481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125">
            <a:extLst>
              <a:ext uri="{FF2B5EF4-FFF2-40B4-BE49-F238E27FC236}">
                <a16:creationId xmlns:a16="http://schemas.microsoft.com/office/drawing/2014/main" id="{F83C94F4-E55C-CE4A-B3CE-641533DB4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5" y="1422400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6F77B08D-8F2F-1F42-9273-07AD47B4922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36925" y="142716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BCA358-812D-D541-BE30-87FB9F036F6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928688"/>
            <a:ext cx="1587" cy="14620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9">
            <a:extLst>
              <a:ext uri="{FF2B5EF4-FFF2-40B4-BE49-F238E27FC236}">
                <a16:creationId xmlns:a16="http://schemas.microsoft.com/office/drawing/2014/main" id="{EE7B575F-A9BE-F246-8B07-4D6AAD475B1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7288" y="2362200"/>
            <a:ext cx="1462087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9">
            <a:extLst>
              <a:ext uri="{FF2B5EF4-FFF2-40B4-BE49-F238E27FC236}">
                <a16:creationId xmlns:a16="http://schemas.microsoft.com/office/drawing/2014/main" id="{90ACDB3D-6095-C040-AF9E-2AFF1C4F7EE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4113" y="216058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F9DECF14-A27A-8F4B-BFAF-CF521253C29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7288" y="1914525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9">
            <a:extLst>
              <a:ext uri="{FF2B5EF4-FFF2-40B4-BE49-F238E27FC236}">
                <a16:creationId xmlns:a16="http://schemas.microsoft.com/office/drawing/2014/main" id="{21537A09-45A4-1A41-9ADE-C1DA87804C9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67288" y="164623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142">
            <a:extLst>
              <a:ext uri="{FF2B5EF4-FFF2-40B4-BE49-F238E27FC236}">
                <a16:creationId xmlns:a16="http://schemas.microsoft.com/office/drawing/2014/main" id="{2DF55A4F-571B-A04D-9CCB-03B495666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357563"/>
            <a:ext cx="13716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0000CC"/>
                </a:solidFill>
              </a:rPr>
              <a:t>6523+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22" name="Rectangle 143">
            <a:extLst>
              <a:ext uri="{FF2B5EF4-FFF2-40B4-BE49-F238E27FC236}">
                <a16:creationId xmlns:a16="http://schemas.microsoft.com/office/drawing/2014/main" id="{D29FBA2B-5E02-A649-8F0D-5060DDC72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4438" y="2343150"/>
            <a:ext cx="140335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*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Push  </a:t>
            </a:r>
            <a:r>
              <a:rPr lang="en-US" altLang="en-US" sz="1200" b="1">
                <a:solidFill>
                  <a:srgbClr val="0000CC"/>
                </a:solidFill>
              </a:rPr>
              <a:t>*</a:t>
            </a:r>
            <a:endParaRPr lang="en-US" altLang="en-US" sz="1200" b="1" i="1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OUTPUT: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23" name="Text Box 144">
            <a:extLst>
              <a:ext uri="{FF2B5EF4-FFF2-40B4-BE49-F238E27FC236}">
                <a16:creationId xmlns:a16="http://schemas.microsoft.com/office/drawing/2014/main" id="{9065DFF9-5102-D742-A49E-D0F3B48A8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313" y="114300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cxnSp>
        <p:nvCxnSpPr>
          <p:cNvPr id="24" name="Straight Connector 9">
            <a:extLst>
              <a:ext uri="{FF2B5EF4-FFF2-40B4-BE49-F238E27FC236}">
                <a16:creationId xmlns:a16="http://schemas.microsoft.com/office/drawing/2014/main" id="{6B0A0289-E523-554F-B639-2C33A742C63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70463" y="116998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155">
            <a:extLst>
              <a:ext uri="{FF2B5EF4-FFF2-40B4-BE49-F238E27FC236}">
                <a16:creationId xmlns:a16="http://schemas.microsoft.com/office/drawing/2014/main" id="{121EA141-1532-7141-AE89-1EDA70399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3368675"/>
            <a:ext cx="1395412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0000CC"/>
                </a:solidFill>
              </a:rPr>
              <a:t>6523+8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26" name="Rectangle 159">
            <a:extLst>
              <a:ext uri="{FF2B5EF4-FFF2-40B4-BE49-F238E27FC236}">
                <a16:creationId xmlns:a16="http://schemas.microsoft.com/office/drawing/2014/main" id="{FDB1993B-D7DE-0745-8708-B7940FC69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2438400"/>
            <a:ext cx="14033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8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8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 OUTPUT: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27" name="Line 160">
            <a:extLst>
              <a:ext uri="{FF2B5EF4-FFF2-40B4-BE49-F238E27FC236}">
                <a16:creationId xmlns:a16="http://schemas.microsoft.com/office/drawing/2014/main" id="{8516A273-6B5C-F240-A1A3-D4A4C8F6B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814763"/>
            <a:ext cx="8226425" cy="0"/>
          </a:xfrm>
          <a:prstGeom prst="line">
            <a:avLst/>
          </a:prstGeom>
          <a:noFill/>
          <a:ln w="9525">
            <a:solidFill>
              <a:srgbClr val="E68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172">
            <a:extLst>
              <a:ext uri="{FF2B5EF4-FFF2-40B4-BE49-F238E27FC236}">
                <a16:creationId xmlns:a16="http://schemas.microsoft.com/office/drawing/2014/main" id="{4BDE7A9D-7409-614C-B274-B9746FE8D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" y="5094288"/>
            <a:ext cx="1784350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Pop  </a:t>
            </a:r>
            <a:r>
              <a:rPr lang="en-US" altLang="en-US" sz="1400">
                <a:solidFill>
                  <a:srgbClr val="0000CC"/>
                </a:solidFill>
              </a:rPr>
              <a:t>*</a:t>
            </a:r>
            <a:r>
              <a:rPr lang="en-US" altLang="en-US" sz="1200" b="1">
                <a:solidFill>
                  <a:srgbClr val="0000CC"/>
                </a:solidFill>
              </a:rPr>
              <a:t>, </a:t>
            </a: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*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Pop  </a:t>
            </a:r>
            <a:r>
              <a:rPr lang="en-US" altLang="en-US" sz="1400">
                <a:solidFill>
                  <a:srgbClr val="0000CC"/>
                </a:solidFill>
              </a:rPr>
              <a:t>+</a:t>
            </a:r>
            <a:r>
              <a:rPr lang="en-US" altLang="en-US" sz="1200" b="1">
                <a:solidFill>
                  <a:srgbClr val="0000CC"/>
                </a:solidFill>
              </a:rPr>
              <a:t>, </a:t>
            </a: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+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Push</a:t>
            </a:r>
            <a:r>
              <a:rPr lang="en-US" altLang="en-US" sz="1200" b="1" i="1">
                <a:solidFill>
                  <a:srgbClr val="0000CC"/>
                </a:solidFill>
              </a:rPr>
              <a:t> 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 OUTPUT:</a:t>
            </a:r>
          </a:p>
        </p:txBody>
      </p:sp>
      <p:sp>
        <p:nvSpPr>
          <p:cNvPr id="29" name="Rectangle 175">
            <a:extLst>
              <a:ext uri="{FF2B5EF4-FFF2-40B4-BE49-F238E27FC236}">
                <a16:creationId xmlns:a16="http://schemas.microsoft.com/office/drawing/2014/main" id="{9B73AD4A-89F1-1144-A8B4-682974953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6376988"/>
            <a:ext cx="149542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6523+8*+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30" name="Rectangle 180">
            <a:extLst>
              <a:ext uri="{FF2B5EF4-FFF2-40B4-BE49-F238E27FC236}">
                <a16:creationId xmlns:a16="http://schemas.microsoft.com/office/drawing/2014/main" id="{9F217125-8E15-2C4F-AB32-5D131AD59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6362700"/>
            <a:ext cx="157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6523+8*+3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31" name="Rectangle 198">
            <a:extLst>
              <a:ext uri="{FF2B5EF4-FFF2-40B4-BE49-F238E27FC236}">
                <a16:creationId xmlns:a16="http://schemas.microsoft.com/office/drawing/2014/main" id="{7910EB3E-CC85-6541-ABB4-852126DA3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438400"/>
            <a:ext cx="14033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Read :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 b="1">
                <a:solidFill>
                  <a:srgbClr val="0000CC"/>
                </a:solidFill>
                <a:sym typeface="Wingdings" pitchFamily="2" charset="2"/>
              </a:rPr>
              <a:t>+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/>
              <a:t> </a:t>
            </a:r>
            <a:r>
              <a:rPr lang="en-US" altLang="en-US" sz="1400">
                <a:sym typeface="Wingdings" pitchFamily="2" charset="2"/>
              </a:rPr>
              <a:t> </a:t>
            </a:r>
            <a:r>
              <a:rPr lang="en-US" altLang="en-US" sz="1400"/>
              <a:t>Push  </a:t>
            </a:r>
            <a:r>
              <a:rPr lang="en-US" altLang="en-US" sz="1400" b="1">
                <a:solidFill>
                  <a:srgbClr val="0000CC"/>
                </a:solidFill>
              </a:rPr>
              <a:t>+</a:t>
            </a:r>
            <a:endParaRPr lang="en-US" altLang="en-US" sz="1400" b="1" i="1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400" b="1"/>
              <a:t> OUTPUT: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sp>
        <p:nvSpPr>
          <p:cNvPr id="32" name="Rectangle 199">
            <a:extLst>
              <a:ext uri="{FF2B5EF4-FFF2-40B4-BE49-F238E27FC236}">
                <a16:creationId xmlns:a16="http://schemas.microsoft.com/office/drawing/2014/main" id="{2C780F0E-2D39-0746-A4BE-D7C40A2B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348038"/>
            <a:ext cx="1447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0000CC"/>
                </a:solidFill>
              </a:rPr>
              <a:t>652</a:t>
            </a:r>
            <a:endParaRPr lang="en-US" altLang="en-US" sz="1400" b="1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D7830F3F-F53F-B749-8084-D717F573C6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2400300"/>
            <a:ext cx="1462088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1AE26AB3-9BB6-F04C-8CDE-24F5F3B3708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6200" y="194151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202">
            <a:extLst>
              <a:ext uri="{FF2B5EF4-FFF2-40B4-BE49-F238E27FC236}">
                <a16:creationId xmlns:a16="http://schemas.microsoft.com/office/drawing/2014/main" id="{1E347976-E130-E44D-B030-ADBCCA91E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966913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36" name="Text Box 203">
            <a:extLst>
              <a:ext uri="{FF2B5EF4-FFF2-40B4-BE49-F238E27FC236}">
                <a16:creationId xmlns:a16="http://schemas.microsoft.com/office/drawing/2014/main" id="{EDB15F3D-EBC2-6C4F-85FA-1F61D50B7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600200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A7703464-FCCE-2347-B6C5-291D8D7B577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168116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205">
            <a:extLst>
              <a:ext uri="{FF2B5EF4-FFF2-40B4-BE49-F238E27FC236}">
                <a16:creationId xmlns:a16="http://schemas.microsoft.com/office/drawing/2014/main" id="{2DF97E55-D26B-0E45-8380-617A3DB6B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1357313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A148CFAD-FC2C-834E-9DD1-FE8A103F93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142716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207">
            <a:extLst>
              <a:ext uri="{FF2B5EF4-FFF2-40B4-BE49-F238E27FC236}">
                <a16:creationId xmlns:a16="http://schemas.microsoft.com/office/drawing/2014/main" id="{121841A2-E45C-5546-9015-18E8BFA58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110331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41" name="Straight Connector 9">
            <a:extLst>
              <a:ext uri="{FF2B5EF4-FFF2-40B4-BE49-F238E27FC236}">
                <a16:creationId xmlns:a16="http://schemas.microsoft.com/office/drawing/2014/main" id="{504DC58E-36B0-A349-A56F-6E72F65CAC0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1189038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Connector 7">
            <a:extLst>
              <a:ext uri="{FF2B5EF4-FFF2-40B4-BE49-F238E27FC236}">
                <a16:creationId xmlns:a16="http://schemas.microsoft.com/office/drawing/2014/main" id="{C419D872-B245-7B4B-82E7-5B9D3893287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54163" y="931863"/>
            <a:ext cx="12700" cy="14620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Connector 7">
            <a:extLst>
              <a:ext uri="{FF2B5EF4-FFF2-40B4-BE49-F238E27FC236}">
                <a16:creationId xmlns:a16="http://schemas.microsoft.com/office/drawing/2014/main" id="{08DB9539-A15A-CA4D-B3D3-7F08CB32ECC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200" y="92392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9">
            <a:extLst>
              <a:ext uri="{FF2B5EF4-FFF2-40B4-BE49-F238E27FC236}">
                <a16:creationId xmlns:a16="http://schemas.microsoft.com/office/drawing/2014/main" id="{8517324A-E784-4C48-84D7-3C2488D30E2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2184400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Text Box 212">
            <a:extLst>
              <a:ext uri="{FF2B5EF4-FFF2-40B4-BE49-F238E27FC236}">
                <a16:creationId xmlns:a16="http://schemas.microsoft.com/office/drawing/2014/main" id="{C424DA08-535E-B942-9D30-50D355DA9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210978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46" name="Text Box 213">
            <a:extLst>
              <a:ext uri="{FF2B5EF4-FFF2-40B4-BE49-F238E27FC236}">
                <a16:creationId xmlns:a16="http://schemas.microsoft.com/office/drawing/2014/main" id="{84D7BCC2-A6F0-9547-8A9B-41C169E8F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87153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47" name="Straight Connector 9">
            <a:extLst>
              <a:ext uri="{FF2B5EF4-FFF2-40B4-BE49-F238E27FC236}">
                <a16:creationId xmlns:a16="http://schemas.microsoft.com/office/drawing/2014/main" id="{3C33722D-8B25-D446-91C5-F29D89EBC7E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9375" y="971550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9">
            <a:extLst>
              <a:ext uri="{FF2B5EF4-FFF2-40B4-BE49-F238E27FC236}">
                <a16:creationId xmlns:a16="http://schemas.microsoft.com/office/drawing/2014/main" id="{A6E17646-E6C1-5D4E-BAB6-9771B8BD8F8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336925" y="2190750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 Box 231">
            <a:extLst>
              <a:ext uri="{FF2B5EF4-FFF2-40B4-BE49-F238E27FC236}">
                <a16:creationId xmlns:a16="http://schemas.microsoft.com/office/drawing/2014/main" id="{5887A7A2-AA95-5D4C-9191-3DB18A11B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11613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50" name="Straight Connector 7">
            <a:extLst>
              <a:ext uri="{FF2B5EF4-FFF2-40B4-BE49-F238E27FC236}">
                <a16:creationId xmlns:a16="http://schemas.microsoft.com/office/drawing/2014/main" id="{B89CD205-4123-AB44-86F4-F6DA78A01F1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49625" y="94297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Connector 7">
            <a:extLst>
              <a:ext uri="{FF2B5EF4-FFF2-40B4-BE49-F238E27FC236}">
                <a16:creationId xmlns:a16="http://schemas.microsoft.com/office/drawing/2014/main" id="{EA88C8B5-46E5-D546-8A9E-6E6D88B8CC4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53000" y="92392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Connector 7">
            <a:extLst>
              <a:ext uri="{FF2B5EF4-FFF2-40B4-BE49-F238E27FC236}">
                <a16:creationId xmlns:a16="http://schemas.microsoft.com/office/drawing/2014/main" id="{A2FBDAD9-BFF0-C241-BFF0-CB7AB77DB5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00800" y="990600"/>
            <a:ext cx="28575" cy="133667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Text Box 235">
            <a:extLst>
              <a:ext uri="{FF2B5EF4-FFF2-40B4-BE49-F238E27FC236}">
                <a16:creationId xmlns:a16="http://schemas.microsoft.com/office/drawing/2014/main" id="{2129EEFA-4492-0E43-8FBA-57BDF90AF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1881188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54" name="Text Box 236">
            <a:extLst>
              <a:ext uri="{FF2B5EF4-FFF2-40B4-BE49-F238E27FC236}">
                <a16:creationId xmlns:a16="http://schemas.microsoft.com/office/drawing/2014/main" id="{CEF5FCB6-23BA-5349-9E9C-3927C8B7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1576388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55" name="Text Box 237">
            <a:extLst>
              <a:ext uri="{FF2B5EF4-FFF2-40B4-BE49-F238E27FC236}">
                <a16:creationId xmlns:a16="http://schemas.microsoft.com/office/drawing/2014/main" id="{1C0A35C8-1A06-594B-9B2A-491FCF748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913" y="1355725"/>
            <a:ext cx="303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56" name="Text Box 238">
            <a:extLst>
              <a:ext uri="{FF2B5EF4-FFF2-40B4-BE49-F238E27FC236}">
                <a16:creationId xmlns:a16="http://schemas.microsoft.com/office/drawing/2014/main" id="{3BF62591-62BE-3F48-A519-81DA96477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2063750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57" name="Straight Connector 9">
            <a:extLst>
              <a:ext uri="{FF2B5EF4-FFF2-40B4-BE49-F238E27FC236}">
                <a16:creationId xmlns:a16="http://schemas.microsoft.com/office/drawing/2014/main" id="{74A7215C-9419-4E46-A8DE-3814C384706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970463" y="1428750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Connector 9">
            <a:extLst>
              <a:ext uri="{FF2B5EF4-FFF2-40B4-BE49-F238E27FC236}">
                <a16:creationId xmlns:a16="http://schemas.microsoft.com/office/drawing/2014/main" id="{EF000642-2637-9444-9E42-571FA11FE56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0825" y="2357438"/>
            <a:ext cx="1462088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Connector 9">
            <a:extLst>
              <a:ext uri="{FF2B5EF4-FFF2-40B4-BE49-F238E27FC236}">
                <a16:creationId xmlns:a16="http://schemas.microsoft.com/office/drawing/2014/main" id="{FB3F207F-2B41-A848-9F54-8B1A646BFF0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97650" y="215582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Connector 9">
            <a:extLst>
              <a:ext uri="{FF2B5EF4-FFF2-40B4-BE49-F238E27FC236}">
                <a16:creationId xmlns:a16="http://schemas.microsoft.com/office/drawing/2014/main" id="{15B19A0A-2362-2D4F-A64E-BEF3709A4CE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0825" y="1909763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Straight Connector 9">
            <a:extLst>
              <a:ext uri="{FF2B5EF4-FFF2-40B4-BE49-F238E27FC236}">
                <a16:creationId xmlns:a16="http://schemas.microsoft.com/office/drawing/2014/main" id="{775212AD-DDFE-224D-8038-9AEF2E94771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0825" y="164147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 Box 244">
            <a:extLst>
              <a:ext uri="{FF2B5EF4-FFF2-40B4-BE49-F238E27FC236}">
                <a16:creationId xmlns:a16="http://schemas.microsoft.com/office/drawing/2014/main" id="{203D7244-2323-504B-AD34-5EA87DE29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1138238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cxnSp>
        <p:nvCxnSpPr>
          <p:cNvPr id="63" name="Straight Connector 9">
            <a:extLst>
              <a:ext uri="{FF2B5EF4-FFF2-40B4-BE49-F238E27FC236}">
                <a16:creationId xmlns:a16="http://schemas.microsoft.com/office/drawing/2014/main" id="{29F30D9E-798A-CF4A-85B4-FEC703DBDA4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4000" y="1165225"/>
            <a:ext cx="1462088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traight Connector 7">
            <a:extLst>
              <a:ext uri="{FF2B5EF4-FFF2-40B4-BE49-F238E27FC236}">
                <a16:creationId xmlns:a16="http://schemas.microsoft.com/office/drawing/2014/main" id="{295BB573-4C86-7E4F-B508-86B7F91AEE1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86538" y="919163"/>
            <a:ext cx="1587" cy="14620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Connector 7">
            <a:extLst>
              <a:ext uri="{FF2B5EF4-FFF2-40B4-BE49-F238E27FC236}">
                <a16:creationId xmlns:a16="http://schemas.microsoft.com/office/drawing/2014/main" id="{9D57A5AD-405E-BC4B-B19F-32DF0A91524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077200" y="923925"/>
            <a:ext cx="1588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 Box 248">
            <a:extLst>
              <a:ext uri="{FF2B5EF4-FFF2-40B4-BE49-F238E27FC236}">
                <a16:creationId xmlns:a16="http://schemas.microsoft.com/office/drawing/2014/main" id="{A7481FF7-E276-E643-8A94-F1B950EE4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100" y="1876425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67" name="Text Box 249">
            <a:extLst>
              <a:ext uri="{FF2B5EF4-FFF2-40B4-BE49-F238E27FC236}">
                <a16:creationId xmlns:a16="http://schemas.microsoft.com/office/drawing/2014/main" id="{CB17C85B-A3BD-F241-AD0B-2C878F0B9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7100" y="157162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68" name="Text Box 250">
            <a:extLst>
              <a:ext uri="{FF2B5EF4-FFF2-40B4-BE49-F238E27FC236}">
                <a16:creationId xmlns:a16="http://schemas.microsoft.com/office/drawing/2014/main" id="{21442BC3-E98B-A24B-827E-ECEFDAE5C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3450" y="1350963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69" name="Text Box 251">
            <a:extLst>
              <a:ext uri="{FF2B5EF4-FFF2-40B4-BE49-F238E27FC236}">
                <a16:creationId xmlns:a16="http://schemas.microsoft.com/office/drawing/2014/main" id="{825B8CCE-8F89-3A47-8D92-93CFE1F2E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0275" y="2058988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70" name="Straight Connector 9">
            <a:extLst>
              <a:ext uri="{FF2B5EF4-FFF2-40B4-BE49-F238E27FC236}">
                <a16:creationId xmlns:a16="http://schemas.microsoft.com/office/drawing/2014/main" id="{EC77AABA-99AB-B746-B88B-C26E48D4C6A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604000" y="1423988"/>
            <a:ext cx="1462088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Rectangle 281">
            <a:extLst>
              <a:ext uri="{FF2B5EF4-FFF2-40B4-BE49-F238E27FC236}">
                <a16:creationId xmlns:a16="http://schemas.microsoft.com/office/drawing/2014/main" id="{5C40B5C5-356B-3E4F-ACCC-9FC441A97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0" y="5334000"/>
            <a:ext cx="178435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]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  <a:p>
            <a:pPr eaLnBrk="1" hangingPunct="1"/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Pop  </a:t>
            </a:r>
            <a:r>
              <a:rPr lang="en-US" altLang="en-US" sz="1400" b="1">
                <a:solidFill>
                  <a:srgbClr val="0000CC"/>
                </a:solidFill>
              </a:rPr>
              <a:t>+</a:t>
            </a:r>
            <a:r>
              <a:rPr lang="en-US" altLang="en-US" sz="1200" b="1">
                <a:solidFill>
                  <a:srgbClr val="0000CC"/>
                </a:solidFill>
              </a:rPr>
              <a:t>, </a:t>
            </a: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+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 eaLnBrk="1" hangingPunct="1"/>
            <a:r>
              <a:rPr lang="en-US" altLang="en-US" sz="1200" b="1" i="1">
                <a:solidFill>
                  <a:srgbClr val="0000CC"/>
                </a:solidFill>
              </a:rPr>
              <a:t>     </a:t>
            </a:r>
            <a:r>
              <a:rPr lang="en-US" altLang="en-US" sz="1200"/>
              <a:t>Pop</a:t>
            </a:r>
            <a:r>
              <a:rPr lang="en-US" altLang="en-US" sz="1200" b="1" i="1">
                <a:solidFill>
                  <a:srgbClr val="0000CC"/>
                </a:solidFill>
              </a:rPr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[</a:t>
            </a:r>
            <a:endParaRPr lang="en-US" altLang="en-US" sz="1200" b="1" i="1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OUTPUT:</a:t>
            </a:r>
          </a:p>
        </p:txBody>
      </p:sp>
      <p:sp>
        <p:nvSpPr>
          <p:cNvPr id="72" name="Rectangle 282">
            <a:extLst>
              <a:ext uri="{FF2B5EF4-FFF2-40B4-BE49-F238E27FC236}">
                <a16:creationId xmlns:a16="http://schemas.microsoft.com/office/drawing/2014/main" id="{BB2D8204-A5A9-8945-A153-FAEBE234B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6329363"/>
            <a:ext cx="16002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6523+8*+3+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73" name="Rectangle 292">
            <a:extLst>
              <a:ext uri="{FF2B5EF4-FFF2-40B4-BE49-F238E27FC236}">
                <a16:creationId xmlns:a16="http://schemas.microsoft.com/office/drawing/2014/main" id="{5742D88A-7495-FE44-8AD4-CBE1ADF5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257800"/>
            <a:ext cx="140335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 b="1">
                <a:solidFill>
                  <a:srgbClr val="0000CC"/>
                </a:solidFill>
                <a:sym typeface="Wingdings" pitchFamily="2" charset="2"/>
              </a:rPr>
              <a:t>3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200" b="1">
                <a:solidFill>
                  <a:srgbClr val="0000CC"/>
                </a:solidFill>
              </a:rPr>
              <a:t>3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  <a:r>
              <a:rPr lang="en-US" altLang="en-US" sz="1200" b="1"/>
              <a:t>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OUTPUT: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</p:txBody>
      </p:sp>
      <p:cxnSp>
        <p:nvCxnSpPr>
          <p:cNvPr id="74" name="Straight Connector 9">
            <a:extLst>
              <a:ext uri="{FF2B5EF4-FFF2-40B4-BE49-F238E27FC236}">
                <a16:creationId xmlns:a16="http://schemas.microsoft.com/office/drawing/2014/main" id="{C57B3EC1-D61D-4841-B53B-577AA692E6B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29088" y="5143500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Straight Connector 9">
            <a:extLst>
              <a:ext uri="{FF2B5EF4-FFF2-40B4-BE49-F238E27FC236}">
                <a16:creationId xmlns:a16="http://schemas.microsoft.com/office/drawing/2014/main" id="{7ECCA604-18EC-EA48-8B69-2B56783B32E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25913" y="4941888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Connector 9">
            <a:extLst>
              <a:ext uri="{FF2B5EF4-FFF2-40B4-BE49-F238E27FC236}">
                <a16:creationId xmlns:a16="http://schemas.microsoft.com/office/drawing/2014/main" id="{B9BFD263-B6CD-5E4E-A66F-00AC39F190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29088" y="469582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Connector 7">
            <a:extLst>
              <a:ext uri="{FF2B5EF4-FFF2-40B4-BE49-F238E27FC236}">
                <a16:creationId xmlns:a16="http://schemas.microsoft.com/office/drawing/2014/main" id="{B474A166-D436-EE4B-86D9-F8A345AA416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14800" y="3883025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Straight Connector 7">
            <a:extLst>
              <a:ext uri="{FF2B5EF4-FFF2-40B4-BE49-F238E27FC236}">
                <a16:creationId xmlns:a16="http://schemas.microsoft.com/office/drawing/2014/main" id="{EFDE1DB8-9714-4E4B-8A15-7E8C0322C1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76913" y="3886200"/>
            <a:ext cx="1587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 Box 312">
            <a:extLst>
              <a:ext uri="{FF2B5EF4-FFF2-40B4-BE49-F238E27FC236}">
                <a16:creationId xmlns:a16="http://schemas.microsoft.com/office/drawing/2014/main" id="{ECD211BB-8AE9-064A-A5EF-A90956A37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4662488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80" name="Text Box 314">
            <a:extLst>
              <a:ext uri="{FF2B5EF4-FFF2-40B4-BE49-F238E27FC236}">
                <a16:creationId xmlns:a16="http://schemas.microsoft.com/office/drawing/2014/main" id="{70E57E73-42DA-8C4B-BD15-44795A7A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538" y="4845050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81" name="Rectangle 317">
            <a:extLst>
              <a:ext uri="{FF2B5EF4-FFF2-40B4-BE49-F238E27FC236}">
                <a16:creationId xmlns:a16="http://schemas.microsoft.com/office/drawing/2014/main" id="{F98BC44C-B4FE-B046-81C3-D6123A47E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650" y="5305425"/>
            <a:ext cx="170815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/>
              <a:t> Read :</a:t>
            </a:r>
            <a:r>
              <a:rPr lang="en-US" altLang="en-US" sz="1200">
                <a:sym typeface="Wingdings" pitchFamily="2" charset="2"/>
              </a:rPr>
              <a:t> )</a:t>
            </a:r>
            <a:endParaRPr lang="en-US" altLang="en-US" sz="1200" b="1">
              <a:solidFill>
                <a:srgbClr val="0000CC"/>
              </a:solidFill>
              <a:sym typeface="Wingdings" pitchFamily="2" charset="2"/>
            </a:endParaRPr>
          </a:p>
          <a:p>
            <a:pPr eaLnBrk="1" hangingPunct="1"/>
            <a:r>
              <a:rPr lang="en-US" altLang="en-US" sz="1200"/>
              <a:t> </a:t>
            </a:r>
            <a:r>
              <a:rPr lang="en-US" altLang="en-US" sz="1200">
                <a:sym typeface="Wingdings" pitchFamily="2" charset="2"/>
              </a:rPr>
              <a:t> </a:t>
            </a:r>
            <a:r>
              <a:rPr lang="en-US" altLang="en-US" sz="1200"/>
              <a:t>Pop  </a:t>
            </a:r>
            <a:r>
              <a:rPr lang="en-US" altLang="en-US" sz="1400" b="1">
                <a:solidFill>
                  <a:srgbClr val="0000CC"/>
                </a:solidFill>
              </a:rPr>
              <a:t>*</a:t>
            </a:r>
            <a:r>
              <a:rPr lang="en-US" altLang="en-US" sz="1200" b="1">
                <a:solidFill>
                  <a:srgbClr val="0000CC"/>
                </a:solidFill>
              </a:rPr>
              <a:t>, </a:t>
            </a:r>
            <a:r>
              <a:rPr lang="en-US" altLang="en-US" sz="1200"/>
              <a:t>Add</a:t>
            </a:r>
            <a:r>
              <a:rPr lang="en-US" altLang="en-US" sz="1200" b="1"/>
              <a:t> </a:t>
            </a:r>
            <a:r>
              <a:rPr lang="en-US" altLang="en-US" sz="1400" b="1">
                <a:solidFill>
                  <a:srgbClr val="0000CC"/>
                </a:solidFill>
              </a:rPr>
              <a:t>*</a:t>
            </a:r>
            <a:r>
              <a:rPr lang="en-US" altLang="en-US" sz="1200" b="1"/>
              <a:t> to </a:t>
            </a:r>
            <a:r>
              <a:rPr lang="en-US" altLang="en-US" sz="1200" b="1" i="1">
                <a:solidFill>
                  <a:srgbClr val="0000CC"/>
                </a:solidFill>
              </a:rPr>
              <a:t>P</a:t>
            </a:r>
          </a:p>
          <a:p>
            <a:pPr eaLnBrk="1" hangingPunct="1"/>
            <a:r>
              <a:rPr lang="en-US" altLang="en-US" sz="1200" b="1" i="1">
                <a:solidFill>
                  <a:srgbClr val="0000CC"/>
                </a:solidFill>
              </a:rPr>
              <a:t>     </a:t>
            </a:r>
            <a:r>
              <a:rPr lang="en-US" altLang="en-US" sz="1200"/>
              <a:t>Pop </a:t>
            </a:r>
            <a:r>
              <a:rPr lang="en-US" altLang="en-US" sz="1200" b="1">
                <a:solidFill>
                  <a:srgbClr val="0000CC"/>
                </a:solidFill>
              </a:rPr>
              <a:t>(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1"/>
              <a:t>OUTPUT:</a:t>
            </a:r>
          </a:p>
        </p:txBody>
      </p:sp>
      <p:sp>
        <p:nvSpPr>
          <p:cNvPr id="82" name="Rectangle 318">
            <a:extLst>
              <a:ext uri="{FF2B5EF4-FFF2-40B4-BE49-F238E27FC236}">
                <a16:creationId xmlns:a16="http://schemas.microsoft.com/office/drawing/2014/main" id="{EEC7CFBD-C656-3C4B-A421-D1560C3F9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6318250"/>
            <a:ext cx="1600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 dirty="0">
                <a:solidFill>
                  <a:schemeClr val="bg1"/>
                </a:solidFill>
              </a:rPr>
              <a:t>6523+8*+3+*</a:t>
            </a:r>
            <a:endParaRPr lang="en-US" altLang="en-US" sz="1400" b="1" dirty="0">
              <a:solidFill>
                <a:schemeClr val="bg1"/>
              </a:solidFill>
              <a:sym typeface="Wingdings" pitchFamily="2" charset="2"/>
            </a:endParaRPr>
          </a:p>
        </p:txBody>
      </p:sp>
      <p:cxnSp>
        <p:nvCxnSpPr>
          <p:cNvPr id="83" name="Straight Connector 9">
            <a:extLst>
              <a:ext uri="{FF2B5EF4-FFF2-40B4-BE49-F238E27FC236}">
                <a16:creationId xmlns:a16="http://schemas.microsoft.com/office/drawing/2014/main" id="{BE56A148-786D-9745-A3B6-B61A9D82C1B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186488" y="5159375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" name="Straight Connector 7">
            <a:extLst>
              <a:ext uri="{FF2B5EF4-FFF2-40B4-BE49-F238E27FC236}">
                <a16:creationId xmlns:a16="http://schemas.microsoft.com/office/drawing/2014/main" id="{532AE575-3162-9848-B88D-A1263D6B9F5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72200" y="3898900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Straight Connector 7">
            <a:extLst>
              <a:ext uri="{FF2B5EF4-FFF2-40B4-BE49-F238E27FC236}">
                <a16:creationId xmlns:a16="http://schemas.microsoft.com/office/drawing/2014/main" id="{9F6020E8-7BC0-5845-BFC7-1EF3625C4C5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34313" y="3902075"/>
            <a:ext cx="1587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Straight Connector 9">
            <a:extLst>
              <a:ext uri="{FF2B5EF4-FFF2-40B4-BE49-F238E27FC236}">
                <a16:creationId xmlns:a16="http://schemas.microsoft.com/office/drawing/2014/main" id="{5723FB36-C92E-DD40-83FC-1EE32037D65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2395538"/>
            <a:ext cx="1462087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Straight Connector 9">
            <a:extLst>
              <a:ext uri="{FF2B5EF4-FFF2-40B4-BE49-F238E27FC236}">
                <a16:creationId xmlns:a16="http://schemas.microsoft.com/office/drawing/2014/main" id="{1A07324D-107B-6749-AF73-B73F7C7A365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1163" y="1936750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Text Box 328">
            <a:extLst>
              <a:ext uri="{FF2B5EF4-FFF2-40B4-BE49-F238E27FC236}">
                <a16:creationId xmlns:a16="http://schemas.microsoft.com/office/drawing/2014/main" id="{8960BB3B-0BD4-B346-979C-103C80014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196215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89" name="Text Box 329">
            <a:extLst>
              <a:ext uri="{FF2B5EF4-FFF2-40B4-BE49-F238E27FC236}">
                <a16:creationId xmlns:a16="http://schemas.microsoft.com/office/drawing/2014/main" id="{0C104715-2E72-8E47-80CF-72BCEF328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1595438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cxnSp>
        <p:nvCxnSpPr>
          <p:cNvPr id="90" name="Straight Connector 9">
            <a:extLst>
              <a:ext uri="{FF2B5EF4-FFF2-40B4-BE49-F238E27FC236}">
                <a16:creationId xmlns:a16="http://schemas.microsoft.com/office/drawing/2014/main" id="{F3586556-B22B-D946-AE08-400783EF87E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1676400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Text Box 331">
            <a:extLst>
              <a:ext uri="{FF2B5EF4-FFF2-40B4-BE49-F238E27FC236}">
                <a16:creationId xmlns:a16="http://schemas.microsoft.com/office/drawing/2014/main" id="{F0E1AA36-84F7-9746-BD67-73CD5A870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1352550"/>
            <a:ext cx="303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92" name="Straight Connector 9">
            <a:extLst>
              <a:ext uri="{FF2B5EF4-FFF2-40B4-BE49-F238E27FC236}">
                <a16:creationId xmlns:a16="http://schemas.microsoft.com/office/drawing/2014/main" id="{F67252BC-447B-F842-9A34-DB5ABE5171A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1422400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3" name="Text Box 333">
            <a:extLst>
              <a:ext uri="{FF2B5EF4-FFF2-40B4-BE49-F238E27FC236}">
                <a16:creationId xmlns:a16="http://schemas.microsoft.com/office/drawing/2014/main" id="{1E955D0E-11FD-1747-8780-053B7BB9F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1098550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cxnSp>
        <p:nvCxnSpPr>
          <p:cNvPr id="94" name="Straight Connector 9">
            <a:extLst>
              <a:ext uri="{FF2B5EF4-FFF2-40B4-BE49-F238E27FC236}">
                <a16:creationId xmlns:a16="http://schemas.microsoft.com/office/drawing/2014/main" id="{EF04F237-37A1-3346-94B2-F33DFC86DFD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1184275"/>
            <a:ext cx="1462087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" name="Straight Connector 7">
            <a:extLst>
              <a:ext uri="{FF2B5EF4-FFF2-40B4-BE49-F238E27FC236}">
                <a16:creationId xmlns:a16="http://schemas.microsoft.com/office/drawing/2014/main" id="{CD14418A-855A-FF4A-8696-C1C971E09D1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159125" y="927100"/>
            <a:ext cx="12700" cy="14620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" name="Straight Connector 7">
            <a:extLst>
              <a:ext uri="{FF2B5EF4-FFF2-40B4-BE49-F238E27FC236}">
                <a16:creationId xmlns:a16="http://schemas.microsoft.com/office/drawing/2014/main" id="{3E71910C-41E4-E849-AEAA-99C97938AB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681163" y="919163"/>
            <a:ext cx="1587" cy="14620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Straight Connector 9">
            <a:extLst>
              <a:ext uri="{FF2B5EF4-FFF2-40B4-BE49-F238E27FC236}">
                <a16:creationId xmlns:a16="http://schemas.microsoft.com/office/drawing/2014/main" id="{65CE2A37-6B1F-234F-A02B-C59AADF4E4D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217963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Text Box 338">
            <a:extLst>
              <a:ext uri="{FF2B5EF4-FFF2-40B4-BE49-F238E27FC236}">
                <a16:creationId xmlns:a16="http://schemas.microsoft.com/office/drawing/2014/main" id="{E408D506-FF24-A048-9051-45F330DF8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2105025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99" name="Text Box 339">
            <a:extLst>
              <a:ext uri="{FF2B5EF4-FFF2-40B4-BE49-F238E27FC236}">
                <a16:creationId xmlns:a16="http://schemas.microsoft.com/office/drawing/2014/main" id="{7EAE5DE4-F990-5042-86C9-72E64AA31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188" y="866775"/>
            <a:ext cx="303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00" name="Straight Connector 9">
            <a:extLst>
              <a:ext uri="{FF2B5EF4-FFF2-40B4-BE49-F238E27FC236}">
                <a16:creationId xmlns:a16="http://schemas.microsoft.com/office/drawing/2014/main" id="{4895758C-D4D6-9C4E-A08B-14C09FE4292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684338" y="966788"/>
            <a:ext cx="1462087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Straight Connector 9">
            <a:extLst>
              <a:ext uri="{FF2B5EF4-FFF2-40B4-BE49-F238E27FC236}">
                <a16:creationId xmlns:a16="http://schemas.microsoft.com/office/drawing/2014/main" id="{5A6AA701-45FA-E84B-B91E-673EED18602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36775" y="5146675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" name="Straight Connector 9">
            <a:extLst>
              <a:ext uri="{FF2B5EF4-FFF2-40B4-BE49-F238E27FC236}">
                <a16:creationId xmlns:a16="http://schemas.microsoft.com/office/drawing/2014/main" id="{4F77396C-E2BF-E345-B2FB-63E5E724436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33600" y="494506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Straight Connector 9">
            <a:extLst>
              <a:ext uri="{FF2B5EF4-FFF2-40B4-BE49-F238E27FC236}">
                <a16:creationId xmlns:a16="http://schemas.microsoft.com/office/drawing/2014/main" id="{465CD8D4-35CF-7744-AA53-E7E30EA2435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36775" y="4699000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Straight Connector 9">
            <a:extLst>
              <a:ext uri="{FF2B5EF4-FFF2-40B4-BE49-F238E27FC236}">
                <a16:creationId xmlns:a16="http://schemas.microsoft.com/office/drawing/2014/main" id="{E7F75458-FC93-9446-B174-59F15252490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36775" y="443071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Straight Connector 7">
            <a:extLst>
              <a:ext uri="{FF2B5EF4-FFF2-40B4-BE49-F238E27FC236}">
                <a16:creationId xmlns:a16="http://schemas.microsoft.com/office/drawing/2014/main" id="{172B8ABE-2959-1843-9F70-C3519370F7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43125" y="3886200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" name="Straight Connector 7">
            <a:extLst>
              <a:ext uri="{FF2B5EF4-FFF2-40B4-BE49-F238E27FC236}">
                <a16:creationId xmlns:a16="http://schemas.microsoft.com/office/drawing/2014/main" id="{F407954E-A09F-4A4B-B522-FB9DFA644D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59200" y="3889375"/>
            <a:ext cx="1588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" name="Text Box 347">
            <a:extLst>
              <a:ext uri="{FF2B5EF4-FFF2-40B4-BE49-F238E27FC236}">
                <a16:creationId xmlns:a16="http://schemas.microsoft.com/office/drawing/2014/main" id="{E992B946-05D0-6E45-BB49-112CB7621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4665663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108" name="Text Box 348">
            <a:extLst>
              <a:ext uri="{FF2B5EF4-FFF2-40B4-BE49-F238E27FC236}">
                <a16:creationId xmlns:a16="http://schemas.microsoft.com/office/drawing/2014/main" id="{56CE8DE9-5745-004F-8E8C-053C9AF40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436086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109" name="Text Box 349">
            <a:extLst>
              <a:ext uri="{FF2B5EF4-FFF2-40B4-BE49-F238E27FC236}">
                <a16:creationId xmlns:a16="http://schemas.microsoft.com/office/drawing/2014/main" id="{494DD9B1-5CAD-5C4D-A399-CE78AEA83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4848225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110" name="Text Box 350">
            <a:extLst>
              <a:ext uri="{FF2B5EF4-FFF2-40B4-BE49-F238E27FC236}">
                <a16:creationId xmlns:a16="http://schemas.microsoft.com/office/drawing/2014/main" id="{E7FC1D52-9103-7E45-8D4F-76A86FA95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988" y="4146550"/>
            <a:ext cx="303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11" name="Straight Connector 9">
            <a:extLst>
              <a:ext uri="{FF2B5EF4-FFF2-40B4-BE49-F238E27FC236}">
                <a16:creationId xmlns:a16="http://schemas.microsoft.com/office/drawing/2014/main" id="{411E1321-43BB-7840-A118-351F441631F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141538" y="42195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" name="Straight Connector 9">
            <a:extLst>
              <a:ext uri="{FF2B5EF4-FFF2-40B4-BE49-F238E27FC236}">
                <a16:creationId xmlns:a16="http://schemas.microsoft.com/office/drawing/2014/main" id="{7856377A-E854-D849-8D64-C3FBCA13D6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19063" y="5146675"/>
            <a:ext cx="164465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Straight Connector 9">
            <a:extLst>
              <a:ext uri="{FF2B5EF4-FFF2-40B4-BE49-F238E27FC236}">
                <a16:creationId xmlns:a16="http://schemas.microsoft.com/office/drawing/2014/main" id="{BED6F132-B249-4649-A74F-D958E21D1EA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15888" y="494506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Straight Connector 9">
            <a:extLst>
              <a:ext uri="{FF2B5EF4-FFF2-40B4-BE49-F238E27FC236}">
                <a16:creationId xmlns:a16="http://schemas.microsoft.com/office/drawing/2014/main" id="{A6B916D8-9A97-D444-BE4A-A801769BC50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19063" y="4699000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Straight Connector 9">
            <a:extLst>
              <a:ext uri="{FF2B5EF4-FFF2-40B4-BE49-F238E27FC236}">
                <a16:creationId xmlns:a16="http://schemas.microsoft.com/office/drawing/2014/main" id="{11E1F04F-6077-2A41-9DA6-3A420028645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19063" y="4430713"/>
            <a:ext cx="1644650" cy="1587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Straight Connector 7">
            <a:extLst>
              <a:ext uri="{FF2B5EF4-FFF2-40B4-BE49-F238E27FC236}">
                <a16:creationId xmlns:a16="http://schemas.microsoft.com/office/drawing/2014/main" id="{FF3F4D3C-AC73-7F46-A551-1FA10B2A2B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25413" y="3886200"/>
            <a:ext cx="1587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7" name="Straight Connector 7">
            <a:extLst>
              <a:ext uri="{FF2B5EF4-FFF2-40B4-BE49-F238E27FC236}">
                <a16:creationId xmlns:a16="http://schemas.microsoft.com/office/drawing/2014/main" id="{5C671D6F-2874-3244-BD44-53CED2B05D6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66888" y="3889375"/>
            <a:ext cx="1587" cy="1279525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" name="Text Box 358">
            <a:extLst>
              <a:ext uri="{FF2B5EF4-FFF2-40B4-BE49-F238E27FC236}">
                <a16:creationId xmlns:a16="http://schemas.microsoft.com/office/drawing/2014/main" id="{1BDE63F0-64D2-F945-B24F-E9C8306DF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4665663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*</a:t>
            </a:r>
          </a:p>
        </p:txBody>
      </p:sp>
      <p:sp>
        <p:nvSpPr>
          <p:cNvPr id="119" name="Text Box 359">
            <a:extLst>
              <a:ext uri="{FF2B5EF4-FFF2-40B4-BE49-F238E27FC236}">
                <a16:creationId xmlns:a16="http://schemas.microsoft.com/office/drawing/2014/main" id="{67F3052B-8123-324C-89CF-EA4537673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4360863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[</a:t>
            </a:r>
          </a:p>
        </p:txBody>
      </p:sp>
      <p:sp>
        <p:nvSpPr>
          <p:cNvPr id="120" name="Text Box 360">
            <a:extLst>
              <a:ext uri="{FF2B5EF4-FFF2-40B4-BE49-F238E27FC236}">
                <a16:creationId xmlns:a16="http://schemas.microsoft.com/office/drawing/2014/main" id="{E42CAD7B-A69A-274A-BB88-365EC77B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848225"/>
            <a:ext cx="2524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(</a:t>
            </a:r>
          </a:p>
        </p:txBody>
      </p:sp>
      <p:sp>
        <p:nvSpPr>
          <p:cNvPr id="121" name="Text Box 361">
            <a:extLst>
              <a:ext uri="{FF2B5EF4-FFF2-40B4-BE49-F238E27FC236}">
                <a16:creationId xmlns:a16="http://schemas.microsoft.com/office/drawing/2014/main" id="{C6BFFC0F-CFC5-DA4B-9C51-2AED25691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4146550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0000CC"/>
                </a:solidFill>
              </a:rPr>
              <a:t>+</a:t>
            </a:r>
          </a:p>
        </p:txBody>
      </p:sp>
      <p:cxnSp>
        <p:nvCxnSpPr>
          <p:cNvPr id="122" name="Straight Connector 9">
            <a:extLst>
              <a:ext uri="{FF2B5EF4-FFF2-40B4-BE49-F238E27FC236}">
                <a16:creationId xmlns:a16="http://schemas.microsoft.com/office/drawing/2014/main" id="{6A95302F-266A-1E42-A3B0-70221564260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23825" y="4219575"/>
            <a:ext cx="164465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" name="Rectangle 364">
            <a:extLst>
              <a:ext uri="{FF2B5EF4-FFF2-40B4-BE49-F238E27FC236}">
                <a16:creationId xmlns:a16="http://schemas.microsoft.com/office/drawing/2014/main" id="{666BC1E4-2DA9-614C-95A4-5437C1B87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888" y="561975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4" name="Rectangle 365">
            <a:extLst>
              <a:ext uri="{FF2B5EF4-FFF2-40B4-BE49-F238E27FC236}">
                <a16:creationId xmlns:a16="http://schemas.microsoft.com/office/drawing/2014/main" id="{9CE42611-D703-484D-A6F1-7A429EBF4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561975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5" name="Rectangle 366">
            <a:extLst>
              <a:ext uri="{FF2B5EF4-FFF2-40B4-BE49-F238E27FC236}">
                <a16:creationId xmlns:a16="http://schemas.microsoft.com/office/drawing/2014/main" id="{F522DCD1-476F-3646-857D-B3C3EFCD3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557213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6" name="Rectangle 367">
            <a:extLst>
              <a:ext uri="{FF2B5EF4-FFF2-40B4-BE49-F238E27FC236}">
                <a16:creationId xmlns:a16="http://schemas.microsoft.com/office/drawing/2014/main" id="{8F95B471-3560-8845-A7E9-28F271E1F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25" y="55245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7" name="Rectangle 368">
            <a:extLst>
              <a:ext uri="{FF2B5EF4-FFF2-40B4-BE49-F238E27FC236}">
                <a16:creationId xmlns:a16="http://schemas.microsoft.com/office/drawing/2014/main" id="{BFC82644-2AC0-C440-AB7C-7AEA0032F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55245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" name="Rectangle 369">
            <a:extLst>
              <a:ext uri="{FF2B5EF4-FFF2-40B4-BE49-F238E27FC236}">
                <a16:creationId xmlns:a16="http://schemas.microsoft.com/office/drawing/2014/main" id="{1F7D4169-9888-994F-99F0-87E7427C2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238" y="55245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9" name="Rectangle 370">
            <a:extLst>
              <a:ext uri="{FF2B5EF4-FFF2-40B4-BE49-F238E27FC236}">
                <a16:creationId xmlns:a16="http://schemas.microsoft.com/office/drawing/2014/main" id="{85941A72-8FED-1343-83A8-D92647C56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5225" y="547688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0" name="Rectangle 371">
            <a:extLst>
              <a:ext uri="{FF2B5EF4-FFF2-40B4-BE49-F238E27FC236}">
                <a16:creationId xmlns:a16="http://schemas.microsoft.com/office/drawing/2014/main" id="{C7C95CBF-0937-2B4C-8208-B328293D8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488" y="590550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" name="Rectangle 372">
            <a:extLst>
              <a:ext uri="{FF2B5EF4-FFF2-40B4-BE49-F238E27FC236}">
                <a16:creationId xmlns:a16="http://schemas.microsoft.com/office/drawing/2014/main" id="{F9B2618E-67C6-2942-8DF0-F171E8DF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2425" y="566738"/>
            <a:ext cx="228600" cy="365125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4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6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6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8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6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7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6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7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11" grpId="0"/>
      <p:bldP spid="12" grpId="0"/>
      <p:bldP spid="14" grpId="0"/>
      <p:bldP spid="21" grpId="0" animBg="1"/>
      <p:bldP spid="22" grpId="0"/>
      <p:bldP spid="23" grpId="0"/>
      <p:bldP spid="25" grpId="0" animBg="1"/>
      <p:bldP spid="26" grpId="0"/>
      <p:bldP spid="28" grpId="0"/>
      <p:bldP spid="29" grpId="0" animBg="1"/>
      <p:bldP spid="30" grpId="0" animBg="1"/>
      <p:bldP spid="49" grpId="0"/>
      <p:bldP spid="53" grpId="0"/>
      <p:bldP spid="54" grpId="0"/>
      <p:bldP spid="55" grpId="0"/>
      <p:bldP spid="56" grpId="0"/>
      <p:bldP spid="62" grpId="0"/>
      <p:bldP spid="66" grpId="0"/>
      <p:bldP spid="67" grpId="0"/>
      <p:bldP spid="68" grpId="0"/>
      <p:bldP spid="69" grpId="0"/>
      <p:bldP spid="71" grpId="0"/>
      <p:bldP spid="72" grpId="0" animBg="1"/>
      <p:bldP spid="73" grpId="0"/>
      <p:bldP spid="79" grpId="0"/>
      <p:bldP spid="80" grpId="0"/>
      <p:bldP spid="81" grpId="0"/>
      <p:bldP spid="82" grpId="0" animBg="1"/>
      <p:bldP spid="88" grpId="0"/>
      <p:bldP spid="89" grpId="0"/>
      <p:bldP spid="91" grpId="0"/>
      <p:bldP spid="93" grpId="0"/>
      <p:bldP spid="98" grpId="0"/>
      <p:bldP spid="99" grpId="0"/>
      <p:bldP spid="107" grpId="0"/>
      <p:bldP spid="108" grpId="0"/>
      <p:bldP spid="109" grpId="0"/>
      <p:bldP spid="110" grpId="0"/>
      <p:bldP spid="118" grpId="0"/>
      <p:bldP spid="119" grpId="0"/>
      <p:bldP spid="120" grpId="0"/>
      <p:bldP spid="121" grpId="0"/>
      <p:bldP spid="123" grpId="0" animBg="1"/>
      <p:bldP spid="124" grpId="0" animBg="1"/>
      <p:bldP spid="124" grpId="1" animBg="1"/>
      <p:bldP spid="125" grpId="0" animBg="1"/>
      <p:bldP spid="125" grpId="1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30" grpId="0" animBg="1"/>
      <p:bldP spid="130" grpId="1" animBg="1"/>
      <p:bldP spid="1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E13C0-6C34-894E-AE87-3AC7CA92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39907</TotalTime>
  <Words>2604</Words>
  <Application>Microsoft Macintosh PowerPoint</Application>
  <PresentationFormat>A4 Paper (210x297 mm)</PresentationFormat>
  <Paragraphs>650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795</cp:revision>
  <dcterms:created xsi:type="dcterms:W3CDTF">2018-07-17T04:46:00Z</dcterms:created>
  <dcterms:modified xsi:type="dcterms:W3CDTF">2025-10-10T10:25:26Z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