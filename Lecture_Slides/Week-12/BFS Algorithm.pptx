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80" r:id="rId2"/>
    <p:sldId id="819" r:id="rId3"/>
    <p:sldId id="820" r:id="rId4"/>
    <p:sldId id="821" r:id="rId5"/>
    <p:sldId id="822" r:id="rId6"/>
    <p:sldId id="842" r:id="rId7"/>
    <p:sldId id="843" r:id="rId8"/>
    <p:sldId id="844" r:id="rId9"/>
    <p:sldId id="845" r:id="rId10"/>
    <p:sldId id="823" r:id="rId11"/>
    <p:sldId id="824" r:id="rId12"/>
    <p:sldId id="825" r:id="rId13"/>
    <p:sldId id="826" r:id="rId14"/>
    <p:sldId id="827" r:id="rId15"/>
    <p:sldId id="828" r:id="rId16"/>
    <p:sldId id="829" r:id="rId17"/>
    <p:sldId id="830" r:id="rId18"/>
    <p:sldId id="831" r:id="rId19"/>
    <p:sldId id="832" r:id="rId20"/>
    <p:sldId id="833" r:id="rId21"/>
    <p:sldId id="834" r:id="rId22"/>
    <p:sldId id="835" r:id="rId23"/>
    <p:sldId id="836" r:id="rId24"/>
    <p:sldId id="837" r:id="rId25"/>
    <p:sldId id="838" r:id="rId26"/>
    <p:sldId id="839" r:id="rId27"/>
    <p:sldId id="840" r:id="rId28"/>
    <p:sldId id="841" r:id="rId29"/>
    <p:sldId id="372" r:id="rId30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819"/>
            <p14:sldId id="820"/>
            <p14:sldId id="821"/>
            <p14:sldId id="822"/>
            <p14:sldId id="842"/>
            <p14:sldId id="843"/>
            <p14:sldId id="844"/>
            <p14:sldId id="845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FC5D-172D-A041-A7DD-4264E5623D86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29C9C-1265-A048-9A63-BA66046C3765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FAE9A-CBC9-D546-A376-0B1BBE6A865D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7E796-2BB5-9547-B595-40ABC238822C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0100A-1E10-204C-A6F2-9F5DBB2F501C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A325-D2F8-BA43-8122-02934F0E6354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2F69-1801-3D44-A70F-4128F4509F22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2F7D1-FA1B-3C44-9869-5CF4BAF1C685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4620-499E-A54E-B4F6-B12BA00E0890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CA956-37D5-EE48-A205-E0BFF6CBA539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4D-7AC3-C74D-8F04-8A2ED0A23382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B6E6A-BD6E-E840-940A-537677423690}" type="datetime1">
              <a:rPr lang="en-US" altLang="zh-CN" smtClean="0"/>
              <a:t>12/8/25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8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Breadth First Search Algorithm</a:t>
            </a:r>
          </a:p>
          <a:p>
            <a:pPr algn="ct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(BFS)</a:t>
            </a: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392752" y="113273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16481-C3C5-0B43-A9A0-30413F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48B71-45C9-7740-AA9A-7DB7A06A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BD6F3B-2BB1-4646-84C7-B5C6F63E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620A0-FDFA-064A-9FA6-F685E3722906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Graph Traversal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DB520-6A29-ED41-940A-6161091E2FD1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03BC466-9FFB-594F-AB2C-DDAB8EB04EBB}" type="slidenum">
              <a:rPr lang="en-US" altLang="en-US" sz="1100"/>
              <a:pPr algn="r" eaLnBrk="1" hangingPunct="1"/>
              <a:t>2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CEFDA067-05CB-FC44-ACA9-04FC8295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 b="1" dirty="0">
                <a:solidFill>
                  <a:schemeClr val="accent1">
                    <a:lumMod val="75000"/>
                  </a:schemeClr>
                </a:solidFill>
              </a:rPr>
              <a:t>Graph traversal</a:t>
            </a:r>
            <a:r>
              <a:rPr lang="en-US" altLang="en-US" sz="2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2600" dirty="0"/>
              <a:t>refers to the problem of visiting all the nodes in a graph in a particular manner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 dirty="0"/>
              <a:t>Tree traversal is a special case of graph traversal.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600" dirty="0"/>
              <a:t>In contrast to tree traversal, in general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graph traversal, each node may have to be visited more than once,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900" dirty="0"/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and a root-like node that connects to all other nodes might not exist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0B2FE-E1ED-3A48-A3D6-AC4706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4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7E7D90-926D-544C-B90B-EE02753E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BF77D-E130-4143-A242-915A1655898D}"/>
              </a:ext>
            </a:extLst>
          </p:cNvPr>
          <p:cNvSpPr txBox="1">
            <a:spLocks/>
          </p:cNvSpPr>
          <p:nvPr/>
        </p:nvSpPr>
        <p:spPr bwMode="auto">
          <a:xfrm>
            <a:off x="228600" y="269874"/>
            <a:ext cx="7239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Breadth First Search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57812-FFCD-684E-9B84-C6D18417BCB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0A3173F-0540-AC42-8D71-B8B5139CC1A3}" type="slidenum">
              <a:rPr lang="en-US" altLang="en-US" sz="1100"/>
              <a:pPr algn="r" eaLnBrk="1" hangingPunct="1"/>
              <a:t>3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2417983B-2DA7-714E-AEF9-CF3FD19F2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In graph theory,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</a:rPr>
              <a:t>breadth-first search (BFS) </a:t>
            </a:r>
            <a:r>
              <a:rPr lang="en-US" altLang="en-US" sz="2400" dirty="0"/>
              <a:t>is a graph search algorithm that begins at the root node and explores all the neighboring nodes.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Then for each of those nearest nodes, it explores their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</a:rPr>
              <a:t>unexplored neighbor nodes</a:t>
            </a:r>
            <a:r>
              <a:rPr lang="en-US" altLang="en-US" sz="2400" dirty="0"/>
              <a:t>, and so on, until it fulfills its objective (i.e., visit all the nodes or reach the destination node, if any).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/>
              <a:t>From the standpoint of the algorithm, all child nodes obtained by expanding a node are added to a </a:t>
            </a:r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</a:rPr>
              <a:t>FIFO (i.e., First In, First Out) queue</a:t>
            </a:r>
            <a:r>
              <a:rPr lang="en-US" altLang="en-US" sz="2400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3735D-EA5A-874D-AF15-5794FDBC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67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C997B-1458-9D43-A4E3-9BBB20BA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03114-437D-B544-ABE0-E4A35B00CADD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BFS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04D4D-89C3-154D-A7E2-083A87DD73A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E9DE2E96-9A15-9445-A8A7-35D3D236FF28}" type="slidenum">
              <a:rPr lang="en-US" altLang="en-US" sz="1100"/>
              <a:pPr algn="r" eaLnBrk="1" hangingPunct="1"/>
              <a:t>4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14FCA51C-BC76-4D4D-9BE1-3CE7B127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7772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algn="l">
              <a:buFont typeface="+mj-lt"/>
              <a:buAutoNum type="arabicPeriod"/>
              <a:defRPr/>
            </a:pPr>
            <a:r>
              <a:rPr lang="en-US" sz="2600" dirty="0">
                <a:latin typeface="Arial" charset="0"/>
                <a:cs typeface="Arial" charset="0"/>
              </a:rPr>
              <a:t>Enqueue the source node.</a:t>
            </a:r>
          </a:p>
          <a:p>
            <a:pPr marL="514350" indent="-514350" algn="l">
              <a:buFont typeface="+mj-lt"/>
              <a:buAutoNum type="arabicPeriod"/>
              <a:defRPr/>
            </a:pPr>
            <a:endParaRPr lang="en-US" sz="1000" dirty="0">
              <a:latin typeface="Arial" charset="0"/>
              <a:cs typeface="Arial" charset="0"/>
            </a:endParaRP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en-US" sz="2600" dirty="0" err="1">
                <a:latin typeface="Arial" charset="0"/>
                <a:cs typeface="Arial" charset="0"/>
              </a:rPr>
              <a:t>Dequeue</a:t>
            </a:r>
            <a:r>
              <a:rPr lang="en-US" sz="2600" dirty="0">
                <a:latin typeface="Arial" charset="0"/>
                <a:cs typeface="Arial" charset="0"/>
              </a:rPr>
              <a:t> a node and examine it. </a:t>
            </a:r>
          </a:p>
          <a:p>
            <a:pPr marL="971550" lvl="1" indent="-514350" algn="l">
              <a:buFont typeface="+mj-lt"/>
              <a:buAutoNum type="alphaLcParenR"/>
              <a:defRPr/>
            </a:pPr>
            <a:r>
              <a:rPr lang="en-US" sz="2400" dirty="0">
                <a:latin typeface="Arial" charset="0"/>
                <a:cs typeface="Arial" charset="0"/>
              </a:rPr>
              <a:t>If the element sought is found in this node, quit the search and return a result.</a:t>
            </a:r>
          </a:p>
          <a:p>
            <a:pPr marL="971550" lvl="1" indent="-514350" algn="l">
              <a:buFont typeface="+mj-lt"/>
              <a:buAutoNum type="alphaLcParenR"/>
              <a:defRPr/>
            </a:pPr>
            <a:r>
              <a:rPr lang="en-US" sz="2400" dirty="0">
                <a:latin typeface="Arial" charset="0"/>
                <a:cs typeface="Arial" charset="0"/>
              </a:rPr>
              <a:t>Otherwise </a:t>
            </a:r>
            <a:r>
              <a:rPr lang="en-US" sz="2400" dirty="0" err="1">
                <a:latin typeface="Arial" charset="0"/>
                <a:cs typeface="Arial" charset="0"/>
              </a:rPr>
              <a:t>enqueue</a:t>
            </a:r>
            <a:r>
              <a:rPr lang="en-US" sz="2400" dirty="0">
                <a:latin typeface="Arial" charset="0"/>
                <a:cs typeface="Arial" charset="0"/>
              </a:rPr>
              <a:t> any successors (the direct child nodes) that have not yet been discovered</a:t>
            </a:r>
            <a:r>
              <a:rPr lang="en-US" sz="2800" dirty="0">
                <a:latin typeface="Arial" charset="0"/>
                <a:cs typeface="Arial" charset="0"/>
              </a:rPr>
              <a:t>.</a:t>
            </a:r>
          </a:p>
          <a:p>
            <a:pPr marL="514350" indent="-514350" algn="l">
              <a:buFont typeface="+mj-lt"/>
              <a:buAutoNum type="arabicPeriod"/>
              <a:defRPr/>
            </a:pPr>
            <a:endParaRPr lang="en-US" sz="1000" dirty="0">
              <a:latin typeface="Arial" charset="0"/>
              <a:cs typeface="Arial" charset="0"/>
            </a:endParaRP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en-US" sz="2600" dirty="0">
                <a:latin typeface="Arial" charset="0"/>
                <a:cs typeface="Arial" charset="0"/>
              </a:rPr>
              <a:t>If the queue is empty, every node on the graph has been examined – quit the search and return "not found".</a:t>
            </a:r>
          </a:p>
          <a:p>
            <a:pPr marL="514350" indent="-514350" algn="l">
              <a:buFont typeface="+mj-lt"/>
              <a:buAutoNum type="arabicPeriod"/>
              <a:defRPr/>
            </a:pPr>
            <a:endParaRPr lang="en-US" sz="1000" dirty="0">
              <a:latin typeface="Arial" charset="0"/>
              <a:cs typeface="Arial" charset="0"/>
            </a:endParaRPr>
          </a:p>
          <a:p>
            <a:pPr marL="514350" indent="-514350" algn="l">
              <a:buFont typeface="+mj-lt"/>
              <a:buAutoNum type="arabicPeriod"/>
              <a:defRPr/>
            </a:pPr>
            <a:r>
              <a:rPr lang="en-US" sz="2600" dirty="0">
                <a:latin typeface="Arial" charset="0"/>
                <a:cs typeface="Arial" charset="0"/>
              </a:rPr>
              <a:t>If the queue is not empty, repeat from Step 2.</a:t>
            </a:r>
          </a:p>
          <a:p>
            <a:pPr marL="457200" indent="-457200" algn="l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  <a:defRPr/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610B2-5039-924F-B843-87823078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31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7E5DE6-ED7F-F446-8A3A-B0D2DFB0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D9E578-31E4-DB41-BA33-0CAA72524C35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BFS Pseudocode</a:t>
            </a: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9960204F-3AEC-A043-A393-B49D03747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b="1" dirty="0"/>
              <a:t>procedure</a:t>
            </a:r>
            <a:r>
              <a:rPr lang="en-US" altLang="en-US" sz="1600" dirty="0"/>
              <a:t> BFS(</a:t>
            </a:r>
            <a:r>
              <a:rPr lang="en-US" altLang="en-US" sz="1600" i="1" dirty="0"/>
              <a:t>G</a:t>
            </a:r>
            <a:r>
              <a:rPr lang="en-US" altLang="en-US" sz="1600" dirty="0"/>
              <a:t>, </a:t>
            </a:r>
            <a:r>
              <a:rPr lang="en-US" altLang="en-US" sz="1600" i="1" dirty="0"/>
              <a:t>s</a:t>
            </a:r>
            <a:r>
              <a:rPr lang="en-US" altLang="en-US" sz="16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</a:t>
            </a:r>
            <a:r>
              <a:rPr lang="en-US" altLang="en-US" sz="1600" b="1" dirty="0"/>
              <a:t>for</a:t>
            </a:r>
            <a:r>
              <a:rPr lang="en-US" altLang="en-US" sz="1600" dirty="0"/>
              <a:t> each vertex </a:t>
            </a:r>
            <a:r>
              <a:rPr lang="en-US" altLang="en-US" sz="1600" i="1" dirty="0"/>
              <a:t>u</a:t>
            </a:r>
            <a:r>
              <a:rPr lang="en-US" altLang="en-US" sz="1600" dirty="0"/>
              <a:t> in </a:t>
            </a:r>
            <a:r>
              <a:rPr lang="en-US" altLang="en-US" sz="1600" i="1" dirty="0"/>
              <a:t>G</a:t>
            </a:r>
            <a:r>
              <a:rPr lang="en-US" altLang="en-US" sz="1600" dirty="0"/>
              <a:t> (except </a:t>
            </a:r>
            <a:r>
              <a:rPr lang="en-US" altLang="en-US" sz="1600" i="1" dirty="0"/>
              <a:t>s</a:t>
            </a:r>
            <a:r>
              <a:rPr lang="en-US" altLang="en-US" sz="1600" dirty="0"/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</a:t>
            </a:r>
            <a:r>
              <a:rPr lang="en-US" altLang="en-US" sz="1600" i="1" dirty="0" err="1"/>
              <a:t>u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status</a:t>
            </a:r>
            <a:r>
              <a:rPr lang="en-US" altLang="en-US" sz="1600" dirty="0"/>
              <a:t> = </a:t>
            </a:r>
            <a:r>
              <a:rPr lang="en-US" altLang="en-US" sz="16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16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</a:t>
            </a:r>
            <a:r>
              <a:rPr lang="en-US" altLang="en-US" sz="1600" i="1" dirty="0" err="1"/>
              <a:t>u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d</a:t>
            </a:r>
            <a:r>
              <a:rPr lang="en-US" altLang="en-US" sz="1600" dirty="0"/>
              <a:t> = ∞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</a:t>
            </a:r>
            <a:r>
              <a:rPr lang="en-US" altLang="en-US" sz="1600" i="1" dirty="0" err="1"/>
              <a:t>u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pi</a:t>
            </a:r>
            <a:r>
              <a:rPr lang="en-US" altLang="en-US" sz="1600" dirty="0"/>
              <a:t> = </a:t>
            </a:r>
            <a:r>
              <a:rPr lang="en-US" altLang="en-US" sz="1600" i="1" dirty="0"/>
              <a:t>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i="1" dirty="0"/>
              <a:t>	</a:t>
            </a:r>
            <a:r>
              <a:rPr lang="en-US" altLang="en-US" sz="1800" i="1" dirty="0" err="1"/>
              <a:t>s</a:t>
            </a:r>
            <a:r>
              <a:rPr lang="en-US" altLang="en-US" sz="1800" dirty="0" err="1"/>
              <a:t>.</a:t>
            </a:r>
            <a:r>
              <a:rPr lang="en-US" altLang="en-US" sz="1800" i="1" dirty="0" err="1"/>
              <a:t>status</a:t>
            </a:r>
            <a:r>
              <a:rPr lang="en-US" altLang="en-US" sz="1800" dirty="0"/>
              <a:t> = </a:t>
            </a:r>
            <a:r>
              <a:rPr lang="en-US" altLang="en-US" sz="1600" b="1" dirty="0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 i="1" dirty="0"/>
              <a:t>        </a:t>
            </a:r>
            <a:r>
              <a:rPr lang="en-US" altLang="en-US" sz="1800" i="1" dirty="0" err="1"/>
              <a:t>s</a:t>
            </a:r>
            <a:r>
              <a:rPr lang="en-US" altLang="en-US" sz="1800" dirty="0" err="1"/>
              <a:t>.</a:t>
            </a:r>
            <a:r>
              <a:rPr lang="en-US" altLang="en-US" sz="1800" i="1" dirty="0" err="1"/>
              <a:t>d</a:t>
            </a:r>
            <a:r>
              <a:rPr lang="en-US" altLang="en-US" sz="1800" dirty="0"/>
              <a:t> = 0</a:t>
            </a:r>
          </a:p>
          <a:p>
            <a:pPr algn="l" eaLnBrk="1" hangingPunct="1"/>
            <a:r>
              <a:rPr lang="en-US" altLang="en-US" sz="1800" dirty="0"/>
              <a:t>        </a:t>
            </a:r>
            <a:r>
              <a:rPr lang="en-US" altLang="en-US" sz="1800" i="1" dirty="0" err="1"/>
              <a:t>s</a:t>
            </a:r>
            <a:r>
              <a:rPr lang="en-US" altLang="en-US" sz="1800" dirty="0" err="1"/>
              <a:t>.</a:t>
            </a:r>
            <a:r>
              <a:rPr lang="en-US" altLang="en-US" sz="1800" i="1" dirty="0" err="1"/>
              <a:t>pi</a:t>
            </a:r>
            <a:r>
              <a:rPr lang="en-US" altLang="en-US" sz="1800" dirty="0"/>
              <a:t> = </a:t>
            </a:r>
            <a:r>
              <a:rPr lang="en-US" altLang="en-US" sz="1800" i="1" dirty="0"/>
              <a:t>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create a an empty queue </a:t>
            </a:r>
            <a:r>
              <a:rPr lang="en-US" altLang="en-US" sz="1600" i="1" dirty="0"/>
              <a:t>Q</a:t>
            </a:r>
            <a:r>
              <a:rPr lang="en-US" altLang="en-US" sz="1600" dirty="0"/>
              <a:t>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enqueue </a:t>
            </a:r>
            <a:r>
              <a:rPr lang="en-US" altLang="en-US" sz="1600" i="1" dirty="0"/>
              <a:t>(Q , s)</a:t>
            </a:r>
            <a:endParaRPr lang="en-US" altLang="en-US" sz="16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b="1" dirty="0"/>
              <a:t>	while</a:t>
            </a:r>
            <a:r>
              <a:rPr lang="en-US" altLang="en-US" sz="1600" dirty="0"/>
              <a:t> </a:t>
            </a:r>
            <a:r>
              <a:rPr lang="en-US" altLang="en-US" sz="1600" i="1" dirty="0"/>
              <a:t>Q</a:t>
            </a:r>
            <a:r>
              <a:rPr lang="en-US" altLang="en-US" sz="1600" dirty="0"/>
              <a:t> is not empty </a:t>
            </a:r>
            <a:r>
              <a:rPr lang="en-US" altLang="en-US" sz="1600" b="1" dirty="0"/>
              <a:t>do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i="1" dirty="0"/>
              <a:t>		u</a:t>
            </a:r>
            <a:r>
              <a:rPr lang="en-US" altLang="en-US" sz="1600" dirty="0"/>
              <a:t> = dequeue(</a:t>
            </a:r>
            <a:r>
              <a:rPr lang="en-US" altLang="en-US" sz="1600" i="1" dirty="0"/>
              <a:t>Q</a:t>
            </a:r>
            <a:r>
              <a:rPr lang="en-US" altLang="en-US" sz="16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b="1" dirty="0"/>
              <a:t>		for </a:t>
            </a:r>
            <a:r>
              <a:rPr lang="en-US" altLang="en-US" sz="1600" dirty="0"/>
              <a:t>each</a:t>
            </a:r>
            <a:r>
              <a:rPr lang="en-US" altLang="en-US" sz="1600" b="1" dirty="0"/>
              <a:t> </a:t>
            </a:r>
            <a:r>
              <a:rPr lang="en-US" altLang="en-US" sz="1600" i="1" dirty="0"/>
              <a:t>v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969696"/>
                </a:solidFill>
              </a:rPr>
              <a:t>adjacent</a:t>
            </a:r>
            <a:r>
              <a:rPr lang="en-US" altLang="en-US" sz="1600" dirty="0"/>
              <a:t> to </a:t>
            </a:r>
            <a:r>
              <a:rPr lang="en-US" altLang="en-US" sz="1600" i="1" dirty="0"/>
              <a:t>u</a:t>
            </a:r>
            <a:r>
              <a:rPr lang="en-US" altLang="en-US" sz="1600" dirty="0"/>
              <a:t> </a:t>
            </a:r>
            <a:r>
              <a:rPr lang="en-US" altLang="en-US" sz="1600" b="1" dirty="0"/>
              <a:t>do</a:t>
            </a:r>
            <a:r>
              <a:rPr lang="en-US" altLang="en-US" sz="1600" dirty="0"/>
              <a:t>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i="1" dirty="0"/>
              <a:t>		</a:t>
            </a:r>
            <a:r>
              <a:rPr lang="en-US" altLang="en-US" sz="1600" b="1" dirty="0"/>
              <a:t>     if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v.status</a:t>
            </a:r>
            <a:r>
              <a:rPr lang="en-US" altLang="en-US" sz="1600" dirty="0"/>
              <a:t> = </a:t>
            </a:r>
            <a:r>
              <a:rPr lang="en-US" altLang="en-US" sz="16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16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	 </a:t>
            </a:r>
            <a:r>
              <a:rPr lang="en-US" altLang="en-US" sz="1600" i="1" dirty="0" err="1"/>
              <a:t>v.status</a:t>
            </a:r>
            <a:r>
              <a:rPr lang="en-US" altLang="en-US" sz="1600" dirty="0"/>
              <a:t> = </a:t>
            </a:r>
            <a:r>
              <a:rPr lang="en-US" altLang="en-US" sz="1600" b="1" dirty="0">
                <a:solidFill>
                  <a:srgbClr val="969696"/>
                </a:solidFill>
              </a:rPr>
              <a:t>visited / grey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	 </a:t>
            </a:r>
            <a:r>
              <a:rPr lang="en-US" altLang="en-US" sz="1600" i="1" dirty="0" err="1"/>
              <a:t>v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d</a:t>
            </a:r>
            <a:r>
              <a:rPr lang="en-US" altLang="en-US" sz="1600" dirty="0"/>
              <a:t> = </a:t>
            </a:r>
            <a:r>
              <a:rPr lang="en-US" altLang="en-US" sz="1600" dirty="0" err="1"/>
              <a:t>u.</a:t>
            </a:r>
            <a:r>
              <a:rPr lang="en-US" altLang="en-US" sz="1600" i="1" dirty="0" err="1"/>
              <a:t>d</a:t>
            </a:r>
            <a:r>
              <a:rPr lang="en-US" altLang="en-US" sz="1600" dirty="0"/>
              <a:t> + 1;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	 </a:t>
            </a:r>
            <a:r>
              <a:rPr lang="en-US" altLang="en-US" sz="1600" i="1" dirty="0" err="1"/>
              <a:t>v</a:t>
            </a:r>
            <a:r>
              <a:rPr lang="en-US" altLang="en-US" sz="1600" dirty="0" err="1"/>
              <a:t>.</a:t>
            </a:r>
            <a:r>
              <a:rPr lang="en-US" altLang="en-US" sz="1600" i="1" dirty="0" err="1"/>
              <a:t>pi</a:t>
            </a:r>
            <a:r>
              <a:rPr lang="en-US" altLang="en-US" sz="1600" dirty="0"/>
              <a:t> = u;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	 enqueue (</a:t>
            </a:r>
            <a:r>
              <a:rPr lang="en-US" altLang="en-US" sz="1600" i="1" dirty="0" err="1"/>
              <a:t>Q,v</a:t>
            </a:r>
            <a:r>
              <a:rPr lang="en-US" altLang="en-US" sz="16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600" dirty="0"/>
              <a:t>		 </a:t>
            </a:r>
            <a:r>
              <a:rPr lang="en-US" altLang="en-US" sz="1600" i="1" dirty="0" err="1"/>
              <a:t>u.status</a:t>
            </a:r>
            <a:r>
              <a:rPr lang="en-US" altLang="en-US" sz="1600" dirty="0"/>
              <a:t> = </a:t>
            </a:r>
            <a:r>
              <a:rPr lang="en-US" altLang="en-US" sz="1600" b="1" dirty="0"/>
              <a:t>processed/ black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65291-1882-BD46-A192-7D95EA78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6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50AE1-833D-B54C-A8A2-A61F65F8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F38D7-5C2C-3340-955A-C64BCBDDFCA2}"/>
              </a:ext>
            </a:extLst>
          </p:cNvPr>
          <p:cNvSpPr/>
          <p:nvPr/>
        </p:nvSpPr>
        <p:spPr>
          <a:xfrm>
            <a:off x="848422" y="1761882"/>
            <a:ext cx="59761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for each vertex u in G (except s)</a:t>
            </a:r>
          </a:p>
          <a:p>
            <a:r>
              <a:rPr lang="en-US" sz="2000" dirty="0">
                <a:latin typeface="Courier" pitchFamily="2" charset="0"/>
              </a:rPr>
              <a:t>    </a:t>
            </a:r>
            <a:r>
              <a:rPr lang="en-US" sz="2000" dirty="0" err="1">
                <a:latin typeface="Courier" pitchFamily="2" charset="0"/>
              </a:rPr>
              <a:t>u.status</a:t>
            </a:r>
            <a:r>
              <a:rPr lang="en-US" sz="2000" dirty="0">
                <a:latin typeface="Courier" pitchFamily="2" charset="0"/>
              </a:rPr>
              <a:t> = </a:t>
            </a:r>
            <a:r>
              <a:rPr lang="en-US" sz="2000" dirty="0" err="1">
                <a:latin typeface="Courier" pitchFamily="2" charset="0"/>
              </a:rPr>
              <a:t>notVisited</a:t>
            </a:r>
            <a:r>
              <a:rPr lang="en-US" sz="2000" dirty="0">
                <a:latin typeface="Courier" pitchFamily="2" charset="0"/>
              </a:rPr>
              <a:t>/white</a:t>
            </a:r>
          </a:p>
          <a:p>
            <a:r>
              <a:rPr lang="en-US" sz="2000" dirty="0">
                <a:latin typeface="Courier" pitchFamily="2" charset="0"/>
              </a:rPr>
              <a:t>    </a:t>
            </a:r>
            <a:r>
              <a:rPr lang="en-US" sz="2000" dirty="0" err="1">
                <a:latin typeface="Courier" pitchFamily="2" charset="0"/>
              </a:rPr>
              <a:t>u.d</a:t>
            </a:r>
            <a:r>
              <a:rPr lang="en-US" sz="2000" dirty="0">
                <a:latin typeface="Courier" pitchFamily="2" charset="0"/>
              </a:rPr>
              <a:t> = ∞</a:t>
            </a:r>
          </a:p>
          <a:p>
            <a:r>
              <a:rPr lang="en-US" sz="2000" dirty="0">
                <a:latin typeface="Courier" pitchFamily="2" charset="0"/>
              </a:rPr>
              <a:t>    </a:t>
            </a:r>
            <a:r>
              <a:rPr lang="en-US" sz="2000" dirty="0" err="1">
                <a:latin typeface="Courier" pitchFamily="2" charset="0"/>
              </a:rPr>
              <a:t>u.pi</a:t>
            </a:r>
            <a:r>
              <a:rPr lang="en-US" sz="2000" dirty="0">
                <a:latin typeface="Courier" pitchFamily="2" charset="0"/>
              </a:rPr>
              <a:t> = 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679B83-97F7-AB43-AA7D-A5E12A4E7670}"/>
              </a:ext>
            </a:extLst>
          </p:cNvPr>
          <p:cNvSpPr/>
          <p:nvPr/>
        </p:nvSpPr>
        <p:spPr>
          <a:xfrm>
            <a:off x="1026841" y="3787841"/>
            <a:ext cx="77380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All vertices except the source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2000" dirty="0"/>
              <a:t> are marked as not visited (white), their distance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2000" dirty="0"/>
              <a:t> from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2000" dirty="0"/>
              <a:t> is set to infinity (unknown), and their predecessor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pi</a:t>
            </a:r>
            <a:r>
              <a:rPr lang="en-US" sz="2000" dirty="0"/>
              <a:t> (used to reconstruct the path) is set to NULL.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B7E7C7-3E77-6C4F-8AFE-C4D3A52AF836}"/>
              </a:ext>
            </a:extLst>
          </p:cNvPr>
          <p:cNvSpPr txBox="1">
            <a:spLocks/>
          </p:cNvSpPr>
          <p:nvPr/>
        </p:nvSpPr>
        <p:spPr bwMode="auto">
          <a:xfrm>
            <a:off x="216984" y="385383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BFS Pseudocode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E5CE6-CDDB-B84D-BA6A-8CDB2BD4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4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62BD84-CD0E-F84E-A532-B035070F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FFF6-72DF-9F42-9967-7F43378A3FD1}"/>
              </a:ext>
            </a:extLst>
          </p:cNvPr>
          <p:cNvSpPr/>
          <p:nvPr/>
        </p:nvSpPr>
        <p:spPr>
          <a:xfrm>
            <a:off x="402372" y="1235994"/>
            <a:ext cx="60207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" pitchFamily="2" charset="0"/>
              </a:rPr>
              <a:t>s.status</a:t>
            </a:r>
            <a:r>
              <a:rPr lang="en-US" sz="2400" dirty="0">
                <a:latin typeface="Courier" pitchFamily="2" charset="0"/>
              </a:rPr>
              <a:t> = visited / grey</a:t>
            </a:r>
          </a:p>
          <a:p>
            <a:r>
              <a:rPr lang="en-US" sz="2400" dirty="0" err="1">
                <a:latin typeface="Courier" pitchFamily="2" charset="0"/>
              </a:rPr>
              <a:t>s.d</a:t>
            </a:r>
            <a:r>
              <a:rPr lang="en-US" sz="2400" dirty="0">
                <a:latin typeface="Courier" pitchFamily="2" charset="0"/>
              </a:rPr>
              <a:t> = 0</a:t>
            </a:r>
          </a:p>
          <a:p>
            <a:r>
              <a:rPr lang="en-US" sz="2400" dirty="0" err="1">
                <a:latin typeface="Courier" pitchFamily="2" charset="0"/>
              </a:rPr>
              <a:t>s.pi</a:t>
            </a:r>
            <a:r>
              <a:rPr lang="en-US" sz="2400" dirty="0">
                <a:latin typeface="Courier" pitchFamily="2" charset="0"/>
              </a:rPr>
              <a:t> = NULL</a:t>
            </a:r>
          </a:p>
          <a:p>
            <a:endParaRPr lang="en-US" sz="2400" dirty="0">
              <a:latin typeface="Courier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360A73-F992-E24D-93E8-CB2E618F81D7}"/>
              </a:ext>
            </a:extLst>
          </p:cNvPr>
          <p:cNvSpPr/>
          <p:nvPr/>
        </p:nvSpPr>
        <p:spPr>
          <a:xfrm>
            <a:off x="936236" y="3573747"/>
            <a:ext cx="73825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source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2000" dirty="0"/>
              <a:t> is marked as visited but not fully explored (grey), its distance is set to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en-US" sz="2000" dirty="0"/>
              <a:t> (since it's the starting point), and its predecessor is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NULL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2F44C6-122D-074D-BD6D-C0A6D5BDC8D3}"/>
              </a:ext>
            </a:extLst>
          </p:cNvPr>
          <p:cNvSpPr txBox="1">
            <a:spLocks/>
          </p:cNvSpPr>
          <p:nvPr/>
        </p:nvSpPr>
        <p:spPr bwMode="auto">
          <a:xfrm>
            <a:off x="244257" y="340291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BFS Pseudocode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AEE3B-36D8-9043-8EB8-1701E2CF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2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95CCDC-A76A-2C46-98C3-9D6DAA06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699D7-6A71-E94F-BB69-2594E2674055}"/>
              </a:ext>
            </a:extLst>
          </p:cNvPr>
          <p:cNvSpPr/>
          <p:nvPr/>
        </p:nvSpPr>
        <p:spPr>
          <a:xfrm>
            <a:off x="2089112" y="2578823"/>
            <a:ext cx="7135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queue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US" sz="2000" dirty="0"/>
              <a:t> is used to manage the order in which nodes are explored (FIFO). The source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2000" dirty="0"/>
              <a:t> is added to the queue.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4559F-A1C9-8841-8897-8355EADF62EE}"/>
              </a:ext>
            </a:extLst>
          </p:cNvPr>
          <p:cNvSpPr/>
          <p:nvPr/>
        </p:nvSpPr>
        <p:spPr>
          <a:xfrm>
            <a:off x="1071446" y="1544664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create an empty queue Q </a:t>
            </a:r>
          </a:p>
          <a:p>
            <a:r>
              <a:rPr lang="en-US" sz="2000" dirty="0">
                <a:latin typeface="Courier" pitchFamily="2" charset="0"/>
              </a:rPr>
              <a:t>enqueue(Q, 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E9CC5-E7DB-6B4F-9BD6-1B1488EC217E}"/>
              </a:ext>
            </a:extLst>
          </p:cNvPr>
          <p:cNvSpPr/>
          <p:nvPr/>
        </p:nvSpPr>
        <p:spPr>
          <a:xfrm>
            <a:off x="3547946" y="4860527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While the queue is not empty:</a:t>
            </a:r>
          </a:p>
          <a:p>
            <a:endParaRPr lang="en-US" sz="2000" dirty="0"/>
          </a:p>
          <a:p>
            <a:r>
              <a:rPr lang="en-US" sz="2000" dirty="0"/>
              <a:t>Remove the front vertex from the queue.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2E035-58A6-E649-B1C2-4EF0F0509463}"/>
              </a:ext>
            </a:extLst>
          </p:cNvPr>
          <p:cNvSpPr/>
          <p:nvPr/>
        </p:nvSpPr>
        <p:spPr>
          <a:xfrm>
            <a:off x="1211372" y="3750452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while Q is not empty do</a:t>
            </a:r>
          </a:p>
          <a:p>
            <a:r>
              <a:rPr lang="en-US" sz="2000" dirty="0">
                <a:latin typeface="Courier" pitchFamily="2" charset="0"/>
              </a:rPr>
              <a:t>    u = dequeue(Q)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A46AAD9-A306-1D4D-8546-F5BB10A489F4}"/>
              </a:ext>
            </a:extLst>
          </p:cNvPr>
          <p:cNvSpPr txBox="1">
            <a:spLocks/>
          </p:cNvSpPr>
          <p:nvPr/>
        </p:nvSpPr>
        <p:spPr bwMode="auto">
          <a:xfrm>
            <a:off x="256784" y="404471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BFS Pseudocode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BE78F-0311-E345-8DFC-89BB94E0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45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9B3302-F0DA-314F-9FDA-844B770D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8A89C-A933-B448-8BA3-FF4406694B5F}"/>
              </a:ext>
            </a:extLst>
          </p:cNvPr>
          <p:cNvSpPr/>
          <p:nvPr/>
        </p:nvSpPr>
        <p:spPr>
          <a:xfrm>
            <a:off x="6064163" y="1603114"/>
            <a:ext cx="35934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each neighbor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US" dirty="0"/>
              <a:t> of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US" dirty="0"/>
              <a:t> has not been visited (white):</a:t>
            </a:r>
          </a:p>
          <a:p>
            <a:endParaRPr lang="en-US" dirty="0"/>
          </a:p>
          <a:p>
            <a:r>
              <a:rPr lang="en-US" dirty="0"/>
              <a:t>Mark it as visited (grey)</a:t>
            </a:r>
          </a:p>
          <a:p>
            <a:endParaRPr lang="en-US" dirty="0"/>
          </a:p>
          <a:p>
            <a:r>
              <a:rPr lang="en-US" dirty="0"/>
              <a:t>Set its distance to one more than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u.d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(because it's one step further)</a:t>
            </a:r>
          </a:p>
          <a:p>
            <a:endParaRPr lang="en-US" dirty="0"/>
          </a:p>
          <a:p>
            <a:r>
              <a:rPr lang="en-US" dirty="0"/>
              <a:t>Set its predecessor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US" dirty="0"/>
              <a:t> to the queue to explore its neighbors later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CD5D3-213E-BF48-A7D1-D989A95592CD}"/>
              </a:ext>
            </a:extLst>
          </p:cNvPr>
          <p:cNvSpPr/>
          <p:nvPr/>
        </p:nvSpPr>
        <p:spPr>
          <a:xfrm>
            <a:off x="171710" y="2113426"/>
            <a:ext cx="549005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for each v adjacent to u do </a:t>
            </a:r>
          </a:p>
          <a:p>
            <a:r>
              <a:rPr lang="en-US" dirty="0">
                <a:latin typeface="Courier" pitchFamily="2" charset="0"/>
              </a:rPr>
              <a:t>        if </a:t>
            </a:r>
            <a:r>
              <a:rPr lang="en-US" dirty="0" err="1">
                <a:latin typeface="Courier" pitchFamily="2" charset="0"/>
              </a:rPr>
              <a:t>v.status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notVisited</a:t>
            </a:r>
            <a:r>
              <a:rPr lang="en-US" dirty="0">
                <a:latin typeface="Courier" pitchFamily="2" charset="0"/>
              </a:rPr>
              <a:t>/white</a:t>
            </a:r>
          </a:p>
          <a:p>
            <a:r>
              <a:rPr lang="en-US" dirty="0">
                <a:latin typeface="Courier" pitchFamily="2" charset="0"/>
              </a:rPr>
              <a:t>            </a:t>
            </a:r>
            <a:r>
              <a:rPr lang="en-US" dirty="0" err="1">
                <a:latin typeface="Courier" pitchFamily="2" charset="0"/>
              </a:rPr>
              <a:t>v.status</a:t>
            </a:r>
            <a:r>
              <a:rPr lang="en-US" dirty="0">
                <a:latin typeface="Courier" pitchFamily="2" charset="0"/>
              </a:rPr>
              <a:t> = visited / grey</a:t>
            </a:r>
          </a:p>
          <a:p>
            <a:r>
              <a:rPr lang="en-US" dirty="0">
                <a:latin typeface="Courier" pitchFamily="2" charset="0"/>
              </a:rPr>
              <a:t>            </a:t>
            </a:r>
            <a:r>
              <a:rPr lang="en-US" dirty="0" err="1">
                <a:latin typeface="Courier" pitchFamily="2" charset="0"/>
              </a:rPr>
              <a:t>v.d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u.d</a:t>
            </a:r>
            <a:r>
              <a:rPr lang="en-US" dirty="0">
                <a:latin typeface="Courier" pitchFamily="2" charset="0"/>
              </a:rPr>
              <a:t> + 1</a:t>
            </a:r>
          </a:p>
          <a:p>
            <a:r>
              <a:rPr lang="en-US" dirty="0">
                <a:latin typeface="Courier" pitchFamily="2" charset="0"/>
              </a:rPr>
              <a:t>            </a:t>
            </a:r>
            <a:r>
              <a:rPr lang="en-US" dirty="0" err="1">
                <a:latin typeface="Courier" pitchFamily="2" charset="0"/>
              </a:rPr>
              <a:t>v.pi</a:t>
            </a:r>
            <a:r>
              <a:rPr lang="en-US" dirty="0">
                <a:latin typeface="Courier" pitchFamily="2" charset="0"/>
              </a:rPr>
              <a:t> = u</a:t>
            </a:r>
          </a:p>
          <a:p>
            <a:r>
              <a:rPr lang="en-US" dirty="0">
                <a:latin typeface="Courier" pitchFamily="2" charset="0"/>
              </a:rPr>
              <a:t>            enqueue(</a:t>
            </a:r>
            <a:r>
              <a:rPr lang="en-US" dirty="0" err="1">
                <a:latin typeface="Courier" pitchFamily="2" charset="0"/>
              </a:rPr>
              <a:t>Q,v</a:t>
            </a:r>
            <a:r>
              <a:rPr lang="en-US" dirty="0">
                <a:latin typeface="Courier" pitchFamily="2" charset="0"/>
              </a:rPr>
              <a:t>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EFFAC0-09B5-4541-9536-12C203E1EDEB}"/>
              </a:ext>
            </a:extLst>
          </p:cNvPr>
          <p:cNvSpPr txBox="1">
            <a:spLocks/>
          </p:cNvSpPr>
          <p:nvPr/>
        </p:nvSpPr>
        <p:spPr bwMode="auto">
          <a:xfrm>
            <a:off x="171710" y="473080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latin typeface="Trebuchet MS" panose="020B0703020202090204" pitchFamily="34" charset="0"/>
              </a:rPr>
              <a:t>BFS Pseudocode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B96C5-3BFF-5C4B-B07D-4E3199F1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3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DBA2B-224F-0546-93C6-9AF72D80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E66D67-0520-4147-940D-E90FCF475C4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8B9375EC-7343-EA49-B1FF-F0624E80F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7085A4E7-2D8D-EF40-BA57-EB079372B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D3364AF8-0A85-814E-A632-938711DA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ED2190F6-118D-9B45-882B-52C47271D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5E7D9BCE-B5F6-0E4D-BEC8-DB396222B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D1D3B158-1F02-FA4A-8773-83A2FB3CA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7878FD88-7984-D641-9515-F339E460C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128E0647-E877-3342-A7CB-1E776E912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847ADD02-CA00-734B-B523-DF8394573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B3322031-F344-3F4F-BD17-6B9B55F25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F9AA7994-F1A9-E74C-BEB7-148E132D1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2C917600-EAA1-E84D-B91E-0358F607D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41F19755-A8F6-944C-8AF2-7B8C16AA3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5A70B1B-D155-1C48-8253-DF6D2FF12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7D042F8B-2133-BE44-9693-EC05BAF7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DA3F2C93-DA54-FE44-BAE3-44AC15990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DD1659B1-9ED0-3348-A6BC-1472B5AE29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5906AF90-1C4E-CB47-9D52-C1252A5EB4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46DCC021-ADC4-D746-9A42-443865DCD7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E9DF297D-9C28-7E49-9249-7FEB5010A0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AF8BC53F-D1EB-EC45-A2B0-E17C4A8271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C1855000-4B9D-3244-BBE3-9825390765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6D9073CD-85AC-BE44-86E3-E61CF7ABD6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991D4BE-0C52-A04E-8863-A4263ABFFD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CEAAAF15-72EC-B545-A0A2-7DC53FA209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6C75B951-B246-1E42-B3BA-79813D350C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Rectangle 57">
            <a:extLst>
              <a:ext uri="{FF2B5EF4-FFF2-40B4-BE49-F238E27FC236}">
                <a16:creationId xmlns:a16="http://schemas.microsoft.com/office/drawing/2014/main" id="{F99155F4-96E7-6F41-808F-71012618D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5041900"/>
            <a:ext cx="35052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/>
              <a:t>for</a:t>
            </a:r>
            <a:r>
              <a:rPr lang="en-US" altLang="en-US" sz="1800"/>
              <a:t> each vertex </a:t>
            </a:r>
            <a:r>
              <a:rPr lang="en-US" altLang="en-US" sz="1800" i="1"/>
              <a:t>u</a:t>
            </a:r>
            <a:r>
              <a:rPr lang="en-US" altLang="en-US" sz="1800"/>
              <a:t> in </a:t>
            </a:r>
            <a:r>
              <a:rPr lang="en-US" altLang="en-US" sz="1800" i="1"/>
              <a:t>G</a:t>
            </a:r>
            <a:r>
              <a:rPr lang="en-US" altLang="en-US" sz="1800"/>
              <a:t> (except </a:t>
            </a:r>
            <a:r>
              <a:rPr lang="en-US" altLang="en-US" sz="1800" i="1"/>
              <a:t>s</a:t>
            </a:r>
            <a:r>
              <a:rPr lang="en-US" altLang="en-US" sz="1800"/>
              <a:t>)</a:t>
            </a:r>
          </a:p>
          <a:p>
            <a:pPr algn="l" eaLnBrk="1" hangingPunct="1"/>
            <a:r>
              <a:rPr lang="en-US" altLang="en-US" sz="1800" i="1"/>
              <a:t>      u</a:t>
            </a:r>
            <a:r>
              <a:rPr lang="en-US" altLang="en-US" sz="1800"/>
              <a:t>.</a:t>
            </a:r>
            <a:r>
              <a:rPr lang="en-US" altLang="en-US" sz="1800" i="1"/>
              <a:t>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D3D88"/>
                </a:solidFill>
              </a:rPr>
              <a:t>notVisited/white</a:t>
            </a:r>
          </a:p>
          <a:p>
            <a:pPr algn="l" eaLnBrk="1" hangingPunct="1"/>
            <a:r>
              <a:rPr lang="en-US" altLang="en-US" sz="1800" i="1"/>
              <a:t>      u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∞</a:t>
            </a:r>
          </a:p>
          <a:p>
            <a:pPr algn="l" eaLnBrk="1" hangingPunct="1"/>
            <a:r>
              <a:rPr lang="en-US" altLang="en-US" sz="1800" i="1"/>
              <a:t>      u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</a:t>
            </a:r>
            <a:r>
              <a:rPr lang="en-US" altLang="en-US" sz="1800" i="1"/>
              <a:t>NULL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697C48D8-EEEF-9E4C-A058-C2AA6CD2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36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CA415-0DFF-0749-B89E-16C47E47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ED858-679A-5048-95D6-E4AE762A0F98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636A07-0315-F244-9663-DD410DD21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668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7CA60FD-33F0-AE4F-8A7B-829FDB266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8538"/>
            <a:ext cx="32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7C24FC-7EA6-5840-AEEF-51011EA1A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79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F8C682E-9E94-1D49-8A98-B17B39218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96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555FC6-EAE5-FB4D-ABED-A7D4ED8D0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668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E6A116-46ED-9D47-AEE5-EBD1A6553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79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97C31D7D-B0F5-5543-8916-2A74DC579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965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91D77CD7-1F41-FF4F-8A11-AEAB6DE87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9650"/>
            <a:ext cx="303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5E1623-97C9-134E-835E-F9160271D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91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3D8884A2-BE91-9545-B688-7379879CB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607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1B844E-DE3E-604B-BC2A-7E7A25942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702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AAEC4015-115B-6F4C-A329-2B27964BD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718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1F8688-D8F0-B941-AFE3-479D97E2B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91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7C6786-3ECF-504C-8B2D-81AC094B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702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FEB28F73-4971-1C4F-B123-DF1A9FCB7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718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2B43E539-CFFE-A94C-B0D5-CD153BA79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718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4F669771-EF2E-9042-8668-E9FF8F88CC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6969D010-D9C6-0E46-8440-5A234943F8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C58D6784-259D-F645-AE78-7AF1EA7D78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DA097AE5-4FA6-6947-98A4-C711E2BCA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C846C4B1-0F1B-874E-A4F3-7AB0C69A34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C200BC2A-3DE2-8F46-A619-A14DCE3F8E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861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38A40A03-D9FF-6B4F-99BA-9DA8384CA2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B3FE23B8-58BA-7544-85EF-853B516F13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718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4C4E7792-73D9-1245-BF28-54A4EC207A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764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B9BE6BD5-313B-9249-B24D-94785959C9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574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CC378BFD-4712-3E4A-8233-ABD24CC48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1" name="Group 44">
            <a:extLst>
              <a:ext uri="{FF2B5EF4-FFF2-40B4-BE49-F238E27FC236}">
                <a16:creationId xmlns:a16="http://schemas.microsoft.com/office/drawing/2014/main" id="{3431B43B-E3EE-DD4A-898D-38D4298A1FC6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Rectangle 45">
            <a:extLst>
              <a:ext uri="{FF2B5EF4-FFF2-40B4-BE49-F238E27FC236}">
                <a16:creationId xmlns:a16="http://schemas.microsoft.com/office/drawing/2014/main" id="{6B98B663-0A4C-A04A-818B-F2A628EBD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4708525"/>
            <a:ext cx="29718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s</a:t>
            </a:r>
            <a:r>
              <a:rPr lang="en-US" altLang="en-US" sz="1800"/>
              <a:t>.</a:t>
            </a:r>
            <a:r>
              <a:rPr lang="en-US" altLang="en-US" sz="1800" i="1"/>
              <a:t>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 i="1"/>
              <a:t>s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0</a:t>
            </a:r>
          </a:p>
          <a:p>
            <a:pPr algn="l" eaLnBrk="1" hangingPunct="1"/>
            <a:r>
              <a:rPr lang="en-US" altLang="en-US" sz="1800" i="1"/>
              <a:t>s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</a:t>
            </a:r>
            <a:r>
              <a:rPr lang="en-US" altLang="en-US" sz="1800" i="1"/>
              <a:t>NULL</a:t>
            </a:r>
          </a:p>
          <a:p>
            <a:pPr algn="l" eaLnBrk="1" hangingPunct="1"/>
            <a:r>
              <a:rPr lang="en-US" altLang="en-US" sz="1800"/>
              <a:t>create a an empty queue </a:t>
            </a:r>
            <a:r>
              <a:rPr lang="en-US" altLang="en-US" sz="1800" i="1"/>
              <a:t>Q</a:t>
            </a:r>
            <a:r>
              <a:rPr lang="en-US" altLang="en-US" sz="1800"/>
              <a:t> </a:t>
            </a:r>
          </a:p>
          <a:p>
            <a:pPr algn="l" eaLnBrk="1" hangingPunct="1"/>
            <a:r>
              <a:rPr lang="en-US" altLang="en-US" sz="1800"/>
              <a:t>enqueue </a:t>
            </a:r>
            <a:r>
              <a:rPr lang="en-US" altLang="en-US" sz="1800" i="1"/>
              <a:t>(Q , s)</a:t>
            </a:r>
          </a:p>
        </p:txBody>
      </p:sp>
      <p:sp>
        <p:nvSpPr>
          <p:cNvPr id="33" name="Rectangle 46">
            <a:extLst>
              <a:ext uri="{FF2B5EF4-FFF2-40B4-BE49-F238E27FC236}">
                <a16:creationId xmlns:a16="http://schemas.microsoft.com/office/drawing/2014/main" id="{F3962E1A-128D-384C-80CD-F0E4AFA25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191000"/>
            <a:ext cx="40386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 dirty="0"/>
              <a:t>while</a:t>
            </a:r>
            <a:r>
              <a:rPr lang="en-US" altLang="en-US" sz="1800" dirty="0"/>
              <a:t> </a:t>
            </a:r>
            <a:r>
              <a:rPr lang="en-US" altLang="en-US" sz="1800" i="1" dirty="0"/>
              <a:t>Q</a:t>
            </a:r>
            <a:r>
              <a:rPr lang="en-US" altLang="en-US" sz="1800" dirty="0"/>
              <a:t> is not empty </a:t>
            </a:r>
            <a:r>
              <a:rPr lang="en-US" altLang="en-US" sz="1800" b="1" dirty="0"/>
              <a:t>do</a:t>
            </a:r>
          </a:p>
          <a:p>
            <a:pPr algn="l" eaLnBrk="1" hangingPunct="1"/>
            <a:r>
              <a:rPr lang="en-US" altLang="en-US" sz="1800" i="1" dirty="0"/>
              <a:t>       u</a:t>
            </a:r>
            <a:r>
              <a:rPr lang="en-US" altLang="en-US" sz="1800" dirty="0"/>
              <a:t> = dequeue(</a:t>
            </a:r>
            <a:r>
              <a:rPr lang="en-US" altLang="en-US" sz="1800" i="1" dirty="0"/>
              <a:t>Q</a:t>
            </a:r>
            <a:r>
              <a:rPr lang="en-US" altLang="en-US" sz="1800" dirty="0"/>
              <a:t>) </a:t>
            </a:r>
          </a:p>
          <a:p>
            <a:pPr algn="l" eaLnBrk="1" hangingPunct="1"/>
            <a:r>
              <a:rPr lang="en-US" altLang="en-US" sz="1800" b="1" dirty="0"/>
              <a:t>      for </a:t>
            </a:r>
            <a:r>
              <a:rPr lang="en-US" altLang="en-US" sz="1800" dirty="0"/>
              <a:t>each</a:t>
            </a:r>
            <a:r>
              <a:rPr lang="en-US" altLang="en-US" sz="1800" b="1" dirty="0"/>
              <a:t> </a:t>
            </a:r>
            <a:r>
              <a:rPr lang="en-US" altLang="en-US" sz="1800" i="1" dirty="0"/>
              <a:t>v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969696"/>
                </a:solidFill>
              </a:rPr>
              <a:t>adjacent</a:t>
            </a:r>
            <a:r>
              <a:rPr lang="en-US" altLang="en-US" sz="1800" dirty="0"/>
              <a:t> to </a:t>
            </a:r>
            <a:r>
              <a:rPr lang="en-US" altLang="en-US" sz="1800" i="1" dirty="0"/>
              <a:t>u</a:t>
            </a:r>
            <a:r>
              <a:rPr lang="en-US" altLang="en-US" sz="1800" dirty="0"/>
              <a:t> </a:t>
            </a:r>
            <a:r>
              <a:rPr lang="en-US" altLang="en-US" sz="1800" b="1" dirty="0"/>
              <a:t>do</a:t>
            </a:r>
            <a:r>
              <a:rPr lang="en-US" altLang="en-US" sz="1800" dirty="0"/>
              <a:t> </a:t>
            </a:r>
          </a:p>
          <a:p>
            <a:pPr algn="l" eaLnBrk="1" hangingPunct="1"/>
            <a:r>
              <a:rPr lang="en-US" altLang="en-US" sz="1800" b="1" dirty="0"/>
              <a:t>            if</a:t>
            </a:r>
            <a:r>
              <a:rPr lang="en-US" altLang="en-US" sz="1800" dirty="0"/>
              <a:t> </a:t>
            </a:r>
            <a:r>
              <a:rPr lang="en-US" altLang="en-US" sz="1800" i="1" dirty="0" err="1"/>
              <a:t>v.status</a:t>
            </a:r>
            <a:r>
              <a:rPr lang="en-US" altLang="en-US" sz="1800" dirty="0"/>
              <a:t> = </a:t>
            </a:r>
            <a:r>
              <a:rPr lang="en-US" altLang="en-US" sz="18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18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/>
            <a:r>
              <a:rPr lang="en-US" altLang="en-US" sz="1800" dirty="0"/>
              <a:t>	 </a:t>
            </a:r>
            <a:r>
              <a:rPr lang="en-US" altLang="en-US" sz="1800" i="1" dirty="0" err="1"/>
              <a:t>v.status</a:t>
            </a:r>
            <a:r>
              <a:rPr lang="en-US" altLang="en-US" sz="1800" dirty="0"/>
              <a:t> = </a:t>
            </a:r>
            <a:r>
              <a:rPr lang="en-US" altLang="en-US" sz="1800" b="1" dirty="0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 dirty="0"/>
              <a:t>	 </a:t>
            </a:r>
            <a:r>
              <a:rPr lang="en-US" altLang="en-US" sz="1800" i="1" dirty="0" err="1"/>
              <a:t>v</a:t>
            </a:r>
            <a:r>
              <a:rPr lang="en-US" altLang="en-US" sz="1800" dirty="0" err="1"/>
              <a:t>.</a:t>
            </a:r>
            <a:r>
              <a:rPr lang="en-US" altLang="en-US" sz="1800" i="1" dirty="0" err="1"/>
              <a:t>d</a:t>
            </a:r>
            <a:r>
              <a:rPr lang="en-US" altLang="en-US" sz="1800" dirty="0"/>
              <a:t> = </a:t>
            </a:r>
            <a:r>
              <a:rPr lang="en-US" altLang="en-US" sz="1800" dirty="0" err="1"/>
              <a:t>u.</a:t>
            </a:r>
            <a:r>
              <a:rPr lang="en-US" altLang="en-US" sz="1800" i="1" dirty="0" err="1"/>
              <a:t>d</a:t>
            </a:r>
            <a:r>
              <a:rPr lang="en-US" altLang="en-US" sz="1800" dirty="0"/>
              <a:t> + 1;</a:t>
            </a:r>
          </a:p>
          <a:p>
            <a:pPr algn="l" eaLnBrk="1" hangingPunct="1"/>
            <a:r>
              <a:rPr lang="en-US" altLang="en-US" sz="1800" dirty="0"/>
              <a:t>	 </a:t>
            </a:r>
            <a:r>
              <a:rPr lang="en-US" altLang="en-US" sz="1800" i="1" dirty="0" err="1"/>
              <a:t>v</a:t>
            </a:r>
            <a:r>
              <a:rPr lang="en-US" altLang="en-US" sz="1800" dirty="0" err="1"/>
              <a:t>.</a:t>
            </a:r>
            <a:r>
              <a:rPr lang="en-US" altLang="en-US" sz="1800" i="1" dirty="0" err="1"/>
              <a:t>pi</a:t>
            </a:r>
            <a:r>
              <a:rPr lang="en-US" altLang="en-US" sz="1800" dirty="0"/>
              <a:t> = u;</a:t>
            </a:r>
          </a:p>
          <a:p>
            <a:pPr algn="l" eaLnBrk="1" hangingPunct="1"/>
            <a:r>
              <a:rPr lang="en-US" altLang="en-US" sz="1800" dirty="0"/>
              <a:t>	 enqueue (</a:t>
            </a:r>
            <a:r>
              <a:rPr lang="en-US" altLang="en-US" sz="1800" i="1" dirty="0" err="1"/>
              <a:t>Q,v</a:t>
            </a:r>
            <a:r>
              <a:rPr lang="en-US" altLang="en-US" sz="18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 dirty="0" err="1"/>
              <a:t>u.status</a:t>
            </a:r>
            <a:r>
              <a:rPr lang="en-US" altLang="en-US" sz="1800" dirty="0"/>
              <a:t> = </a:t>
            </a:r>
            <a:r>
              <a:rPr lang="en-US" altLang="en-US" sz="1800" b="1" dirty="0"/>
              <a:t>processed/ black</a:t>
            </a:r>
            <a:endParaRPr lang="en-US" altLang="en-US" sz="1800" dirty="0"/>
          </a:p>
        </p:txBody>
      </p:sp>
      <p:sp>
        <p:nvSpPr>
          <p:cNvPr id="34" name="Rectangle 47">
            <a:extLst>
              <a:ext uri="{FF2B5EF4-FFF2-40B4-BE49-F238E27FC236}">
                <a16:creationId xmlns:a16="http://schemas.microsoft.com/office/drawing/2014/main" id="{B7965223-8D65-594C-80AA-BBBBBAF8D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57713"/>
            <a:ext cx="2133600" cy="2286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Text Box 48">
            <a:extLst>
              <a:ext uri="{FF2B5EF4-FFF2-40B4-BE49-F238E27FC236}">
                <a16:creationId xmlns:a16="http://schemas.microsoft.com/office/drawing/2014/main" id="{518639AA-2334-8743-AFFC-5D81AE989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1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0A0CDEFF-1603-0843-A2CB-F1169AFE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0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36207-638A-484B-872B-2E57B2F3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895DD61C-FD68-5A4B-8AD4-E6504F1B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09800"/>
            <a:ext cx="228600" cy="914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A97AB6C2-B682-5E4A-8823-9C3E64B40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62113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6070F0-B5A1-7C45-883A-065125AFEDE4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028E3F24-A184-A640-BC4C-D948F67BF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668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5E9CEB34-8A48-A24A-A4F6-4D0EF981B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8538"/>
            <a:ext cx="32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AC4E46CC-7A1C-D741-A958-2CA69FA3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79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8FB4231-CB3C-1545-83F7-26F442FE9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96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3E7949CD-D457-5F4E-844C-03556D804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668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24D20EBC-3F8A-0E4D-AD40-26A8CC1A2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100965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E9D681B-A69A-C643-AB95-545D0FD11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9650"/>
            <a:ext cx="303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D4B46218-B517-5D49-BA32-D3C429173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91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3295769F-2A15-B14D-839D-65A40B61C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607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489933D-923E-414E-9425-7AB3F88A3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702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EB0B0593-1004-A242-89AD-D81715D2C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718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1D391DBC-1CA6-4743-8C97-A5FF503DE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91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197D1EF7-8C91-E346-B281-2421F8038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702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AD3E4E6-E6C3-9C49-98A8-D29ADB866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718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644F8E33-7905-934D-96DE-D24A6967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718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61C8628C-4B13-E045-9B02-85FE016E4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22A83B9D-DA17-414E-A694-3633F4768E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27BC926A-7F5A-1B4E-B716-143166CFBF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9AFF49DA-C65A-A946-AEE5-A5AA10E93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4383A2A8-CA0F-6F41-8148-BBF469F6BB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866C34A0-3002-6144-95A6-AC399693CF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861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1DF2F45B-9CAF-1346-9814-EED0B35D79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D3B07BEE-96E1-A34C-85EA-29069DD45B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718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77FC8C06-19EC-644F-AB6C-8144E5711B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764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CC8E84E6-3287-9243-BAFD-AAF1DA49A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574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207DD91D-FC9A-2042-BD79-57D2EEB27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2" name="Group 44">
            <a:extLst>
              <a:ext uri="{FF2B5EF4-FFF2-40B4-BE49-F238E27FC236}">
                <a16:creationId xmlns:a16="http://schemas.microsoft.com/office/drawing/2014/main" id="{1EAF13AC-BF74-BA4D-A651-E9234DF23234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Text Box 45">
            <a:extLst>
              <a:ext uri="{FF2B5EF4-FFF2-40B4-BE49-F238E27FC236}">
                <a16:creationId xmlns:a16="http://schemas.microsoft.com/office/drawing/2014/main" id="{5336CC80-0E72-084E-8F2D-D2F920CE9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1</a:t>
            </a:r>
          </a:p>
        </p:txBody>
      </p:sp>
      <p:sp>
        <p:nvSpPr>
          <p:cNvPr id="34" name="Text Box 46">
            <a:extLst>
              <a:ext uri="{FF2B5EF4-FFF2-40B4-BE49-F238E27FC236}">
                <a16:creationId xmlns:a16="http://schemas.microsoft.com/office/drawing/2014/main" id="{06925C63-9E86-2D41-B6E8-A27DF43D2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1</a:t>
            </a: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344567B3-9023-B547-8EAE-41D82E22F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886200"/>
            <a:ext cx="3124200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s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w.status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w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0 + 1;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w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s;</a:t>
            </a:r>
          </a:p>
          <a:p>
            <a:pPr algn="l" eaLnBrk="1" hangingPunct="1"/>
            <a:r>
              <a:rPr lang="en-US" altLang="en-US" sz="1800"/>
              <a:t>       enqueue (</a:t>
            </a:r>
            <a:r>
              <a:rPr lang="en-US" altLang="en-US" sz="1800" i="1"/>
              <a:t>Q,w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800" i="1"/>
              <a:t>       </a:t>
            </a:r>
          </a:p>
          <a:p>
            <a:pPr algn="l" eaLnBrk="1" hangingPunct="1"/>
            <a:r>
              <a:rPr lang="en-US" altLang="en-US" sz="1800" i="1"/>
              <a:t>        r.status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 i="1"/>
              <a:t>        r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0 + 1;</a:t>
            </a:r>
          </a:p>
          <a:p>
            <a:pPr algn="l" eaLnBrk="1" hangingPunct="1"/>
            <a:r>
              <a:rPr lang="en-US" altLang="en-US" sz="1800"/>
              <a:t>        r.</a:t>
            </a:r>
            <a:r>
              <a:rPr lang="en-US" altLang="en-US" sz="1800" i="1"/>
              <a:t>pi</a:t>
            </a:r>
            <a:r>
              <a:rPr lang="en-US" altLang="en-US" sz="1800"/>
              <a:t> = s;</a:t>
            </a:r>
          </a:p>
          <a:p>
            <a:pPr algn="l" eaLnBrk="1" hangingPunct="1"/>
            <a:r>
              <a:rPr lang="en-US" altLang="en-US" sz="1800"/>
              <a:t>        enqueue (</a:t>
            </a:r>
            <a:r>
              <a:rPr lang="en-US" altLang="en-US" sz="1800" i="1"/>
              <a:t>Q,r</a:t>
            </a:r>
            <a:r>
              <a:rPr lang="en-US" altLang="en-US" sz="1800"/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s.status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36" name="Oval 51">
            <a:extLst>
              <a:ext uri="{FF2B5EF4-FFF2-40B4-BE49-F238E27FC236}">
                <a16:creationId xmlns:a16="http://schemas.microsoft.com/office/drawing/2014/main" id="{CF08E6A2-817E-0C4B-BF1F-B3C004192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7" name="Oval 52">
            <a:extLst>
              <a:ext uri="{FF2B5EF4-FFF2-40B4-BE49-F238E27FC236}">
                <a16:creationId xmlns:a16="http://schemas.microsoft.com/office/drawing/2014/main" id="{6C012BED-0A28-274E-9E81-51758D85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5" y="144780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8" name="Oval 53">
            <a:extLst>
              <a:ext uri="{FF2B5EF4-FFF2-40B4-BE49-F238E27FC236}">
                <a16:creationId xmlns:a16="http://schemas.microsoft.com/office/drawing/2014/main" id="{0DEF91AD-9B4A-2E45-A2B5-B70FD6C32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14716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39" name="Line 54">
            <a:extLst>
              <a:ext uri="{FF2B5EF4-FFF2-40B4-BE49-F238E27FC236}">
                <a16:creationId xmlns:a16="http://schemas.microsoft.com/office/drawing/2014/main" id="{F194E32A-17FA-5348-9B87-073919D157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5181600"/>
            <a:ext cx="2895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55">
            <a:extLst>
              <a:ext uri="{FF2B5EF4-FFF2-40B4-BE49-F238E27FC236}">
                <a16:creationId xmlns:a16="http://schemas.microsoft.com/office/drawing/2014/main" id="{9CCA5D64-20C7-AE4C-8D1C-8457B9FE68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5638800"/>
            <a:ext cx="2057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46">
            <a:extLst>
              <a:ext uri="{FF2B5EF4-FFF2-40B4-BE49-F238E27FC236}">
                <a16:creationId xmlns:a16="http://schemas.microsoft.com/office/drawing/2014/main" id="{B686E07E-C94C-DE49-817D-E8FFCB91F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28600"/>
            <a:ext cx="4038600" cy="2592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/>
              <a:t>while</a:t>
            </a:r>
            <a:r>
              <a:rPr lang="en-US" altLang="en-US" sz="1800"/>
              <a:t> </a:t>
            </a:r>
            <a:r>
              <a:rPr lang="en-US" altLang="en-US" sz="1800" i="1"/>
              <a:t>Q</a:t>
            </a:r>
            <a:r>
              <a:rPr lang="en-US" altLang="en-US" sz="1800"/>
              <a:t> is not empty </a:t>
            </a:r>
            <a:r>
              <a:rPr lang="en-US" altLang="en-US" sz="1800" b="1"/>
              <a:t>do</a:t>
            </a:r>
          </a:p>
          <a:p>
            <a:pPr algn="l" eaLnBrk="1" hangingPunct="1"/>
            <a:r>
              <a:rPr lang="en-US" altLang="en-US" sz="1800" i="1"/>
              <a:t>       u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 b="1"/>
              <a:t>      for </a:t>
            </a:r>
            <a:r>
              <a:rPr lang="en-US" altLang="en-US" sz="1800"/>
              <a:t>each</a:t>
            </a:r>
            <a:r>
              <a:rPr lang="en-US" altLang="en-US" sz="1800" b="1"/>
              <a:t> </a:t>
            </a:r>
            <a:r>
              <a:rPr lang="en-US" altLang="en-US" sz="1800" i="1"/>
              <a:t>v</a:t>
            </a:r>
            <a:r>
              <a:rPr lang="en-US" altLang="en-US" sz="1800"/>
              <a:t> </a:t>
            </a:r>
            <a:r>
              <a:rPr lang="en-US" altLang="en-US" sz="1800">
                <a:solidFill>
                  <a:srgbClr val="969696"/>
                </a:solidFill>
              </a:rPr>
              <a:t>adjacent</a:t>
            </a:r>
            <a:r>
              <a:rPr lang="en-US" altLang="en-US" sz="1800"/>
              <a:t> to </a:t>
            </a:r>
            <a:r>
              <a:rPr lang="en-US" altLang="en-US" sz="1800" i="1"/>
              <a:t>u</a:t>
            </a:r>
            <a:r>
              <a:rPr lang="en-US" altLang="en-US" sz="1800"/>
              <a:t> </a:t>
            </a:r>
            <a:r>
              <a:rPr lang="en-US" altLang="en-US" sz="1800" b="1"/>
              <a:t>do</a:t>
            </a:r>
            <a:r>
              <a:rPr lang="en-US" altLang="en-US" sz="1800"/>
              <a:t> </a:t>
            </a:r>
          </a:p>
          <a:p>
            <a:pPr algn="l" eaLnBrk="1" hangingPunct="1"/>
            <a:r>
              <a:rPr lang="en-US" altLang="en-US" sz="1800" b="1"/>
              <a:t>            if</a:t>
            </a:r>
            <a:r>
              <a:rPr lang="en-US" altLang="en-US" sz="1800"/>
              <a:t> </a:t>
            </a:r>
            <a:r>
              <a:rPr lang="en-US" altLang="en-US" sz="1800" i="1"/>
              <a:t>v.status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D3D88"/>
                </a:solidFill>
              </a:rPr>
              <a:t>notVisited/white</a:t>
            </a:r>
          </a:p>
          <a:p>
            <a:pPr algn="l" eaLnBrk="1" hangingPunct="1"/>
            <a:r>
              <a:rPr lang="en-US" altLang="en-US" sz="1800"/>
              <a:t>	 </a:t>
            </a:r>
            <a:r>
              <a:rPr lang="en-US" altLang="en-US" sz="1800" i="1"/>
              <a:t>v.status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	 </a:t>
            </a:r>
            <a:r>
              <a:rPr lang="en-US" altLang="en-US" sz="1800" i="1"/>
              <a:t>v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u.</a:t>
            </a:r>
            <a:r>
              <a:rPr lang="en-US" altLang="en-US" sz="1800" i="1"/>
              <a:t>d</a:t>
            </a:r>
            <a:r>
              <a:rPr lang="en-US" altLang="en-US" sz="1800"/>
              <a:t> + 1;</a:t>
            </a:r>
          </a:p>
          <a:p>
            <a:pPr algn="l" eaLnBrk="1" hangingPunct="1"/>
            <a:r>
              <a:rPr lang="en-US" altLang="en-US" sz="1800"/>
              <a:t>	 </a:t>
            </a:r>
            <a:r>
              <a:rPr lang="en-US" altLang="en-US" sz="1800" i="1"/>
              <a:t>v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u;</a:t>
            </a:r>
          </a:p>
          <a:p>
            <a:pPr algn="l" eaLnBrk="1" hangingPunct="1"/>
            <a:r>
              <a:rPr lang="en-US" altLang="en-US" sz="1800"/>
              <a:t>	 enqueue (</a:t>
            </a:r>
            <a:r>
              <a:rPr lang="en-US" altLang="en-US" sz="1800" i="1"/>
              <a:t>Q,v</a:t>
            </a:r>
            <a:r>
              <a:rPr lang="en-US" altLang="en-US" sz="180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u.status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3" name="Oval 8">
            <a:extLst>
              <a:ext uri="{FF2B5EF4-FFF2-40B4-BE49-F238E27FC236}">
                <a16:creationId xmlns:a16="http://schemas.microsoft.com/office/drawing/2014/main" id="{16AAB6FE-5829-4F4F-AE21-93E4E0B38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79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44" name="Rectangle 47">
            <a:extLst>
              <a:ext uri="{FF2B5EF4-FFF2-40B4-BE49-F238E27FC236}">
                <a16:creationId xmlns:a16="http://schemas.microsoft.com/office/drawing/2014/main" id="{01C2D79F-FCE7-574D-9641-993D7CF7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565150"/>
            <a:ext cx="2133600" cy="2286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1D7DC7C6-CDB9-ED40-AF09-61EFDCBFC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838200"/>
            <a:ext cx="3505200" cy="167640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738E56A5-1C80-374C-93C3-E73D1F98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81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5" grpId="0" animBg="1"/>
      <p:bldP spid="33" grpId="0"/>
      <p:bldP spid="34" grpId="0"/>
      <p:bldP spid="36" grpId="0" animBg="1"/>
      <p:bldP spid="37" grpId="0" animBg="1"/>
      <p:bldP spid="38" grpId="0" animBg="1"/>
      <p:bldP spid="44" grpId="0" animBg="1"/>
      <p:bldP spid="45" grpId="0" animBg="1"/>
      <p:bldP spid="4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AB597-CD4A-894F-B66A-69653CA5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58">
            <a:extLst>
              <a:ext uri="{FF2B5EF4-FFF2-40B4-BE49-F238E27FC236}">
                <a16:creationId xmlns:a16="http://schemas.microsoft.com/office/drawing/2014/main" id="{D05A5E81-EC80-0F46-8582-77615CA9A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81363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57">
            <a:extLst>
              <a:ext uri="{FF2B5EF4-FFF2-40B4-BE49-F238E27FC236}">
                <a16:creationId xmlns:a16="http://schemas.microsoft.com/office/drawing/2014/main" id="{5BFB5385-30EE-A24C-AE87-BFFDCCB4DB4E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1135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03650CF6-0A4E-8C4B-B6A8-EEFEEDF8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526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0">
            <a:extLst>
              <a:ext uri="{FF2B5EF4-FFF2-40B4-BE49-F238E27FC236}">
                <a16:creationId xmlns:a16="http://schemas.microsoft.com/office/drawing/2014/main" id="{709F1CA7-AA89-0C4A-A214-D65CC8D89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62113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998BF98-6FB7-D441-8ECD-99FFB4EFAA57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4AAF1AF2-36D3-6548-9D3A-BBB19715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668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F7E4E969-3C74-374C-A83D-7981A5D25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00965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082E74D0-5CDE-8848-8B05-C8B2F1DA8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79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20F3AD91-E9B8-A948-9AFD-82EC544E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207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67D6B990-82A2-BB44-AC12-0D484C429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668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B27CC2A3-AA13-504D-A33A-586116C5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79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0038D7A7-49B1-D844-B106-34ABDA29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2076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C56CBC61-EB7A-9742-A799-7943AD291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2076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A516861A-E72F-8348-8A5C-C3C305904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91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CCBAC817-3210-E242-B95C-9BAED71C0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607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428957BD-89E8-9A45-AD37-708A436C8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702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AEA80C9E-8B51-9249-916B-FD03D646C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718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0" name="Oval 15">
            <a:extLst>
              <a:ext uri="{FF2B5EF4-FFF2-40B4-BE49-F238E27FC236}">
                <a16:creationId xmlns:a16="http://schemas.microsoft.com/office/drawing/2014/main" id="{BD803656-4FEE-E34A-BD52-315A496C4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91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21" name="Oval 16">
            <a:extLst>
              <a:ext uri="{FF2B5EF4-FFF2-40B4-BE49-F238E27FC236}">
                <a16:creationId xmlns:a16="http://schemas.microsoft.com/office/drawing/2014/main" id="{A31CE979-6E3F-374B-A17C-6F3B8A0A1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702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F30CD87B-2093-3548-AF34-76C81FD9F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718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3BA455FB-E399-FA47-9E68-FC94300B2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718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F6B75660-FC9E-E74D-8849-E1F0BEA1E0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11DEDD05-D805-574A-BA86-6E440C026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167D0B30-D214-4340-AE60-A868C67D64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2419865F-49FA-AE40-B5C2-3DEBCFD5EF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526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3C1C6756-77D0-EC49-A58D-042F5EDB8D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0D296713-C8E1-1F4F-8E20-21349F0921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861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5">
            <a:extLst>
              <a:ext uri="{FF2B5EF4-FFF2-40B4-BE49-F238E27FC236}">
                <a16:creationId xmlns:a16="http://schemas.microsoft.com/office/drawing/2014/main" id="{67D81DB7-D3AF-384C-97FF-1672955F2A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716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6">
            <a:extLst>
              <a:ext uri="{FF2B5EF4-FFF2-40B4-BE49-F238E27FC236}">
                <a16:creationId xmlns:a16="http://schemas.microsoft.com/office/drawing/2014/main" id="{F6EAE3ED-657C-094A-B011-D48698394E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718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id="{1891A84A-EBCB-E243-BAD4-3AFEADA12E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764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8">
            <a:extLst>
              <a:ext uri="{FF2B5EF4-FFF2-40B4-BE49-F238E27FC236}">
                <a16:creationId xmlns:a16="http://schemas.microsoft.com/office/drawing/2014/main" id="{9419EC95-6A6B-504E-A0BF-99A1E755E3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574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29">
            <a:extLst>
              <a:ext uri="{FF2B5EF4-FFF2-40B4-BE49-F238E27FC236}">
                <a16:creationId xmlns:a16="http://schemas.microsoft.com/office/drawing/2014/main" id="{5FA2942D-A655-4F4B-A299-B9EBB4FCD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5" name="Group 48">
            <a:extLst>
              <a:ext uri="{FF2B5EF4-FFF2-40B4-BE49-F238E27FC236}">
                <a16:creationId xmlns:a16="http://schemas.microsoft.com/office/drawing/2014/main" id="{1F993273-6BE8-514B-BF91-EAF485A5E7FE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Text Box 42">
            <a:extLst>
              <a:ext uri="{FF2B5EF4-FFF2-40B4-BE49-F238E27FC236}">
                <a16:creationId xmlns:a16="http://schemas.microsoft.com/office/drawing/2014/main" id="{144CFA88-07CD-C749-8643-8AB09EC9A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1</a:t>
            </a:r>
          </a:p>
        </p:txBody>
      </p:sp>
      <p:sp>
        <p:nvSpPr>
          <p:cNvPr id="37" name="Text Box 43">
            <a:extLst>
              <a:ext uri="{FF2B5EF4-FFF2-40B4-BE49-F238E27FC236}">
                <a16:creationId xmlns:a16="http://schemas.microsoft.com/office/drawing/2014/main" id="{974A1101-34CF-8949-8086-1A2223321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38" name="Text Box 59">
            <a:extLst>
              <a:ext uri="{FF2B5EF4-FFF2-40B4-BE49-F238E27FC236}">
                <a16:creationId xmlns:a16="http://schemas.microsoft.com/office/drawing/2014/main" id="{57FD5FCE-4EDE-0049-BB39-AB1C4895E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57467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39" name="Rectangle 60">
            <a:extLst>
              <a:ext uri="{FF2B5EF4-FFF2-40B4-BE49-F238E27FC236}">
                <a16:creationId xmlns:a16="http://schemas.microsoft.com/office/drawing/2014/main" id="{B1B97274-648C-5948-BF11-869A8C0D8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886200"/>
            <a:ext cx="3200400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w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t.status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t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1 + 1 = 2;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t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w;</a:t>
            </a:r>
          </a:p>
          <a:p>
            <a:pPr algn="l" eaLnBrk="1" hangingPunct="1"/>
            <a:r>
              <a:rPr lang="en-US" altLang="en-US" sz="1800"/>
              <a:t>       enqueue (</a:t>
            </a:r>
            <a:r>
              <a:rPr lang="en-US" altLang="en-US" sz="1800" i="1"/>
              <a:t>Q, t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800" i="1"/>
              <a:t>       </a:t>
            </a:r>
          </a:p>
          <a:p>
            <a:pPr algn="l" eaLnBrk="1" hangingPunct="1"/>
            <a:r>
              <a:rPr lang="en-US" altLang="en-US" sz="1800" i="1"/>
              <a:t>        x.status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 i="1"/>
              <a:t>        x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1 + 1 = 2;</a:t>
            </a:r>
          </a:p>
          <a:p>
            <a:pPr algn="l" eaLnBrk="1" hangingPunct="1"/>
            <a:r>
              <a:rPr lang="en-US" altLang="en-US" sz="1800"/>
              <a:t>        x.</a:t>
            </a:r>
            <a:r>
              <a:rPr lang="en-US" altLang="en-US" sz="1800" i="1"/>
              <a:t>pi</a:t>
            </a:r>
            <a:r>
              <a:rPr lang="en-US" altLang="en-US" sz="1800"/>
              <a:t> = w;</a:t>
            </a:r>
          </a:p>
          <a:p>
            <a:pPr algn="l" eaLnBrk="1" hangingPunct="1"/>
            <a:r>
              <a:rPr lang="en-US" altLang="en-US" sz="1800"/>
              <a:t>        enqueue (</a:t>
            </a:r>
            <a:r>
              <a:rPr lang="en-US" altLang="en-US" sz="1800" i="1"/>
              <a:t>Q,x</a:t>
            </a:r>
            <a:r>
              <a:rPr lang="en-US" altLang="en-US" sz="1800"/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w.status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0" name="Line 61">
            <a:extLst>
              <a:ext uri="{FF2B5EF4-FFF2-40B4-BE49-F238E27FC236}">
                <a16:creationId xmlns:a16="http://schemas.microsoft.com/office/drawing/2014/main" id="{C45B55D8-F790-1042-A3DE-197761C4C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5181600"/>
            <a:ext cx="2057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62">
            <a:extLst>
              <a:ext uri="{FF2B5EF4-FFF2-40B4-BE49-F238E27FC236}">
                <a16:creationId xmlns:a16="http://schemas.microsoft.com/office/drawing/2014/main" id="{A08ABABD-ADF2-134A-AC86-936759B591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56388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8AF13461-8D93-4543-B256-A3998139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69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AE21F-1277-CE48-8792-AB4B4A7C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53">
            <a:extLst>
              <a:ext uri="{FF2B5EF4-FFF2-40B4-BE49-F238E27FC236}">
                <a16:creationId xmlns:a16="http://schemas.microsoft.com/office/drawing/2014/main" id="{8831AF3A-3F63-364F-9B84-498685A3F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E48667-21BE-B64D-AB56-3B0195923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83D3AD0-19CD-594A-9659-E0D990228E0A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D588D5D-197B-A84C-98C2-32C625ADC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B190C5-7F14-FE4F-906F-CEF3D8495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877ED8A-1639-F646-ADFA-50931B790F9F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6013486D-5EF0-E94D-B21A-4B3B3153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01288099-656F-6A4C-8DF2-645DC5D7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77EB8FB-3C12-9242-8995-FB11CED62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E7BAF8D6-E9EB-6E48-A9CB-8D4265AA5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78936DE1-8618-5F40-A31A-63BC07F62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00B6EB15-9BC7-434D-96F3-DD3B62078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FA02C399-B1BB-0F49-B554-4731BBE48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347F067A-795E-DE4F-A04C-C869A3897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5C6D1FF7-893F-214A-B6B2-7365880E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4C0FF436-A424-2D4C-9884-650C66166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F3AAC96A-F5FE-C54B-A0B7-6F37477DE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2A19CB5E-2C2C-1A43-84DD-B4643BFAC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54644DB1-2BBF-934B-8D56-9ED0B77D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181E9D80-2DA0-CA4A-B227-0CAC9C7B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C02C9F85-032B-FB4A-BC2E-7FA76D04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79FC645B-4ACA-4841-A345-069A52E0F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D2BB33D7-5D59-D64A-8DDF-083415D9F4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98BE02BE-E4FF-1548-93FD-25650FEA30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E8DB296-2623-0544-AD09-1179DEFB21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E9C251BF-7BA6-1949-A70B-F411EC9855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3D82F01-18FD-C94E-811A-FE7214A33D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CE1157F2-AF13-C548-8965-C19926C4CE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6CADCC5B-9D9C-C642-8921-2750830007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58ADA051-47F9-3748-B460-DAC1CF780F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EE510EA9-3D70-E240-B90D-74A3B751BF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9B71425A-88F7-F548-A235-E74A6EB648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4BD251B1-B371-8440-A1E4-977F4975C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6" name="Group 34">
            <a:extLst>
              <a:ext uri="{FF2B5EF4-FFF2-40B4-BE49-F238E27FC236}">
                <a16:creationId xmlns:a16="http://schemas.microsoft.com/office/drawing/2014/main" id="{822CFD54-0F07-DD42-A4FC-BE1F1B98DCF3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 Box 44">
            <a:extLst>
              <a:ext uri="{FF2B5EF4-FFF2-40B4-BE49-F238E27FC236}">
                <a16:creationId xmlns:a16="http://schemas.microsoft.com/office/drawing/2014/main" id="{99B38E98-6F0B-5649-8BEB-5A88DE524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38" name="Text Box 45">
            <a:extLst>
              <a:ext uri="{FF2B5EF4-FFF2-40B4-BE49-F238E27FC236}">
                <a16:creationId xmlns:a16="http://schemas.microsoft.com/office/drawing/2014/main" id="{E2AACA8B-84DE-9E4C-80C8-DA92F9F0B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39" name="Text Box 46">
            <a:extLst>
              <a:ext uri="{FF2B5EF4-FFF2-40B4-BE49-F238E27FC236}">
                <a16:creationId xmlns:a16="http://schemas.microsoft.com/office/drawing/2014/main" id="{AD19C841-A245-FF48-839B-72920E345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57467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E82AB467-865E-7C4F-A0CD-9D944D268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33888"/>
            <a:ext cx="3200400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r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v.status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v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1 + 1 = 2;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v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r;</a:t>
            </a:r>
          </a:p>
          <a:p>
            <a:pPr algn="l" eaLnBrk="1" hangingPunct="1"/>
            <a:r>
              <a:rPr lang="en-US" altLang="en-US" sz="1800"/>
              <a:t>       enqueue (</a:t>
            </a:r>
            <a:r>
              <a:rPr lang="en-US" altLang="en-US" sz="1800" i="1"/>
              <a:t>Q, v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800" i="1"/>
              <a:t>      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r.status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1" name="Line 55">
            <a:extLst>
              <a:ext uri="{FF2B5EF4-FFF2-40B4-BE49-F238E27FC236}">
                <a16:creationId xmlns:a16="http://schemas.microsoft.com/office/drawing/2014/main" id="{2A3B5343-5524-4D44-9362-8E6FE128DF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562600"/>
            <a:ext cx="990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0973D70C-789A-224C-894B-D046AACB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66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9AB9C1-2232-9F49-A91A-34A5CEB3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50">
            <a:extLst>
              <a:ext uri="{FF2B5EF4-FFF2-40B4-BE49-F238E27FC236}">
                <a16:creationId xmlns:a16="http://schemas.microsoft.com/office/drawing/2014/main" id="{1B35CFA3-1CE1-3842-9E34-B4991FFCC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65893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124211C-71A1-BF46-8328-8AE095CDD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3FF0F8A-C68F-C341-A6A6-D323B73F2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16C5E6A-91F0-944B-80E3-F7C20841669A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7C4E548-7D93-2548-89BD-3CEE86E66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9BA668F-41FD-7A49-B17A-0D25A8ADC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7FC0597-CF60-874A-AEF7-62B0009A7ACB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DF867992-06FE-3F47-A5A1-24642C9DC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E8029E56-C13B-A542-89D4-AD866401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BA2DBE1E-E73B-DC4C-AB40-0D2DB34FE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FAE59D6D-10CA-2446-9D84-47A4B6AD5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46544E30-1971-7743-A212-F33973C92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8628A079-CB2C-2F46-852B-68A0075ED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2BCBCAA-56B2-2249-ABC9-A4F892721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AC5296C5-0271-144E-89B4-D780ED247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223ADBF3-2228-CA43-ADC0-6527841E9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B5285198-C0F4-F741-95E2-D4A6AC5A8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BF8207AB-3AAC-D944-8B79-D0EBB5098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59DC1B7C-5B09-FB45-A7E5-034A6FEFD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57BAD993-44B5-6E44-BD06-4BF84AA7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1CAE0E55-50EF-B54D-AB08-6BF085A03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962E0D43-77A4-F34F-816E-D67F28E36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D7C0A63A-BEC5-2641-A9A1-BBA7E50AC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425BA224-D49B-864A-9B09-7D3DEF5018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92534829-C663-9641-861D-765CFC29E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09E7B0AA-2083-954D-97D4-DE381FCE87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5839050-0B78-5D4D-A823-15C4AC79D4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8B87AB4A-76F8-3048-B0B4-055A588653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793D1315-9500-384A-9764-2B4CC5D28D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923175F6-A651-874C-BCA0-ACD04267FE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34C2613A-DCB7-2A47-8E46-3E679904C83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6E461C11-D40B-AC42-97F0-EEDC844858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F22CE49F-ECB8-F24C-83EC-F4A2DFE892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7F5853C4-DE69-FE41-ADEC-B2D1C027E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7" name="Group 35">
            <a:extLst>
              <a:ext uri="{FF2B5EF4-FFF2-40B4-BE49-F238E27FC236}">
                <a16:creationId xmlns:a16="http://schemas.microsoft.com/office/drawing/2014/main" id="{69D33F6D-A7D6-9C43-A20A-6FFE153EE816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 Box 45">
            <a:extLst>
              <a:ext uri="{FF2B5EF4-FFF2-40B4-BE49-F238E27FC236}">
                <a16:creationId xmlns:a16="http://schemas.microsoft.com/office/drawing/2014/main" id="{5734D970-46F1-844E-8E40-C09B7B788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39" name="Text Box 46">
            <a:extLst>
              <a:ext uri="{FF2B5EF4-FFF2-40B4-BE49-F238E27FC236}">
                <a16:creationId xmlns:a16="http://schemas.microsoft.com/office/drawing/2014/main" id="{4BB252E4-111A-FA4E-8D91-CC0C31C04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40" name="Text Box 47">
            <a:extLst>
              <a:ext uri="{FF2B5EF4-FFF2-40B4-BE49-F238E27FC236}">
                <a16:creationId xmlns:a16="http://schemas.microsoft.com/office/drawing/2014/main" id="{738E3BC5-A0F7-A14A-9B9B-6259EEBFF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57467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3</a:t>
            </a:r>
          </a:p>
        </p:txBody>
      </p:sp>
      <p:sp>
        <p:nvSpPr>
          <p:cNvPr id="41" name="Rectangle 53">
            <a:extLst>
              <a:ext uri="{FF2B5EF4-FFF2-40B4-BE49-F238E27FC236}">
                <a16:creationId xmlns:a16="http://schemas.microsoft.com/office/drawing/2014/main" id="{F5582D53-31CA-844C-9E05-EA32F849C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33888"/>
            <a:ext cx="3200400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t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u.status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u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2 + 1 = 3;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u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</a:t>
            </a:r>
            <a:r>
              <a:rPr lang="en-US" altLang="en-US" sz="1800" i="1"/>
              <a:t>t</a:t>
            </a:r>
            <a:r>
              <a:rPr lang="en-US" altLang="en-US" sz="1800"/>
              <a:t>;</a:t>
            </a:r>
          </a:p>
          <a:p>
            <a:pPr algn="l" eaLnBrk="1" hangingPunct="1"/>
            <a:r>
              <a:rPr lang="en-US" altLang="en-US" sz="1800"/>
              <a:t>       enqueue (</a:t>
            </a:r>
            <a:r>
              <a:rPr lang="en-US" altLang="en-US" sz="1800" i="1"/>
              <a:t>Q, u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800" i="1"/>
              <a:t>      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t.status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2" name="Line 55">
            <a:extLst>
              <a:ext uri="{FF2B5EF4-FFF2-40B4-BE49-F238E27FC236}">
                <a16:creationId xmlns:a16="http://schemas.microsoft.com/office/drawing/2014/main" id="{0F5E24F5-72C7-844C-A106-E8F9F6355E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562600"/>
            <a:ext cx="990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06CA091C-D6ED-F743-82F3-163049E1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7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77918-EB01-9640-B1ED-BEC93FD0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54">
            <a:extLst>
              <a:ext uri="{FF2B5EF4-FFF2-40B4-BE49-F238E27FC236}">
                <a16:creationId xmlns:a16="http://schemas.microsoft.com/office/drawing/2014/main" id="{14D0ADF4-5B56-354C-87FD-58B9BFEC4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324485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9C18AE-C2CC-534F-9BF9-70A88A2E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65893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9079D2-6818-ED42-854D-29A3549BD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EE7FFB-72F8-F340-9F06-50BA9DD1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381FA60-12DD-2C48-8A84-49DB1FA7ABB2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DE659FD-5342-4545-8D17-A233A9002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7B2E30E-FAA7-5443-8E48-4646FCC6F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C4FF6AD-D5FB-2B49-A0DE-19BB6C0332FA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A777A40A-1E20-7143-B1A6-4AA86B519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27597962-52FF-8B49-99CA-41D25BFE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4687DE2A-AA13-284C-9E53-A6C628F2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173FB472-CD86-244A-B83B-F9FB28570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CD74F3E3-95BE-DB42-8955-736D77373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DAC78C5F-C855-5A45-984F-916465A9E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0B8A6F35-D2FA-2947-8DB2-878289890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79ED3AF5-98DB-7745-B499-3924754C5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7E4BF683-DDFD-3241-A903-DE9622058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3966F72F-72B5-A042-A002-FEC8944CD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1" name="Oval 19">
            <a:extLst>
              <a:ext uri="{FF2B5EF4-FFF2-40B4-BE49-F238E27FC236}">
                <a16:creationId xmlns:a16="http://schemas.microsoft.com/office/drawing/2014/main" id="{08C5889B-7834-F249-B213-FB37C49A0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99C4D40A-AD06-4247-9702-B89EBB8EA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E21324A3-39A8-6E42-85AC-3536CC730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903504CD-38EE-9D42-A2C7-1F40FD22F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3</a:t>
            </a:r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28D04A5B-D9FF-8C4A-893E-83B19097E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BDA2EDB4-122E-014D-92FA-C32EF5BB6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52A2CC10-0819-1843-BE6C-7AE0C5E31A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69623B1A-66B1-8643-AD1B-26532D6619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295BA6D9-D80C-9641-A01D-9DD2C7A0F4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7AABC8C6-8A3A-E642-AFBF-39E44CD4AA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65DB7863-B6AC-D44A-83BE-14A3AE0D63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01AFDBD8-6B50-E74E-9002-9334823B9C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2F1EAD15-67D9-4C4C-87AD-B8051063A3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48BEDBF0-0BFA-C54D-BF61-5EE6DC1DF9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2D7D4FE3-5584-8C44-81C6-1CD860F38F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84AA8924-E340-D94E-A3D4-083A0AABD6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F4AA66FB-3499-CB49-A92B-9C73E7D08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8" name="Group 36">
            <a:extLst>
              <a:ext uri="{FF2B5EF4-FFF2-40B4-BE49-F238E27FC236}">
                <a16:creationId xmlns:a16="http://schemas.microsoft.com/office/drawing/2014/main" id="{74258A16-24CD-6246-9CBE-08A8786450F5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Text Box 46">
            <a:extLst>
              <a:ext uri="{FF2B5EF4-FFF2-40B4-BE49-F238E27FC236}">
                <a16:creationId xmlns:a16="http://schemas.microsoft.com/office/drawing/2014/main" id="{05466374-C180-D244-9A5B-E8ECB2B5A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40" name="Text Box 47">
            <a:extLst>
              <a:ext uri="{FF2B5EF4-FFF2-40B4-BE49-F238E27FC236}">
                <a16:creationId xmlns:a16="http://schemas.microsoft.com/office/drawing/2014/main" id="{6E1A9699-11C3-5345-A5E5-D14A023F0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3</a:t>
            </a:r>
          </a:p>
        </p:txBody>
      </p:sp>
      <p:sp>
        <p:nvSpPr>
          <p:cNvPr id="41" name="Text Box 48">
            <a:extLst>
              <a:ext uri="{FF2B5EF4-FFF2-40B4-BE49-F238E27FC236}">
                <a16:creationId xmlns:a16="http://schemas.microsoft.com/office/drawing/2014/main" id="{82899EEC-4913-9948-8777-965E20714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0" y="57467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3</a:t>
            </a:r>
          </a:p>
        </p:txBody>
      </p:sp>
      <p:sp>
        <p:nvSpPr>
          <p:cNvPr id="42" name="Rectangle 55">
            <a:extLst>
              <a:ext uri="{FF2B5EF4-FFF2-40B4-BE49-F238E27FC236}">
                <a16:creationId xmlns:a16="http://schemas.microsoft.com/office/drawing/2014/main" id="{164C8F8B-750B-0542-BEC3-B7FF4699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33888"/>
            <a:ext cx="3200400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x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y.status</a:t>
            </a:r>
            <a:r>
              <a:rPr lang="en-US" altLang="en-US" sz="1800"/>
              <a:t> = </a:t>
            </a:r>
            <a:r>
              <a:rPr lang="en-US" altLang="en-US" sz="1800" b="1">
                <a:solidFill>
                  <a:srgbClr val="969696"/>
                </a:solidFill>
              </a:rPr>
              <a:t>visited / grey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y</a:t>
            </a:r>
            <a:r>
              <a:rPr lang="en-US" altLang="en-US" sz="1800"/>
              <a:t>.</a:t>
            </a:r>
            <a:r>
              <a:rPr lang="en-US" altLang="en-US" sz="1800" i="1"/>
              <a:t>d</a:t>
            </a:r>
            <a:r>
              <a:rPr lang="en-US" altLang="en-US" sz="1800"/>
              <a:t> = 2 + 1 = 3;</a:t>
            </a:r>
          </a:p>
          <a:p>
            <a:pPr algn="l" eaLnBrk="1" hangingPunct="1"/>
            <a:r>
              <a:rPr lang="en-US" altLang="en-US" sz="1800"/>
              <a:t>       </a:t>
            </a:r>
            <a:r>
              <a:rPr lang="en-US" altLang="en-US" sz="1800" i="1"/>
              <a:t>y</a:t>
            </a:r>
            <a:r>
              <a:rPr lang="en-US" altLang="en-US" sz="1800"/>
              <a:t>.</a:t>
            </a:r>
            <a:r>
              <a:rPr lang="en-US" altLang="en-US" sz="1800" i="1"/>
              <a:t>pi</a:t>
            </a:r>
            <a:r>
              <a:rPr lang="en-US" altLang="en-US" sz="1800"/>
              <a:t> = </a:t>
            </a:r>
            <a:r>
              <a:rPr lang="en-US" altLang="en-US" sz="1800" i="1"/>
              <a:t>x</a:t>
            </a:r>
            <a:r>
              <a:rPr lang="en-US" altLang="en-US" sz="1800"/>
              <a:t>;</a:t>
            </a:r>
          </a:p>
          <a:p>
            <a:pPr algn="l" eaLnBrk="1" hangingPunct="1"/>
            <a:r>
              <a:rPr lang="en-US" altLang="en-US" sz="1800"/>
              <a:t>       enqueue (</a:t>
            </a:r>
            <a:r>
              <a:rPr lang="en-US" altLang="en-US" sz="1800" i="1"/>
              <a:t>Q, y</a:t>
            </a:r>
            <a:r>
              <a:rPr lang="en-US" altLang="en-US" sz="1800"/>
              <a:t>) </a:t>
            </a:r>
          </a:p>
          <a:p>
            <a:pPr algn="l" eaLnBrk="1" hangingPunct="1"/>
            <a:r>
              <a:rPr lang="en-US" altLang="en-US" sz="800" i="1"/>
              <a:t>      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x.status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3" name="Line 56">
            <a:extLst>
              <a:ext uri="{FF2B5EF4-FFF2-40B4-BE49-F238E27FC236}">
                <a16:creationId xmlns:a16="http://schemas.microsoft.com/office/drawing/2014/main" id="{BC6F2E40-0A2A-294A-9D22-BB28D9CD89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5562600"/>
            <a:ext cx="990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63D3B5D9-4323-BD43-85F0-9FAC6EB8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22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DAF89-A54F-EE43-9411-5C5F6E98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AF18C-E57F-DC4F-8800-D0CE95302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324485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6B286C-E783-794A-A65B-60B0FCD7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65893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B766E-FD9C-F745-8FAE-8401A4CF7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22EFD-D07D-0240-8FD0-8B30523EA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7AF18DF8-7365-A242-8A56-54AA157EBF75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5D29A9-9992-BA4E-8C53-AC851E99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2648D7-78C3-AC43-8B79-82AE0947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9171C-2006-9540-A542-7897BF4A1CC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A17BB2-27B3-3C4B-BD31-8D637BCA7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DC1DA07B-C02D-E640-99F5-63517C846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A86F90-5752-FE45-B529-B36797F8B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C6B15AF6-5289-C840-8888-33909065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1AEB0D0-2959-4E44-B540-D238B3CA7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34EF8E-9A14-E248-98EE-01639042E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1321D132-DF61-5840-B21D-ADC9F5D04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8842F4AB-C8B5-5C4A-BB3B-A875CFC9D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DFE252-2635-4441-886A-B32A4CC90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9B55F7E7-D201-594A-A271-EE81184B1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A9A043-2BE3-DF41-B6BD-1931562B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A7C3F7C-8E64-5344-8533-D1C4496CE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B02997-E3F8-CE45-B880-39D77069D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AEAE674-D6C1-3943-8A83-B97E96E8C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3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0C0C71B1-E205-1D40-A4E5-6E4498B26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62043D98-BF73-8546-A50A-D56F93126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AEA12F7A-49EC-1341-A373-53AA767B37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1C6F47C0-0680-F14D-88A1-05249F3584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197F0DE0-BBD7-6647-9C1D-CC79657039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D80D24A1-2FB0-E149-AFDB-D8751747F7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9EDDC0D5-8DB6-F845-BFFC-E33B4B9079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01A01874-1841-F94F-AB54-47E96E4DE1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379C8111-08DE-4945-BB1E-5CE4258A54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B53649D8-6B2B-7544-A851-FEDC3D5226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E0F0AD4B-6BBE-CE4B-98B1-29E3783D5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B18EDF1D-AD72-8E42-B8A1-E0DDD76F3E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EEBEC65B-2B84-C04E-9C71-EA786517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8" name="Group 58">
            <a:extLst>
              <a:ext uri="{FF2B5EF4-FFF2-40B4-BE49-F238E27FC236}">
                <a16:creationId xmlns:a16="http://schemas.microsoft.com/office/drawing/2014/main" id="{F5F88D75-FAE0-5D46-833E-F5C738934706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Text Box 47">
            <a:extLst>
              <a:ext uri="{FF2B5EF4-FFF2-40B4-BE49-F238E27FC236}">
                <a16:creationId xmlns:a16="http://schemas.microsoft.com/office/drawing/2014/main" id="{D52D15B4-6FF3-0840-9F65-B6B6FB1B7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2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0E093F3F-DCF0-704D-A810-413F6D70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575627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3</a:t>
            </a:r>
          </a:p>
        </p:txBody>
      </p:sp>
      <p:sp>
        <p:nvSpPr>
          <p:cNvPr id="41" name="Rectangle 59">
            <a:extLst>
              <a:ext uri="{FF2B5EF4-FFF2-40B4-BE49-F238E27FC236}">
                <a16:creationId xmlns:a16="http://schemas.microsoft.com/office/drawing/2014/main" id="{F2DCC207-4BDD-F547-8A05-57AF2BC6D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97475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v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v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2" name="Footer Placeholder 41">
            <a:extLst>
              <a:ext uri="{FF2B5EF4-FFF2-40B4-BE49-F238E27FC236}">
                <a16:creationId xmlns:a16="http://schemas.microsoft.com/office/drawing/2014/main" id="{3230DB37-A2B5-154D-A230-A3B0AA27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5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E7A72E-535C-8646-9CD7-50DBDCAC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DEA5C-4E70-264E-BD23-A9AAE1C0D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324485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F9A4D-538B-2247-81D8-A869C921E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65893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90EA8-2091-E743-91BB-A2C0DA2EE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87B728-B387-CC4B-B182-EA6CA2C4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1CA3318-755D-2843-9246-16929D7595D7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EAAD2D-FCCD-3E40-864B-C24974950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F65D1E-B5B9-FE43-A6A8-EE99E15F8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82CDBE-3FAB-0E47-AF07-FC15DC23DCC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25B050-0BD5-5D4C-ABF2-78D8B3E17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A14AD252-76A6-FF4C-8190-5B0BAC8E4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3063CE-C157-B441-AE41-D8EF8079E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3CD5A5D-37B6-784F-9884-A97F4BAD4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2DBAF3-9C77-8147-BB3C-4AB405325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CCEB31-3AA2-834E-B7B3-4230C390B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F943D9F2-9BEA-C742-BBD5-95115829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06E20BF7-A6EF-3B49-B8C2-F59D0746E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DEE701-56B4-B04E-B2EB-57A70CFE4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721B473C-CD0C-2A49-8E56-86D257993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E5C485-EC90-404D-A4EA-A9214979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57172D84-9A6F-674B-9588-C962E616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5009556-ACA5-6A44-A00A-0B6CF993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FD3022-5020-414B-9671-DCDD15EC0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3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A828CC7E-3DA4-034C-9A89-CCC22E5E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738847C1-5723-8446-A691-7AD5D60D7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FD166ABA-2CC5-F843-AA4D-CF9378E3D1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15AFB4A7-199F-4541-AB56-3F99D7E362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994F19A5-60F3-9F41-B708-D4F306F5A4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B02C43BD-6AD0-404A-A85C-3E599428D9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880C7B36-C1CA-B54A-A604-48193E2D18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1D1EC001-9FD6-F64D-A7D4-05AD387FB3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5889A86A-6AF4-4C4D-86C9-6ED2C9F440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5BEAA12-91EF-E84A-A384-1A9083FB82B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4C02AC8E-C3CA-2440-8A84-F0896B679D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06E79DED-15AA-FF49-A932-7054DB0550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FDC79302-1436-1D43-85AD-D2FC2161A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8" name="Group 55">
            <a:extLst>
              <a:ext uri="{FF2B5EF4-FFF2-40B4-BE49-F238E27FC236}">
                <a16:creationId xmlns:a16="http://schemas.microsoft.com/office/drawing/2014/main" id="{D7CE297B-8E0A-084F-A3BF-C1E0942325DB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Text Box 49">
            <a:extLst>
              <a:ext uri="{FF2B5EF4-FFF2-40B4-BE49-F238E27FC236}">
                <a16:creationId xmlns:a16="http://schemas.microsoft.com/office/drawing/2014/main" id="{242AE1EC-D051-C643-BF15-84E388BE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574675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/>
              <a:t>3</a:t>
            </a:r>
          </a:p>
        </p:txBody>
      </p:sp>
      <p:sp>
        <p:nvSpPr>
          <p:cNvPr id="40" name="Rectangle 56">
            <a:extLst>
              <a:ext uri="{FF2B5EF4-FFF2-40B4-BE49-F238E27FC236}">
                <a16:creationId xmlns:a16="http://schemas.microsoft.com/office/drawing/2014/main" id="{E34B9D12-9D92-D147-BA46-809B7DABF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97475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u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u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80588B72-378F-8748-8272-D8B01A2F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97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581CC6-427C-6540-B6BF-19DA37AF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74239-3F14-7643-A456-48F43F600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324485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47AC1-E3CC-A040-B345-8DB22108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65893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37168-2B60-C14B-AAB2-BA10A445C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1759A-658B-A84A-AB33-AC2F98BAF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7342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467570DC-343E-CE40-B617-93E375A9B781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055938" y="1903413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CE7ED-FB57-7648-BA9A-9A09060E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44713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9BED60-721C-674B-BC13-E419F88B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1654175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D8601D-9FB8-A94E-82EB-0FE2655008E4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0B7A9-0709-9F4E-AD0C-95ECB995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C7771C48-BB42-9649-8202-9E11E44DD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906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18FF0B-B4C9-814C-97F1-9D07C47D8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138" y="14700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071973EA-9997-AC45-B5C3-8E215CE9E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7763" y="10017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B1E211-3007-AF48-9ACE-D2045C32B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14589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7855745-48BD-F447-8AFC-AF593DA4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14700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B46216E-D68D-9C44-A0CE-F22DDB7CB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10017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B422DEFF-0945-144C-B06E-B879D4A8F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1001713"/>
            <a:ext cx="303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0DC703-BF4F-B641-A1D6-8E6C4855F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2A0AC62D-C30F-0F45-BBC2-4C16C0576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36528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8CB4E0-B15B-A844-B2B9-5DD563F12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062288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432C52BC-56ED-1B4A-8CB0-E58F84F5A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3663950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4B2498-CBB0-2142-B54B-6E10BAF10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05117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520F1D-3842-5B4D-9B44-762DC06B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062288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013BCAC0-F7B5-A340-9D4B-373EEDE11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0" y="36639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B9016A56-4C1C-0D4A-8D95-5157E701E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5388" y="366395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7DFF1528-8A09-E94C-B83C-9022E2DAB6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96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157CEA3A-281F-924A-8BD8-C888356CD4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496549BD-ED67-D941-923F-1B2315883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953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39A45F6B-8501-D542-BDFF-D98205AC6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33988" y="2144713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95C32C97-1849-E34D-A38E-48EFDEE878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097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4FAD2FEF-A554-1E4D-BC1B-9343A2A977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6563" y="3378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BBFD0E40-D19D-0E42-8EB3-9F28E0028F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0538" y="17637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C6EF9FEC-3BFB-0942-A297-92C5B1970B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71963" y="336391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246B80F7-3BED-5D44-B44F-EDD7E6751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2425" y="206851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9FDFAC0E-C40A-B040-8329-C4EE6BF99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2738" y="2049463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36">
            <a:extLst>
              <a:ext uri="{FF2B5EF4-FFF2-40B4-BE49-F238E27FC236}">
                <a16:creationId xmlns:a16="http://schemas.microsoft.com/office/drawing/2014/main" id="{5B7CD38D-B0C8-F548-BF23-76C8D56CD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38" name="Group 37">
            <a:extLst>
              <a:ext uri="{FF2B5EF4-FFF2-40B4-BE49-F238E27FC236}">
                <a16:creationId xmlns:a16="http://schemas.microsoft.com/office/drawing/2014/main" id="{4DBCA512-8A8C-2643-9161-309D536706AE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ectangle 51">
            <a:extLst>
              <a:ext uri="{FF2B5EF4-FFF2-40B4-BE49-F238E27FC236}">
                <a16:creationId xmlns:a16="http://schemas.microsoft.com/office/drawing/2014/main" id="{FF2FA8B4-D88A-C849-91C5-1590EE115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197475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i="1"/>
              <a:t>   y</a:t>
            </a:r>
            <a:r>
              <a:rPr lang="en-US" altLang="en-US" sz="1800"/>
              <a:t> = dequeue(</a:t>
            </a:r>
            <a:r>
              <a:rPr lang="en-US" altLang="en-US" sz="1800" i="1"/>
              <a:t>Q</a:t>
            </a:r>
            <a:r>
              <a:rPr lang="en-US" altLang="en-US" sz="180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1800" i="1"/>
              <a:t>y</a:t>
            </a:r>
            <a:r>
              <a:rPr lang="en-US" altLang="en-US" sz="1800"/>
              <a:t> = </a:t>
            </a:r>
            <a:r>
              <a:rPr lang="en-US" altLang="en-US" sz="1800" b="1"/>
              <a:t>processed/ black</a:t>
            </a:r>
            <a:endParaRPr lang="en-US" altLang="en-US" sz="180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68AA86B1-8D9E-C848-8419-ABB2C59D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19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88FB7-6FC7-4F47-AE70-D0E3EF25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45B5B77-9B31-5845-93DD-276EAEC9E6FD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4" name="Text Box 36">
            <a:extLst>
              <a:ext uri="{FF2B5EF4-FFF2-40B4-BE49-F238E27FC236}">
                <a16:creationId xmlns:a16="http://schemas.microsoft.com/office/drawing/2014/main" id="{676137A4-3686-B447-9911-21AB1338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5" name="Group 37">
            <a:extLst>
              <a:ext uri="{FF2B5EF4-FFF2-40B4-BE49-F238E27FC236}">
                <a16:creationId xmlns:a16="http://schemas.microsoft.com/office/drawing/2014/main" id="{A274A491-40A8-774A-8F6D-29BF77CA8778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val 9">
            <a:extLst>
              <a:ext uri="{FF2B5EF4-FFF2-40B4-BE49-F238E27FC236}">
                <a16:creationId xmlns:a16="http://schemas.microsoft.com/office/drawing/2014/main" id="{725622BA-51A5-9A48-B836-F71E15B2C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∞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F16912B-A6E3-B84E-80AE-448B882D9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5B90246-21D0-114D-8101-E21991AF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1F078ECC-2D25-574F-AD0E-758B8193C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9D7A06-6E82-3A43-835B-00E5B842C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B55AA58-9D96-C846-B7A9-6BB76BBDD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∞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DFDC48FB-09E1-2745-BEE6-B2C4E49A2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D8E3DFC-621E-634A-A3AF-A50D564B8C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4D01D0D9-BAA1-594C-8100-40618E0F7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AE58A93A-4511-8F42-9F21-91413016B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044CE8C3-8C50-2E4C-BE76-0B57C837C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CCD679F5-76C4-1547-B1E8-B8752D6E6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94063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9A0F5FF3-680B-DD41-BC48-CBA2F364C5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503EB2E3-078A-F041-94C3-8F0B3E4BA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6D6225F0-EDD7-6547-B520-4D2EDC7A5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E1CDA156-9EBE-664B-94C2-4657A5F1DC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0D976395-44DD-2848-9145-98CB40768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BCAD6249-01B8-944C-8530-6B54F2344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111">
            <a:extLst>
              <a:ext uri="{FF2B5EF4-FFF2-40B4-BE49-F238E27FC236}">
                <a16:creationId xmlns:a16="http://schemas.microsoft.com/office/drawing/2014/main" id="{606B7DC2-C208-394C-9A5F-D9CFD3874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 Box 112">
            <a:extLst>
              <a:ext uri="{FF2B5EF4-FFF2-40B4-BE49-F238E27FC236}">
                <a16:creationId xmlns:a16="http://schemas.microsoft.com/office/drawing/2014/main" id="{C7B3D488-557A-F14C-A3A5-404C35D84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6" name="Text Box 113">
            <a:extLst>
              <a:ext uri="{FF2B5EF4-FFF2-40B4-BE49-F238E27FC236}">
                <a16:creationId xmlns:a16="http://schemas.microsoft.com/office/drawing/2014/main" id="{6ACBA44A-D42F-E64A-93A8-B68739DFF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7" name="Text Box 114">
            <a:extLst>
              <a:ext uri="{FF2B5EF4-FFF2-40B4-BE49-F238E27FC236}">
                <a16:creationId xmlns:a16="http://schemas.microsoft.com/office/drawing/2014/main" id="{6AC88511-0616-C54C-8FDE-DCAFD9B34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8" name="Text Box 116">
            <a:extLst>
              <a:ext uri="{FF2B5EF4-FFF2-40B4-BE49-F238E27FC236}">
                <a16:creationId xmlns:a16="http://schemas.microsoft.com/office/drawing/2014/main" id="{7EF90D6E-CC30-7845-9B55-1BF33975A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9" name="Text Box 184">
            <a:extLst>
              <a:ext uri="{FF2B5EF4-FFF2-40B4-BE49-F238E27FC236}">
                <a16:creationId xmlns:a16="http://schemas.microsoft.com/office/drawing/2014/main" id="{219BB94B-4089-F045-B66C-82534E79E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0" name="Text Box 185">
            <a:extLst>
              <a:ext uri="{FF2B5EF4-FFF2-40B4-BE49-F238E27FC236}">
                <a16:creationId xmlns:a16="http://schemas.microsoft.com/office/drawing/2014/main" id="{086D48FF-76B5-3345-B013-360F102F9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1" name="Text Box 186">
            <a:extLst>
              <a:ext uri="{FF2B5EF4-FFF2-40B4-BE49-F238E27FC236}">
                <a16:creationId xmlns:a16="http://schemas.microsoft.com/office/drawing/2014/main" id="{F5384A1A-CB97-4141-BFB2-167DD7B90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2" name="Text Box 187">
            <a:extLst>
              <a:ext uri="{FF2B5EF4-FFF2-40B4-BE49-F238E27FC236}">
                <a16:creationId xmlns:a16="http://schemas.microsoft.com/office/drawing/2014/main" id="{17A90951-AF7C-654F-9C1A-8ACCB9C4B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3" name="Text Box 188">
            <a:extLst>
              <a:ext uri="{FF2B5EF4-FFF2-40B4-BE49-F238E27FC236}">
                <a16:creationId xmlns:a16="http://schemas.microsoft.com/office/drawing/2014/main" id="{57DC05D9-FD65-454E-8295-29FBA8805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" name="Text Box 189">
            <a:extLst>
              <a:ext uri="{FF2B5EF4-FFF2-40B4-BE49-F238E27FC236}">
                <a16:creationId xmlns:a16="http://schemas.microsoft.com/office/drawing/2014/main" id="{E3021BEF-F47E-4E4F-A4A0-EB2BBB246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5" name="Text Box 190">
            <a:extLst>
              <a:ext uri="{FF2B5EF4-FFF2-40B4-BE49-F238E27FC236}">
                <a16:creationId xmlns:a16="http://schemas.microsoft.com/office/drawing/2014/main" id="{084C4481-4C79-134F-B5C5-3D2F598BE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6" name="Text Box 84">
            <a:extLst>
              <a:ext uri="{FF2B5EF4-FFF2-40B4-BE49-F238E27FC236}">
                <a16:creationId xmlns:a16="http://schemas.microsoft.com/office/drawing/2014/main" id="{AE1C08B5-6AB6-744C-9FE0-33236A988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7" name="Text Box 85">
            <a:extLst>
              <a:ext uri="{FF2B5EF4-FFF2-40B4-BE49-F238E27FC236}">
                <a16:creationId xmlns:a16="http://schemas.microsoft.com/office/drawing/2014/main" id="{27452057-7ED0-554F-96F7-784CD9F70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38" name="Text Box 86">
            <a:extLst>
              <a:ext uri="{FF2B5EF4-FFF2-40B4-BE49-F238E27FC236}">
                <a16:creationId xmlns:a16="http://schemas.microsoft.com/office/drawing/2014/main" id="{83CF5C21-1297-9D44-B98C-81674420D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9" name="Text Box 87">
            <a:extLst>
              <a:ext uri="{FF2B5EF4-FFF2-40B4-BE49-F238E27FC236}">
                <a16:creationId xmlns:a16="http://schemas.microsoft.com/office/drawing/2014/main" id="{1DFC6700-AB84-404E-AA97-80989C167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0" name="Text Box 88">
            <a:extLst>
              <a:ext uri="{FF2B5EF4-FFF2-40B4-BE49-F238E27FC236}">
                <a16:creationId xmlns:a16="http://schemas.microsoft.com/office/drawing/2014/main" id="{438C8B59-E57F-134F-9FDA-A0CA6BE9F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1" name="Text Box 89">
            <a:extLst>
              <a:ext uri="{FF2B5EF4-FFF2-40B4-BE49-F238E27FC236}">
                <a16:creationId xmlns:a16="http://schemas.microsoft.com/office/drawing/2014/main" id="{66D6E3CE-29CC-2E4C-B4B4-6240FD2C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2" name="Text Box 90">
            <a:extLst>
              <a:ext uri="{FF2B5EF4-FFF2-40B4-BE49-F238E27FC236}">
                <a16:creationId xmlns:a16="http://schemas.microsoft.com/office/drawing/2014/main" id="{9C13E761-A9D6-EE4E-A430-A334394D6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43" name="Line 20">
            <a:extLst>
              <a:ext uri="{FF2B5EF4-FFF2-40B4-BE49-F238E27FC236}">
                <a16:creationId xmlns:a16="http://schemas.microsoft.com/office/drawing/2014/main" id="{C2C1B935-3948-2046-A780-B4BA2D376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F158D419-4C88-7641-8299-4CBB4E01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86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8FA17-0827-D44A-8C67-70C64A11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9C9237-9055-694D-9447-838E3CD387F5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DFCA4F88-285E-7B45-9983-56E68024A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93C6C7FE-E2C9-EF4C-977C-AEE840309432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val 9">
            <a:extLst>
              <a:ext uri="{FF2B5EF4-FFF2-40B4-BE49-F238E27FC236}">
                <a16:creationId xmlns:a16="http://schemas.microsoft.com/office/drawing/2014/main" id="{E0E5EAC4-DAFB-F447-8CA4-E3CFE7F45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0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F10393CB-D6D8-9B48-9A77-7973BB98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ACAA6F9E-9C58-A045-8E83-F58542775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764B55F1-2719-0F4D-B304-0212A2DCA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345B060-AA31-D34F-BA78-274E9E6E1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05D0D1AE-B9E6-D04C-AC7C-F9B9B827D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6E855869-E2AC-3A4B-9DC3-DFD4267F9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BDFAAE49-824D-6C4B-A56F-F30A73D253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2BFF2FF4-C690-3F44-9559-AD5BB903E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3510ED24-5F99-5945-90E8-011FE9F55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DA6AA604-3EAA-AA4F-A0A4-B2A7134960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DD0565FF-A08A-5740-8E3F-0D4ECB7AA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94063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5504864-1C23-1B4E-946E-CD4373B9EE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E2EC963B-F53A-A147-B60A-5C3DA28E0D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F6317337-28E2-0B40-8FED-666942376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10276311-CEC8-BF45-A660-FABDD96DF0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ABFE4292-6D2A-A044-9135-ECB4364323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8C2946A-21E6-2448-81D9-EE4C4E996E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111">
            <a:extLst>
              <a:ext uri="{FF2B5EF4-FFF2-40B4-BE49-F238E27FC236}">
                <a16:creationId xmlns:a16="http://schemas.microsoft.com/office/drawing/2014/main" id="{20A16551-EE59-B64C-B21A-3BE75191F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 Box 112">
            <a:extLst>
              <a:ext uri="{FF2B5EF4-FFF2-40B4-BE49-F238E27FC236}">
                <a16:creationId xmlns:a16="http://schemas.microsoft.com/office/drawing/2014/main" id="{218AA070-C75B-CA44-87C2-9F698BD6A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6" name="Text Box 113">
            <a:extLst>
              <a:ext uri="{FF2B5EF4-FFF2-40B4-BE49-F238E27FC236}">
                <a16:creationId xmlns:a16="http://schemas.microsoft.com/office/drawing/2014/main" id="{DB5D98F3-4A03-9844-8E70-AB394B8C5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7" name="Text Box 114">
            <a:extLst>
              <a:ext uri="{FF2B5EF4-FFF2-40B4-BE49-F238E27FC236}">
                <a16:creationId xmlns:a16="http://schemas.microsoft.com/office/drawing/2014/main" id="{969983E7-E391-7F47-A5EE-4AE1DFE60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8" name="Text Box 116">
            <a:extLst>
              <a:ext uri="{FF2B5EF4-FFF2-40B4-BE49-F238E27FC236}">
                <a16:creationId xmlns:a16="http://schemas.microsoft.com/office/drawing/2014/main" id="{77BA2AF2-F00D-0C40-849D-096F59DCA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9" name="Text Box 184">
            <a:extLst>
              <a:ext uri="{FF2B5EF4-FFF2-40B4-BE49-F238E27FC236}">
                <a16:creationId xmlns:a16="http://schemas.microsoft.com/office/drawing/2014/main" id="{FDEA200C-49A2-4E48-906E-FBB6E2124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0" name="Text Box 185">
            <a:extLst>
              <a:ext uri="{FF2B5EF4-FFF2-40B4-BE49-F238E27FC236}">
                <a16:creationId xmlns:a16="http://schemas.microsoft.com/office/drawing/2014/main" id="{D371D6D9-E649-3644-9260-5ADD9F4AD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1" name="Text Box 186">
            <a:extLst>
              <a:ext uri="{FF2B5EF4-FFF2-40B4-BE49-F238E27FC236}">
                <a16:creationId xmlns:a16="http://schemas.microsoft.com/office/drawing/2014/main" id="{E68E6EE3-E217-004D-9C70-1AF4B502F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2" name="Text Box 187">
            <a:extLst>
              <a:ext uri="{FF2B5EF4-FFF2-40B4-BE49-F238E27FC236}">
                <a16:creationId xmlns:a16="http://schemas.microsoft.com/office/drawing/2014/main" id="{0381231D-ACD4-B64C-9F53-3E0B779A9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3" name="Text Box 188">
            <a:extLst>
              <a:ext uri="{FF2B5EF4-FFF2-40B4-BE49-F238E27FC236}">
                <a16:creationId xmlns:a16="http://schemas.microsoft.com/office/drawing/2014/main" id="{9DCE9E19-3FE6-7F4D-ADF3-01B017FAE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" name="Text Box 189">
            <a:extLst>
              <a:ext uri="{FF2B5EF4-FFF2-40B4-BE49-F238E27FC236}">
                <a16:creationId xmlns:a16="http://schemas.microsoft.com/office/drawing/2014/main" id="{5A517768-47B8-844D-B688-B5B73D927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5" name="Text Box 190">
            <a:extLst>
              <a:ext uri="{FF2B5EF4-FFF2-40B4-BE49-F238E27FC236}">
                <a16:creationId xmlns:a16="http://schemas.microsoft.com/office/drawing/2014/main" id="{B2C8BECC-A819-524C-B155-A3788ACAD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7709A0A8-1225-B44C-B2D0-435E795C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7" name="Text Box 49">
            <a:extLst>
              <a:ext uri="{FF2B5EF4-FFF2-40B4-BE49-F238E27FC236}">
                <a16:creationId xmlns:a16="http://schemas.microsoft.com/office/drawing/2014/main" id="{D650000A-56FA-7748-A6DF-B0D437334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38" name="Text Box 50">
            <a:extLst>
              <a:ext uri="{FF2B5EF4-FFF2-40B4-BE49-F238E27FC236}">
                <a16:creationId xmlns:a16="http://schemas.microsoft.com/office/drawing/2014/main" id="{447DA051-8585-0743-AD17-53D9E157D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9" name="Text Box 51">
            <a:extLst>
              <a:ext uri="{FF2B5EF4-FFF2-40B4-BE49-F238E27FC236}">
                <a16:creationId xmlns:a16="http://schemas.microsoft.com/office/drawing/2014/main" id="{25CCEF5C-15D3-0147-8F74-2BC16C827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0" name="Text Box 52">
            <a:extLst>
              <a:ext uri="{FF2B5EF4-FFF2-40B4-BE49-F238E27FC236}">
                <a16:creationId xmlns:a16="http://schemas.microsoft.com/office/drawing/2014/main" id="{925DC987-F63E-4543-BA21-0B91D5E54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1" name="Text Box 53">
            <a:extLst>
              <a:ext uri="{FF2B5EF4-FFF2-40B4-BE49-F238E27FC236}">
                <a16:creationId xmlns:a16="http://schemas.microsoft.com/office/drawing/2014/main" id="{F6BC40F2-4391-1645-A13F-05E91F386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2" name="Text Box 54">
            <a:extLst>
              <a:ext uri="{FF2B5EF4-FFF2-40B4-BE49-F238E27FC236}">
                <a16:creationId xmlns:a16="http://schemas.microsoft.com/office/drawing/2014/main" id="{C8A21752-7A8F-644D-B022-2BAC57E0A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43" name="Text Box 55">
            <a:extLst>
              <a:ext uri="{FF2B5EF4-FFF2-40B4-BE49-F238E27FC236}">
                <a16:creationId xmlns:a16="http://schemas.microsoft.com/office/drawing/2014/main" id="{6402B54E-514B-AC4E-A713-9305504D8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57800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0</a:t>
            </a:r>
          </a:p>
        </p:txBody>
      </p:sp>
      <p:sp>
        <p:nvSpPr>
          <p:cNvPr id="44" name="Line 20">
            <a:extLst>
              <a:ext uri="{FF2B5EF4-FFF2-40B4-BE49-F238E27FC236}">
                <a16:creationId xmlns:a16="http://schemas.microsoft.com/office/drawing/2014/main" id="{BBCE9E69-21A0-BA4E-98F0-20D9A4011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CBBBD0C0-C4FC-3B43-9FBB-2C4C0230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8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4C16C9-89B5-724D-A55B-69AE34BC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57">
            <a:extLst>
              <a:ext uri="{FF2B5EF4-FFF2-40B4-BE49-F238E27FC236}">
                <a16:creationId xmlns:a16="http://schemas.microsoft.com/office/drawing/2014/main" id="{E1D4357F-AE4F-BE4F-AE38-010ACA2E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56">
            <a:extLst>
              <a:ext uri="{FF2B5EF4-FFF2-40B4-BE49-F238E27FC236}">
                <a16:creationId xmlns:a16="http://schemas.microsoft.com/office/drawing/2014/main" id="{0E33B32B-1FD8-2A44-85AA-DFD823C65EE1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55">
            <a:extLst>
              <a:ext uri="{FF2B5EF4-FFF2-40B4-BE49-F238E27FC236}">
                <a16:creationId xmlns:a16="http://schemas.microsoft.com/office/drawing/2014/main" id="{6BD502D2-40E7-0941-BCDF-AEE4DD235BC6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B08EEE-ACE8-DD49-A2B3-3BB3C0AC96DC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4FDBAB1B-0D72-D841-B3D2-73DF68A62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A2023FE-8F3A-5F4A-A018-D0F606D501CD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val 9">
            <a:extLst>
              <a:ext uri="{FF2B5EF4-FFF2-40B4-BE49-F238E27FC236}">
                <a16:creationId xmlns:a16="http://schemas.microsoft.com/office/drawing/2014/main" id="{C675C62D-706D-4A46-BEC6-4E452352E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B308E83B-E4B0-CC4A-9A19-9719F9453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5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B8EBE0D-F783-9E42-BCA5-05B28097F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88249AE7-ACE8-DE43-AC84-6CD1CAA7B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0DAE0477-D8BA-9643-9315-565F395B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10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89E4AE40-76B5-E84A-92E0-A3514B2A4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10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8D88B133-AA06-0A42-9423-9D98D5A6D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6544D48F-99D0-CB41-9B1A-6A5DA5EF1E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B4F283D2-0163-754F-857C-7CF49A63C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2EF6D0AB-A19F-9349-845B-49340BC6D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0D77DD03-134C-6340-94B8-CBB32E6DC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4F5BF82A-D4B1-F748-98F1-000609617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94063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26283553-95CB-D742-9236-B4F9E74C17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11C25ECB-203C-4B4B-8F0D-1DCAB0491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0DC24755-D887-6143-98A4-CB4711688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3F0F4FFE-0036-0C4B-8214-ED56DC61EF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7FA42651-C0FD-C847-8E43-98D7B02B2F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471DF276-3761-A844-BB4A-6B5D621B1B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Text Box 111">
            <a:extLst>
              <a:ext uri="{FF2B5EF4-FFF2-40B4-BE49-F238E27FC236}">
                <a16:creationId xmlns:a16="http://schemas.microsoft.com/office/drawing/2014/main" id="{AD242721-AE8C-724D-B65B-C0B7FDEE3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8" name="Text Box 112">
            <a:extLst>
              <a:ext uri="{FF2B5EF4-FFF2-40B4-BE49-F238E27FC236}">
                <a16:creationId xmlns:a16="http://schemas.microsoft.com/office/drawing/2014/main" id="{B5401075-5946-F04F-A0DC-FE998BB87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9" name="Text Box 113">
            <a:extLst>
              <a:ext uri="{FF2B5EF4-FFF2-40B4-BE49-F238E27FC236}">
                <a16:creationId xmlns:a16="http://schemas.microsoft.com/office/drawing/2014/main" id="{EC7E7C3C-3C90-7F44-A0A1-B6095917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0" name="Text Box 114">
            <a:extLst>
              <a:ext uri="{FF2B5EF4-FFF2-40B4-BE49-F238E27FC236}">
                <a16:creationId xmlns:a16="http://schemas.microsoft.com/office/drawing/2014/main" id="{A37F07EB-BA3D-A445-9F87-D1A203D28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1" name="Text Box 116">
            <a:extLst>
              <a:ext uri="{FF2B5EF4-FFF2-40B4-BE49-F238E27FC236}">
                <a16:creationId xmlns:a16="http://schemas.microsoft.com/office/drawing/2014/main" id="{DCB64899-DD68-2D4D-A5CB-47A43571D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2" name="Text Box 184">
            <a:extLst>
              <a:ext uri="{FF2B5EF4-FFF2-40B4-BE49-F238E27FC236}">
                <a16:creationId xmlns:a16="http://schemas.microsoft.com/office/drawing/2014/main" id="{26D04816-A0D4-074D-BDE6-29D358A76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3" name="Text Box 185">
            <a:extLst>
              <a:ext uri="{FF2B5EF4-FFF2-40B4-BE49-F238E27FC236}">
                <a16:creationId xmlns:a16="http://schemas.microsoft.com/office/drawing/2014/main" id="{B051CFDF-2FA4-2C45-BCB6-BBF288825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" name="Text Box 186">
            <a:extLst>
              <a:ext uri="{FF2B5EF4-FFF2-40B4-BE49-F238E27FC236}">
                <a16:creationId xmlns:a16="http://schemas.microsoft.com/office/drawing/2014/main" id="{9FC0744E-ED8C-524A-A95E-88AC4AD4E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5" name="Text Box 187">
            <a:extLst>
              <a:ext uri="{FF2B5EF4-FFF2-40B4-BE49-F238E27FC236}">
                <a16:creationId xmlns:a16="http://schemas.microsoft.com/office/drawing/2014/main" id="{B86B7D2B-F28D-B041-8822-C115B8D03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 Box 188">
            <a:extLst>
              <a:ext uri="{FF2B5EF4-FFF2-40B4-BE49-F238E27FC236}">
                <a16:creationId xmlns:a16="http://schemas.microsoft.com/office/drawing/2014/main" id="{45EBA965-9093-9146-BEA0-798165C98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7" name="Text Box 189">
            <a:extLst>
              <a:ext uri="{FF2B5EF4-FFF2-40B4-BE49-F238E27FC236}">
                <a16:creationId xmlns:a16="http://schemas.microsoft.com/office/drawing/2014/main" id="{224C6F62-14AC-2744-837C-8A0C42BB4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8" name="Text Box 190">
            <a:extLst>
              <a:ext uri="{FF2B5EF4-FFF2-40B4-BE49-F238E27FC236}">
                <a16:creationId xmlns:a16="http://schemas.microsoft.com/office/drawing/2014/main" id="{7623216D-1357-A940-A655-0B59C8C2D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9" name="Text Box 48">
            <a:extLst>
              <a:ext uri="{FF2B5EF4-FFF2-40B4-BE49-F238E27FC236}">
                <a16:creationId xmlns:a16="http://schemas.microsoft.com/office/drawing/2014/main" id="{0F4F2AB3-3325-BC48-B80D-BF139212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0" name="Text Box 49">
            <a:extLst>
              <a:ext uri="{FF2B5EF4-FFF2-40B4-BE49-F238E27FC236}">
                <a16:creationId xmlns:a16="http://schemas.microsoft.com/office/drawing/2014/main" id="{6975421A-3D3E-F94D-B20F-B22AE1535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1" name="Text Box 50">
            <a:extLst>
              <a:ext uri="{FF2B5EF4-FFF2-40B4-BE49-F238E27FC236}">
                <a16:creationId xmlns:a16="http://schemas.microsoft.com/office/drawing/2014/main" id="{464FC338-BEF0-D945-8F2F-C3AF10AA2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2" name="Text Box 51">
            <a:extLst>
              <a:ext uri="{FF2B5EF4-FFF2-40B4-BE49-F238E27FC236}">
                <a16:creationId xmlns:a16="http://schemas.microsoft.com/office/drawing/2014/main" id="{362338D6-4EB4-FB4A-81DB-ABCB1D519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3" name="Text Box 52">
            <a:extLst>
              <a:ext uri="{FF2B5EF4-FFF2-40B4-BE49-F238E27FC236}">
                <a16:creationId xmlns:a16="http://schemas.microsoft.com/office/drawing/2014/main" id="{1BC213CD-FF8F-7F4A-90AE-D5D1F4EBA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4" name="Text Box 53">
            <a:extLst>
              <a:ext uri="{FF2B5EF4-FFF2-40B4-BE49-F238E27FC236}">
                <a16:creationId xmlns:a16="http://schemas.microsoft.com/office/drawing/2014/main" id="{629F60B4-D4E1-F94D-9453-5EEBC63FE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5" name="Text Box 54">
            <a:extLst>
              <a:ext uri="{FF2B5EF4-FFF2-40B4-BE49-F238E27FC236}">
                <a16:creationId xmlns:a16="http://schemas.microsoft.com/office/drawing/2014/main" id="{4275C771-4322-CA4E-B000-0D4FB76B0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46" name="Text Box 60">
            <a:extLst>
              <a:ext uri="{FF2B5EF4-FFF2-40B4-BE49-F238E27FC236}">
                <a16:creationId xmlns:a16="http://schemas.microsoft.com/office/drawing/2014/main" id="{173C9539-38EF-4142-9A50-52B4062C4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57800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5</a:t>
            </a:r>
          </a:p>
        </p:txBody>
      </p:sp>
      <p:sp>
        <p:nvSpPr>
          <p:cNvPr id="47" name="Text Box 61">
            <a:extLst>
              <a:ext uri="{FF2B5EF4-FFF2-40B4-BE49-F238E27FC236}">
                <a16:creationId xmlns:a16="http://schemas.microsoft.com/office/drawing/2014/main" id="{290D5029-6181-9440-853E-FBF437E59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10</a:t>
            </a:r>
          </a:p>
        </p:txBody>
      </p:sp>
      <p:sp>
        <p:nvSpPr>
          <p:cNvPr id="48" name="Text Box 62">
            <a:extLst>
              <a:ext uri="{FF2B5EF4-FFF2-40B4-BE49-F238E27FC236}">
                <a16:creationId xmlns:a16="http://schemas.microsoft.com/office/drawing/2014/main" id="{520EC4E3-DB1F-574B-9E8A-3ACF678ED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10</a:t>
            </a: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365064C0-8FB6-C045-BDE6-6DD34FA40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286A119F-A99A-534D-BC25-AF291FF9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31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281D1-0116-E147-BBC4-4AA5A342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AutoShape 58">
            <a:extLst>
              <a:ext uri="{FF2B5EF4-FFF2-40B4-BE49-F238E27FC236}">
                <a16:creationId xmlns:a16="http://schemas.microsoft.com/office/drawing/2014/main" id="{35B57E23-3CF0-EF4A-82B5-AA5381459507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728B10-6224-F441-8EC9-FD6227FFA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4A7620D-CE44-C54E-9EFE-B31E8614D9F4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7C168B2-9952-304C-B037-79A310E809A6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28699F6-FEB3-2F42-B6B4-A27FFA4AA516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D933B65-300B-844D-8C3E-3C613F79A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9" name="Group 7">
            <a:extLst>
              <a:ext uri="{FF2B5EF4-FFF2-40B4-BE49-F238E27FC236}">
                <a16:creationId xmlns:a16="http://schemas.microsoft.com/office/drawing/2014/main" id="{7F066A92-A35A-C245-B446-95649851EE20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6BF49D57-96E0-2140-B133-38CF08BAB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898A3FB7-4C8B-8446-8D2D-53042B4F8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3A9529E7-F8B3-8348-A964-EC4A95C5B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A9D34796-8080-1E4A-91B7-0EDA7CA61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4C3ACF84-E6F0-CF4B-BAAA-57238B4C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10</a:t>
            </a:r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83181017-2D05-8F4D-B4D3-DC51CE133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30A1F9-3EE0-E846-85ED-14240367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11</a:t>
            </a:r>
          </a:p>
        </p:txBody>
      </p:sp>
      <p:sp>
        <p:nvSpPr>
          <p:cNvPr id="17" name="Line 12">
            <a:extLst>
              <a:ext uri="{FF2B5EF4-FFF2-40B4-BE49-F238E27FC236}">
                <a16:creationId xmlns:a16="http://schemas.microsoft.com/office/drawing/2014/main" id="{C19A33C2-240A-3943-9444-F6522D3ADE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3">
            <a:extLst>
              <a:ext uri="{FF2B5EF4-FFF2-40B4-BE49-F238E27FC236}">
                <a16:creationId xmlns:a16="http://schemas.microsoft.com/office/drawing/2014/main" id="{CF2E1AFB-E452-794A-84BC-9C993A3C3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4">
            <a:extLst>
              <a:ext uri="{FF2B5EF4-FFF2-40B4-BE49-F238E27FC236}">
                <a16:creationId xmlns:a16="http://schemas.microsoft.com/office/drawing/2014/main" id="{D5DB497D-CCD1-834F-BB60-DB55E1824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5">
            <a:extLst>
              <a:ext uri="{FF2B5EF4-FFF2-40B4-BE49-F238E27FC236}">
                <a16:creationId xmlns:a16="http://schemas.microsoft.com/office/drawing/2014/main" id="{D23E81B7-E141-2B45-9CD6-9A9D2F0ECC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8B04EB4D-90DA-354B-908B-BF87BC920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94063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7">
            <a:extLst>
              <a:ext uri="{FF2B5EF4-FFF2-40B4-BE49-F238E27FC236}">
                <a16:creationId xmlns:a16="http://schemas.microsoft.com/office/drawing/2014/main" id="{AD8C7BA3-451C-DF48-8440-C54E27D1C1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06AA7E8B-E25E-6C4A-A3F0-9BE295243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1A06533C-0C1C-2744-8642-5A1AA2581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06437CEA-6A08-4C4C-B07E-B43DF97F4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B6680270-7F70-294D-AE59-E8BC63ABA1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2D68B704-DA9C-C04A-910E-6BC1E222B7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92026B31-497E-C34C-AA4D-A188271588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 Box 111">
            <a:extLst>
              <a:ext uri="{FF2B5EF4-FFF2-40B4-BE49-F238E27FC236}">
                <a16:creationId xmlns:a16="http://schemas.microsoft.com/office/drawing/2014/main" id="{E85CF8A7-141F-1C46-9918-30348906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0" name="Text Box 112">
            <a:extLst>
              <a:ext uri="{FF2B5EF4-FFF2-40B4-BE49-F238E27FC236}">
                <a16:creationId xmlns:a16="http://schemas.microsoft.com/office/drawing/2014/main" id="{9CD5A312-FE0D-6546-94C1-14CC3BCF1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1" name="Text Box 113">
            <a:extLst>
              <a:ext uri="{FF2B5EF4-FFF2-40B4-BE49-F238E27FC236}">
                <a16:creationId xmlns:a16="http://schemas.microsoft.com/office/drawing/2014/main" id="{F3491376-06B0-D240-8407-C006C340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2" name="Text Box 114">
            <a:extLst>
              <a:ext uri="{FF2B5EF4-FFF2-40B4-BE49-F238E27FC236}">
                <a16:creationId xmlns:a16="http://schemas.microsoft.com/office/drawing/2014/main" id="{F5F3F90F-1637-8344-B719-5080E766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3" name="Text Box 116">
            <a:extLst>
              <a:ext uri="{FF2B5EF4-FFF2-40B4-BE49-F238E27FC236}">
                <a16:creationId xmlns:a16="http://schemas.microsoft.com/office/drawing/2014/main" id="{6DCFE242-F77F-4D48-8F87-FC539930D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4" name="Text Box 184">
            <a:extLst>
              <a:ext uri="{FF2B5EF4-FFF2-40B4-BE49-F238E27FC236}">
                <a16:creationId xmlns:a16="http://schemas.microsoft.com/office/drawing/2014/main" id="{D3228D1F-B82C-BB49-A2B1-1D848AA0B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5" name="Text Box 185">
            <a:extLst>
              <a:ext uri="{FF2B5EF4-FFF2-40B4-BE49-F238E27FC236}">
                <a16:creationId xmlns:a16="http://schemas.microsoft.com/office/drawing/2014/main" id="{EC505049-FD21-E04B-B82A-58B777C8A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6" name="Text Box 186">
            <a:extLst>
              <a:ext uri="{FF2B5EF4-FFF2-40B4-BE49-F238E27FC236}">
                <a16:creationId xmlns:a16="http://schemas.microsoft.com/office/drawing/2014/main" id="{1768839D-2FF4-D641-8AEB-8B235A6C6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7" name="Text Box 187">
            <a:extLst>
              <a:ext uri="{FF2B5EF4-FFF2-40B4-BE49-F238E27FC236}">
                <a16:creationId xmlns:a16="http://schemas.microsoft.com/office/drawing/2014/main" id="{A06252C4-ADC1-604B-825C-392AEFFCA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8" name="Text Box 188">
            <a:extLst>
              <a:ext uri="{FF2B5EF4-FFF2-40B4-BE49-F238E27FC236}">
                <a16:creationId xmlns:a16="http://schemas.microsoft.com/office/drawing/2014/main" id="{442CB6D6-E92B-B54C-9F33-83E018517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9" name="Text Box 189">
            <a:extLst>
              <a:ext uri="{FF2B5EF4-FFF2-40B4-BE49-F238E27FC236}">
                <a16:creationId xmlns:a16="http://schemas.microsoft.com/office/drawing/2014/main" id="{14A0B69D-6516-2543-9E30-A0A994143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0" name="Text Box 190">
            <a:extLst>
              <a:ext uri="{FF2B5EF4-FFF2-40B4-BE49-F238E27FC236}">
                <a16:creationId xmlns:a16="http://schemas.microsoft.com/office/drawing/2014/main" id="{4EDBD011-FCBB-6B44-8090-11857BB76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1" name="Text Box 48">
            <a:extLst>
              <a:ext uri="{FF2B5EF4-FFF2-40B4-BE49-F238E27FC236}">
                <a16:creationId xmlns:a16="http://schemas.microsoft.com/office/drawing/2014/main" id="{68211BF1-C602-024D-ABFD-ECFDAD74B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2" name="Text Box 49">
            <a:extLst>
              <a:ext uri="{FF2B5EF4-FFF2-40B4-BE49-F238E27FC236}">
                <a16:creationId xmlns:a16="http://schemas.microsoft.com/office/drawing/2014/main" id="{F93F41C0-D2BE-FE41-85EF-A0156C494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3" name="Text Box 50">
            <a:extLst>
              <a:ext uri="{FF2B5EF4-FFF2-40B4-BE49-F238E27FC236}">
                <a16:creationId xmlns:a16="http://schemas.microsoft.com/office/drawing/2014/main" id="{C5B3CA68-751C-D647-80A9-774F6433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4" name="Text Box 51">
            <a:extLst>
              <a:ext uri="{FF2B5EF4-FFF2-40B4-BE49-F238E27FC236}">
                <a16:creationId xmlns:a16="http://schemas.microsoft.com/office/drawing/2014/main" id="{5EAFF74E-DD82-5F47-839C-70EF0E28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5" name="Text Box 52">
            <a:extLst>
              <a:ext uri="{FF2B5EF4-FFF2-40B4-BE49-F238E27FC236}">
                <a16:creationId xmlns:a16="http://schemas.microsoft.com/office/drawing/2014/main" id="{8A3F2373-9A04-2F4B-8AA1-78B6EA861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6" name="Text Box 53">
            <a:extLst>
              <a:ext uri="{FF2B5EF4-FFF2-40B4-BE49-F238E27FC236}">
                <a16:creationId xmlns:a16="http://schemas.microsoft.com/office/drawing/2014/main" id="{FA214184-2777-A749-AC6A-907952BE8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7" name="Text Box 54">
            <a:extLst>
              <a:ext uri="{FF2B5EF4-FFF2-40B4-BE49-F238E27FC236}">
                <a16:creationId xmlns:a16="http://schemas.microsoft.com/office/drawing/2014/main" id="{4EFA237F-49A6-8147-AAFE-C3D917A09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48" name="Text Box 55">
            <a:extLst>
              <a:ext uri="{FF2B5EF4-FFF2-40B4-BE49-F238E27FC236}">
                <a16:creationId xmlns:a16="http://schemas.microsoft.com/office/drawing/2014/main" id="{3B9DE575-BBB3-BF41-AD12-C196C97D6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7800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10</a:t>
            </a:r>
          </a:p>
        </p:txBody>
      </p:sp>
      <p:sp>
        <p:nvSpPr>
          <p:cNvPr id="49" name="Text Box 56">
            <a:extLst>
              <a:ext uri="{FF2B5EF4-FFF2-40B4-BE49-F238E27FC236}">
                <a16:creationId xmlns:a16="http://schemas.microsoft.com/office/drawing/2014/main" id="{2CD08EAE-CE4A-D240-9129-81CD8FEBC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10</a:t>
            </a:r>
          </a:p>
        </p:txBody>
      </p:sp>
      <p:sp>
        <p:nvSpPr>
          <p:cNvPr id="50" name="Text Box 57">
            <a:extLst>
              <a:ext uri="{FF2B5EF4-FFF2-40B4-BE49-F238E27FC236}">
                <a16:creationId xmlns:a16="http://schemas.microsoft.com/office/drawing/2014/main" id="{2CD080AE-C6D8-154A-B75F-6C4AB9C15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11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7E92E74F-279C-0D4E-A3D1-3427466E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7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E26FB-F77B-6C43-9319-BE7643CF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AutoShape 59">
            <a:extLst>
              <a:ext uri="{FF2B5EF4-FFF2-40B4-BE49-F238E27FC236}">
                <a16:creationId xmlns:a16="http://schemas.microsoft.com/office/drawing/2014/main" id="{AAFDFC29-2667-2C4E-8E16-E31963A203DC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2047875" y="3162301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294896C-103B-E14B-B8D5-44C467CAC19C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E883467-537B-634C-8431-7B3F497DE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8D7E6D04-414B-4D4A-868C-3BF096550ABC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161F66DE-468B-C44A-B124-1610043EA838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BAC6D9A-0B49-DD47-86E1-DCF99A2EFB95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CF75FB38-5F43-3940-9FE3-CFE407AFF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10" name="Group 8">
            <a:extLst>
              <a:ext uri="{FF2B5EF4-FFF2-40B4-BE49-F238E27FC236}">
                <a16:creationId xmlns:a16="http://schemas.microsoft.com/office/drawing/2014/main" id="{D5AB0C68-8729-3B45-BE6F-E3DADCDE51FD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9">
            <a:extLst>
              <a:ext uri="{FF2B5EF4-FFF2-40B4-BE49-F238E27FC236}">
                <a16:creationId xmlns:a16="http://schemas.microsoft.com/office/drawing/2014/main" id="{F356A028-EF71-BE49-B17A-7F8601670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FFA29F20-40B9-A343-B6A6-107FA50C0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CFD90F3A-8F80-BD45-9E6D-25E452160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25</a:t>
            </a:r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2BEED1B3-4282-E044-94C0-D6B7FC154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∞</a:t>
            </a:r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E91CC20C-979E-3F47-B08F-0A67C9C70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75C4A830-CB37-1D47-955F-C33B29383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10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F0A004AA-23D3-0C40-92F7-CF6CD9B48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11</a:t>
            </a:r>
          </a:p>
        </p:txBody>
      </p:sp>
      <p:sp>
        <p:nvSpPr>
          <p:cNvPr id="18" name="Line 12">
            <a:extLst>
              <a:ext uri="{FF2B5EF4-FFF2-40B4-BE49-F238E27FC236}">
                <a16:creationId xmlns:a16="http://schemas.microsoft.com/office/drawing/2014/main" id="{BFBCB179-20B0-FF45-B79D-4ED6F00F82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A093FCF3-916A-B74D-886E-BDEFA2B56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26901276-5953-F242-B9E9-ED92D3A48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CAE94FC0-A41B-8F4D-90F5-878D5AC12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002CA585-DBF0-1747-9B54-817D50F1C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94063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E44784E6-B10C-AF4D-9AB2-40F7D5F3A8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8">
            <a:extLst>
              <a:ext uri="{FF2B5EF4-FFF2-40B4-BE49-F238E27FC236}">
                <a16:creationId xmlns:a16="http://schemas.microsoft.com/office/drawing/2014/main" id="{586AD420-E280-794A-9F43-A9E52181C2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832274FA-E492-5F40-BA2C-042D0C661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0">
            <a:extLst>
              <a:ext uri="{FF2B5EF4-FFF2-40B4-BE49-F238E27FC236}">
                <a16:creationId xmlns:a16="http://schemas.microsoft.com/office/drawing/2014/main" id="{E1CF63E3-374B-DD41-A584-406957605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1">
            <a:extLst>
              <a:ext uri="{FF2B5EF4-FFF2-40B4-BE49-F238E27FC236}">
                <a16:creationId xmlns:a16="http://schemas.microsoft.com/office/drawing/2014/main" id="{AEABEEEC-2A40-E04D-8981-29C71CBD12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id="{FB67DB8A-8E2E-3F4A-B7E0-D0C827BA4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34AD621C-109D-1840-85E3-4EC59531F1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111">
            <a:extLst>
              <a:ext uri="{FF2B5EF4-FFF2-40B4-BE49-F238E27FC236}">
                <a16:creationId xmlns:a16="http://schemas.microsoft.com/office/drawing/2014/main" id="{4D63F5C3-F971-0841-A0AC-1BC9B1834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1" name="Text Box 112">
            <a:extLst>
              <a:ext uri="{FF2B5EF4-FFF2-40B4-BE49-F238E27FC236}">
                <a16:creationId xmlns:a16="http://schemas.microsoft.com/office/drawing/2014/main" id="{3D90B80E-0BB8-6345-96CE-DBF567C64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2" name="Text Box 113">
            <a:extLst>
              <a:ext uri="{FF2B5EF4-FFF2-40B4-BE49-F238E27FC236}">
                <a16:creationId xmlns:a16="http://schemas.microsoft.com/office/drawing/2014/main" id="{5D0ACCCA-FC89-AB44-B32B-3423D54E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3" name="Text Box 114">
            <a:extLst>
              <a:ext uri="{FF2B5EF4-FFF2-40B4-BE49-F238E27FC236}">
                <a16:creationId xmlns:a16="http://schemas.microsoft.com/office/drawing/2014/main" id="{470A6069-E755-0649-A24A-50745218D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" name="Text Box 116">
            <a:extLst>
              <a:ext uri="{FF2B5EF4-FFF2-40B4-BE49-F238E27FC236}">
                <a16:creationId xmlns:a16="http://schemas.microsoft.com/office/drawing/2014/main" id="{A9319F81-9A59-4044-9CAB-DCE5ACE7D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5" name="Text Box 184">
            <a:extLst>
              <a:ext uri="{FF2B5EF4-FFF2-40B4-BE49-F238E27FC236}">
                <a16:creationId xmlns:a16="http://schemas.microsoft.com/office/drawing/2014/main" id="{B96D0764-8DBE-6A49-8F57-F2FEBEBB2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6" name="Text Box 185">
            <a:extLst>
              <a:ext uri="{FF2B5EF4-FFF2-40B4-BE49-F238E27FC236}">
                <a16:creationId xmlns:a16="http://schemas.microsoft.com/office/drawing/2014/main" id="{D8F4D191-2177-A14D-A1D1-37CBBA6FF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Text Box 186">
            <a:extLst>
              <a:ext uri="{FF2B5EF4-FFF2-40B4-BE49-F238E27FC236}">
                <a16:creationId xmlns:a16="http://schemas.microsoft.com/office/drawing/2014/main" id="{4DAB275C-EF63-3345-AC51-6935E8CC2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8" name="Text Box 187">
            <a:extLst>
              <a:ext uri="{FF2B5EF4-FFF2-40B4-BE49-F238E27FC236}">
                <a16:creationId xmlns:a16="http://schemas.microsoft.com/office/drawing/2014/main" id="{BD6EAE45-0FBA-D841-9490-571C2B7BD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9" name="Text Box 188">
            <a:extLst>
              <a:ext uri="{FF2B5EF4-FFF2-40B4-BE49-F238E27FC236}">
                <a16:creationId xmlns:a16="http://schemas.microsoft.com/office/drawing/2014/main" id="{1C2849E1-0BE4-2D41-8F37-5FE362030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0" name="Text Box 189">
            <a:extLst>
              <a:ext uri="{FF2B5EF4-FFF2-40B4-BE49-F238E27FC236}">
                <a16:creationId xmlns:a16="http://schemas.microsoft.com/office/drawing/2014/main" id="{00A982E3-D69C-BC4F-AACE-CB8176E00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Text Box 190">
            <a:extLst>
              <a:ext uri="{FF2B5EF4-FFF2-40B4-BE49-F238E27FC236}">
                <a16:creationId xmlns:a16="http://schemas.microsoft.com/office/drawing/2014/main" id="{0466FBA6-EB79-3140-857C-7CA56560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2" name="Text Box 49">
            <a:extLst>
              <a:ext uri="{FF2B5EF4-FFF2-40B4-BE49-F238E27FC236}">
                <a16:creationId xmlns:a16="http://schemas.microsoft.com/office/drawing/2014/main" id="{BA63515D-4444-314A-A9D7-35B179090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3" name="Text Box 50">
            <a:extLst>
              <a:ext uri="{FF2B5EF4-FFF2-40B4-BE49-F238E27FC236}">
                <a16:creationId xmlns:a16="http://schemas.microsoft.com/office/drawing/2014/main" id="{FCD2A4BF-1682-434A-9D62-8A22D60A9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4" name="Text Box 51">
            <a:extLst>
              <a:ext uri="{FF2B5EF4-FFF2-40B4-BE49-F238E27FC236}">
                <a16:creationId xmlns:a16="http://schemas.microsoft.com/office/drawing/2014/main" id="{BFBA82BF-7E35-7A43-BF2B-D3EF90D72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5" name="Text Box 52">
            <a:extLst>
              <a:ext uri="{FF2B5EF4-FFF2-40B4-BE49-F238E27FC236}">
                <a16:creationId xmlns:a16="http://schemas.microsoft.com/office/drawing/2014/main" id="{AD9139E5-3D41-8146-A9A4-2DA2F4BB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6" name="Text Box 53">
            <a:extLst>
              <a:ext uri="{FF2B5EF4-FFF2-40B4-BE49-F238E27FC236}">
                <a16:creationId xmlns:a16="http://schemas.microsoft.com/office/drawing/2014/main" id="{9C5F09ED-02F3-C34B-AE31-0C2DFFC28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7" name="Text Box 54">
            <a:extLst>
              <a:ext uri="{FF2B5EF4-FFF2-40B4-BE49-F238E27FC236}">
                <a16:creationId xmlns:a16="http://schemas.microsoft.com/office/drawing/2014/main" id="{2120AEEC-94AF-5046-AF06-3F94A475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8" name="Text Box 55">
            <a:extLst>
              <a:ext uri="{FF2B5EF4-FFF2-40B4-BE49-F238E27FC236}">
                <a16:creationId xmlns:a16="http://schemas.microsoft.com/office/drawing/2014/main" id="{05D2BCFA-749E-9341-AA61-7948614A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49" name="Text Box 56">
            <a:extLst>
              <a:ext uri="{FF2B5EF4-FFF2-40B4-BE49-F238E27FC236}">
                <a16:creationId xmlns:a16="http://schemas.microsoft.com/office/drawing/2014/main" id="{3779F0BD-BCFD-6B47-98E8-43F148C1B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7800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10</a:t>
            </a:r>
          </a:p>
        </p:txBody>
      </p:sp>
      <p:sp>
        <p:nvSpPr>
          <p:cNvPr id="50" name="Text Box 57">
            <a:extLst>
              <a:ext uri="{FF2B5EF4-FFF2-40B4-BE49-F238E27FC236}">
                <a16:creationId xmlns:a16="http://schemas.microsoft.com/office/drawing/2014/main" id="{1F8AF513-9962-1147-8289-8F76655D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11</a:t>
            </a:r>
          </a:p>
        </p:txBody>
      </p:sp>
      <p:sp>
        <p:nvSpPr>
          <p:cNvPr id="51" name="Text Box 58">
            <a:extLst>
              <a:ext uri="{FF2B5EF4-FFF2-40B4-BE49-F238E27FC236}">
                <a16:creationId xmlns:a16="http://schemas.microsoft.com/office/drawing/2014/main" id="{B632D265-8964-8C4D-A411-D811F1537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25</a:t>
            </a:r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F59A7BC4-919D-054B-BD0D-4ADFE51C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2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2032B-4E56-624C-ACA2-445EDCB2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AutoShape 60">
            <a:extLst>
              <a:ext uri="{FF2B5EF4-FFF2-40B4-BE49-F238E27FC236}">
                <a16:creationId xmlns:a16="http://schemas.microsoft.com/office/drawing/2014/main" id="{0152E2C0-0D73-2749-AE3E-41A20F22A450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4173537" y="3182938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71ED0F5-0B07-C74F-BAFD-5597BA04F97A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2047875" y="3162301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41654B6B-DFE7-9044-A90C-E285041091E1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DAD19A7-AE49-2947-95BD-955F4ED4E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E71D0F82-445D-A344-8A62-2064B5720F7F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ECEFDE7E-9ADA-A549-B12C-DDCB7476FC1D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8B36449-FE63-244F-B097-8445CC6A43F6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C9202CA-843F-EC42-9A52-8BFE76D8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11" name="Group 9">
            <a:extLst>
              <a:ext uri="{FF2B5EF4-FFF2-40B4-BE49-F238E27FC236}">
                <a16:creationId xmlns:a16="http://schemas.microsoft.com/office/drawing/2014/main" id="{DD0C3EE8-680C-FA4B-A362-E8F82223E842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27432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val 9">
            <a:extLst>
              <a:ext uri="{FF2B5EF4-FFF2-40B4-BE49-F238E27FC236}">
                <a16:creationId xmlns:a16="http://schemas.microsoft.com/office/drawing/2014/main" id="{B11C6BD5-59AE-AD46-B63D-10FDCF092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9A7AECA7-BD41-FF44-829A-991147687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1D31A1AD-D8B2-294D-8018-D9823395A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25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3EEEC2EF-EED2-844F-93C7-8C12CAB2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18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24AEF547-764F-6846-8984-53BE70D4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C9C0A823-D377-D542-85B1-9FCDF6E02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29EF4AB2-BEBF-3F4B-BFE7-FC3491421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11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D6855D4A-F482-9749-88F3-E7D015D172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1E08601B-FF64-6244-8536-3461D1ABA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8F0AC37C-2DC1-C246-9150-96CB0AD94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4D8C3A2B-626A-4A49-B5A7-1A62C3D65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DAD3459F-A6D2-854B-BB20-FD7F063E9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79775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01E81545-A5B2-5E45-83BE-C5A577ABB1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095F8AE1-1814-DC49-A0EF-01525EA4B2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6528F5E6-5DAA-C64E-8C05-AC331C2F7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670DE398-9105-DC4D-B758-07083A64B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3085B836-BCE3-1F42-A2D3-FC922E7C62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47E994B0-A499-AC41-B5EC-2412E2E89E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1A2FB96C-E03F-6E46-8346-887B67D08B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11">
            <a:extLst>
              <a:ext uri="{FF2B5EF4-FFF2-40B4-BE49-F238E27FC236}">
                <a16:creationId xmlns:a16="http://schemas.microsoft.com/office/drawing/2014/main" id="{6D9B66EC-13F6-5949-A286-F611D9F85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 Box 112">
            <a:extLst>
              <a:ext uri="{FF2B5EF4-FFF2-40B4-BE49-F238E27FC236}">
                <a16:creationId xmlns:a16="http://schemas.microsoft.com/office/drawing/2014/main" id="{129A6F73-7C22-FE4B-ABF1-3527D3371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3" name="Text Box 113">
            <a:extLst>
              <a:ext uri="{FF2B5EF4-FFF2-40B4-BE49-F238E27FC236}">
                <a16:creationId xmlns:a16="http://schemas.microsoft.com/office/drawing/2014/main" id="{C3693A46-8252-0049-BC99-1CFAED62E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4" name="Text Box 114">
            <a:extLst>
              <a:ext uri="{FF2B5EF4-FFF2-40B4-BE49-F238E27FC236}">
                <a16:creationId xmlns:a16="http://schemas.microsoft.com/office/drawing/2014/main" id="{DEAD9C1B-10BD-7C45-A402-98DFD6827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 Box 116">
            <a:extLst>
              <a:ext uri="{FF2B5EF4-FFF2-40B4-BE49-F238E27FC236}">
                <a16:creationId xmlns:a16="http://schemas.microsoft.com/office/drawing/2014/main" id="{F1F2841E-DD02-4246-A43A-CB52F5D82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3A9BDFCC-3025-6946-92DD-A80F34903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7" name="Text Box 185">
            <a:extLst>
              <a:ext uri="{FF2B5EF4-FFF2-40B4-BE49-F238E27FC236}">
                <a16:creationId xmlns:a16="http://schemas.microsoft.com/office/drawing/2014/main" id="{E299AD31-298E-A946-A3C2-645434A5C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 Box 186">
            <a:extLst>
              <a:ext uri="{FF2B5EF4-FFF2-40B4-BE49-F238E27FC236}">
                <a16:creationId xmlns:a16="http://schemas.microsoft.com/office/drawing/2014/main" id="{CF1BA474-D23D-1C45-843E-9DF258861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9" name="Text Box 187">
            <a:extLst>
              <a:ext uri="{FF2B5EF4-FFF2-40B4-BE49-F238E27FC236}">
                <a16:creationId xmlns:a16="http://schemas.microsoft.com/office/drawing/2014/main" id="{5C557FC6-AE3D-A242-B1D6-DDFFB029F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0" name="Text Box 188">
            <a:extLst>
              <a:ext uri="{FF2B5EF4-FFF2-40B4-BE49-F238E27FC236}">
                <a16:creationId xmlns:a16="http://schemas.microsoft.com/office/drawing/2014/main" id="{B3CDE188-6EF6-3040-B033-4DCB7CB9C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 Box 189">
            <a:extLst>
              <a:ext uri="{FF2B5EF4-FFF2-40B4-BE49-F238E27FC236}">
                <a16:creationId xmlns:a16="http://schemas.microsoft.com/office/drawing/2014/main" id="{D1AD98F7-7D30-E248-A510-3A01882B2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2" name="Text Box 190">
            <a:extLst>
              <a:ext uri="{FF2B5EF4-FFF2-40B4-BE49-F238E27FC236}">
                <a16:creationId xmlns:a16="http://schemas.microsoft.com/office/drawing/2014/main" id="{E8459F80-9833-0340-845B-8F07C5786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3" name="Text Box 50">
            <a:extLst>
              <a:ext uri="{FF2B5EF4-FFF2-40B4-BE49-F238E27FC236}">
                <a16:creationId xmlns:a16="http://schemas.microsoft.com/office/drawing/2014/main" id="{36CEC8B4-C1B4-9F49-AF5A-AB66F1CC8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Text Box 51">
            <a:extLst>
              <a:ext uri="{FF2B5EF4-FFF2-40B4-BE49-F238E27FC236}">
                <a16:creationId xmlns:a16="http://schemas.microsoft.com/office/drawing/2014/main" id="{B8A643B1-CA9D-C346-ACA9-18D0E3C3E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5" name="Text Box 52">
            <a:extLst>
              <a:ext uri="{FF2B5EF4-FFF2-40B4-BE49-F238E27FC236}">
                <a16:creationId xmlns:a16="http://schemas.microsoft.com/office/drawing/2014/main" id="{EF575D64-2400-AD42-BBBA-0B2EBD27D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6" name="Text Box 53">
            <a:extLst>
              <a:ext uri="{FF2B5EF4-FFF2-40B4-BE49-F238E27FC236}">
                <a16:creationId xmlns:a16="http://schemas.microsoft.com/office/drawing/2014/main" id="{9743EED3-0558-7247-94DC-60870F3D3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7" name="Text Box 54">
            <a:extLst>
              <a:ext uri="{FF2B5EF4-FFF2-40B4-BE49-F238E27FC236}">
                <a16:creationId xmlns:a16="http://schemas.microsoft.com/office/drawing/2014/main" id="{678E76DB-3B4A-BE42-B986-8C8E55910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8" name="Text Box 55">
            <a:extLst>
              <a:ext uri="{FF2B5EF4-FFF2-40B4-BE49-F238E27FC236}">
                <a16:creationId xmlns:a16="http://schemas.microsoft.com/office/drawing/2014/main" id="{4123F4FE-238B-8346-9978-153F57A69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9" name="Text Box 56">
            <a:extLst>
              <a:ext uri="{FF2B5EF4-FFF2-40B4-BE49-F238E27FC236}">
                <a16:creationId xmlns:a16="http://schemas.microsoft.com/office/drawing/2014/main" id="{781CAF76-9CA8-A442-AEA7-4384975CF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50" name="Text Box 57">
            <a:extLst>
              <a:ext uri="{FF2B5EF4-FFF2-40B4-BE49-F238E27FC236}">
                <a16:creationId xmlns:a16="http://schemas.microsoft.com/office/drawing/2014/main" id="{CAE8D6C5-9F50-7E49-8F9E-5DC719A9C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7800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11</a:t>
            </a:r>
          </a:p>
        </p:txBody>
      </p:sp>
      <p:sp>
        <p:nvSpPr>
          <p:cNvPr id="51" name="Text Box 58">
            <a:extLst>
              <a:ext uri="{FF2B5EF4-FFF2-40B4-BE49-F238E27FC236}">
                <a16:creationId xmlns:a16="http://schemas.microsoft.com/office/drawing/2014/main" id="{3B8AE358-313F-4743-BEBC-3D7F02109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25</a:t>
            </a:r>
          </a:p>
        </p:txBody>
      </p:sp>
      <p:sp>
        <p:nvSpPr>
          <p:cNvPr id="52" name="Text Box 59">
            <a:extLst>
              <a:ext uri="{FF2B5EF4-FFF2-40B4-BE49-F238E27FC236}">
                <a16:creationId xmlns:a16="http://schemas.microsoft.com/office/drawing/2014/main" id="{5799ED96-0613-5640-BA2E-F5F83DB33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18</a:t>
            </a:r>
          </a:p>
        </p:txBody>
      </p: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ABE90574-1891-4D40-90EE-70F3972B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0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599174-ED9D-9345-87DB-F0AEF279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3FE1D8E-3E67-0A41-9049-7C7B2E509EF4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4173537" y="3182938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EEE5255C-8CCE-2546-BD10-16D3212C6390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2047875" y="3162301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2572B18-6FEF-3543-BA9F-6FA0CDE7D41D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941576-6ADF-2C42-85D3-2D4CECBF4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E60ED4F1-5659-9444-B7EF-DC29104719FF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CC6C23CA-570C-5644-ABE2-6AC4E66163BA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0A27A2-7BA9-5548-9ABC-22CA96AAC44A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74AC6E09-8A31-174A-94C7-AA29ECFA8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11" name="Group 61">
            <a:extLst>
              <a:ext uri="{FF2B5EF4-FFF2-40B4-BE49-F238E27FC236}">
                <a16:creationId xmlns:a16="http://schemas.microsoft.com/office/drawing/2014/main" id="{16B18F8D-83C5-F84E-B2D9-7CA67A26B4B3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18288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val 9">
            <a:extLst>
              <a:ext uri="{FF2B5EF4-FFF2-40B4-BE49-F238E27FC236}">
                <a16:creationId xmlns:a16="http://schemas.microsoft.com/office/drawing/2014/main" id="{B98151AD-70E5-3E45-BAA0-603C2A12E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11F2E804-1A08-D540-93FB-2480AA3D5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49958145-7E59-2D4C-9FF5-E4B8D9868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25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9525BB91-963B-5D4C-B82A-DC6048A11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18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32015329-DF69-1D4C-81FE-45AEA82AE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32FC1C91-E85F-EC4C-AF7D-215E2ADD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0834076A-05BB-164C-B635-B00F15344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E4DA7402-4699-6243-B9A1-906B30575A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ADCDED6F-C218-C14D-BFB5-81C3523C4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EF6E8A86-BEAA-6941-8CA9-523A9D369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77994876-0569-1948-A54A-FE24161742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2D4D05CD-6BCC-0448-AA5B-4A534972F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79775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4DBC8161-F417-7A4E-BB38-1D92896C49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D829437F-06FB-E441-B225-4CB7801BE0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E8E87E14-3628-7F41-9952-CDF284C3D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E3FFF18B-3730-494A-9FDC-2C5474661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484AD1CE-82A8-C34E-B3D0-C9B5C1574C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50031BF2-EC32-7849-96E6-073A599EC2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E4071300-D1E9-6842-8817-FF88C0B33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11">
            <a:extLst>
              <a:ext uri="{FF2B5EF4-FFF2-40B4-BE49-F238E27FC236}">
                <a16:creationId xmlns:a16="http://schemas.microsoft.com/office/drawing/2014/main" id="{0D06BF67-49BE-D94D-98C6-04E53672A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 Box 112">
            <a:extLst>
              <a:ext uri="{FF2B5EF4-FFF2-40B4-BE49-F238E27FC236}">
                <a16:creationId xmlns:a16="http://schemas.microsoft.com/office/drawing/2014/main" id="{86BA5C0B-853F-4743-AAF2-561D849E1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3" name="Text Box 113">
            <a:extLst>
              <a:ext uri="{FF2B5EF4-FFF2-40B4-BE49-F238E27FC236}">
                <a16:creationId xmlns:a16="http://schemas.microsoft.com/office/drawing/2014/main" id="{C83F7197-187B-1840-89B2-C8663C949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4" name="Text Box 114">
            <a:extLst>
              <a:ext uri="{FF2B5EF4-FFF2-40B4-BE49-F238E27FC236}">
                <a16:creationId xmlns:a16="http://schemas.microsoft.com/office/drawing/2014/main" id="{5A8B47B8-857D-D74A-9BB9-723B3102D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 Box 116">
            <a:extLst>
              <a:ext uri="{FF2B5EF4-FFF2-40B4-BE49-F238E27FC236}">
                <a16:creationId xmlns:a16="http://schemas.microsoft.com/office/drawing/2014/main" id="{BDEDB90D-A40A-6841-8D1B-5BABC5A2B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E4498F9C-02DB-9B4D-B079-98E8A62AD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7" name="Text Box 185">
            <a:extLst>
              <a:ext uri="{FF2B5EF4-FFF2-40B4-BE49-F238E27FC236}">
                <a16:creationId xmlns:a16="http://schemas.microsoft.com/office/drawing/2014/main" id="{F8348AE2-0F08-FC4C-AFB5-70C205F6F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 Box 186">
            <a:extLst>
              <a:ext uri="{FF2B5EF4-FFF2-40B4-BE49-F238E27FC236}">
                <a16:creationId xmlns:a16="http://schemas.microsoft.com/office/drawing/2014/main" id="{E03F5A25-70A2-9040-A9F9-DBE81224E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9" name="Text Box 187">
            <a:extLst>
              <a:ext uri="{FF2B5EF4-FFF2-40B4-BE49-F238E27FC236}">
                <a16:creationId xmlns:a16="http://schemas.microsoft.com/office/drawing/2014/main" id="{FA0115FC-A862-2A48-9166-70B723601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0" name="Text Box 188">
            <a:extLst>
              <a:ext uri="{FF2B5EF4-FFF2-40B4-BE49-F238E27FC236}">
                <a16:creationId xmlns:a16="http://schemas.microsoft.com/office/drawing/2014/main" id="{51602CE4-1911-B340-847F-81AE97814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 Box 189">
            <a:extLst>
              <a:ext uri="{FF2B5EF4-FFF2-40B4-BE49-F238E27FC236}">
                <a16:creationId xmlns:a16="http://schemas.microsoft.com/office/drawing/2014/main" id="{2E849964-AC9C-2148-9B43-D943716B6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2" name="Text Box 190">
            <a:extLst>
              <a:ext uri="{FF2B5EF4-FFF2-40B4-BE49-F238E27FC236}">
                <a16:creationId xmlns:a16="http://schemas.microsoft.com/office/drawing/2014/main" id="{47F0FADA-B752-404F-8B0F-ABCB7631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3" name="Text Box 51">
            <a:extLst>
              <a:ext uri="{FF2B5EF4-FFF2-40B4-BE49-F238E27FC236}">
                <a16:creationId xmlns:a16="http://schemas.microsoft.com/office/drawing/2014/main" id="{B285F58A-5276-5C40-87CD-8CADF274B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Text Box 52">
            <a:extLst>
              <a:ext uri="{FF2B5EF4-FFF2-40B4-BE49-F238E27FC236}">
                <a16:creationId xmlns:a16="http://schemas.microsoft.com/office/drawing/2014/main" id="{6DC79121-D38C-5E48-9924-AD5EEFA43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5" name="Text Box 53">
            <a:extLst>
              <a:ext uri="{FF2B5EF4-FFF2-40B4-BE49-F238E27FC236}">
                <a16:creationId xmlns:a16="http://schemas.microsoft.com/office/drawing/2014/main" id="{A39B95EC-1483-6A4E-AC17-599BC3B50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6" name="Text Box 54">
            <a:extLst>
              <a:ext uri="{FF2B5EF4-FFF2-40B4-BE49-F238E27FC236}">
                <a16:creationId xmlns:a16="http://schemas.microsoft.com/office/drawing/2014/main" id="{E5510F2A-B6D5-9F41-B4FE-75FD54C00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7" name="Text Box 55">
            <a:extLst>
              <a:ext uri="{FF2B5EF4-FFF2-40B4-BE49-F238E27FC236}">
                <a16:creationId xmlns:a16="http://schemas.microsoft.com/office/drawing/2014/main" id="{2E695AE0-9A6D-EB49-9FC9-F5F1C1A56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8" name="Text Box 56">
            <a:extLst>
              <a:ext uri="{FF2B5EF4-FFF2-40B4-BE49-F238E27FC236}">
                <a16:creationId xmlns:a16="http://schemas.microsoft.com/office/drawing/2014/main" id="{C983B578-3086-364A-B208-91B5F503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9" name="Text Box 57">
            <a:extLst>
              <a:ext uri="{FF2B5EF4-FFF2-40B4-BE49-F238E27FC236}">
                <a16:creationId xmlns:a16="http://schemas.microsoft.com/office/drawing/2014/main" id="{67619C30-1DAB-614E-9554-3B8E16AD0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50" name="Text Box 58">
            <a:extLst>
              <a:ext uri="{FF2B5EF4-FFF2-40B4-BE49-F238E27FC236}">
                <a16:creationId xmlns:a16="http://schemas.microsoft.com/office/drawing/2014/main" id="{11DF4FA1-930F-FA4C-A70B-498A288CA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7800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25</a:t>
            </a:r>
          </a:p>
        </p:txBody>
      </p:sp>
      <p:sp>
        <p:nvSpPr>
          <p:cNvPr id="51" name="Text Box 59">
            <a:extLst>
              <a:ext uri="{FF2B5EF4-FFF2-40B4-BE49-F238E27FC236}">
                <a16:creationId xmlns:a16="http://schemas.microsoft.com/office/drawing/2014/main" id="{BDFF294D-A7B1-FE4A-8FF5-152676ABE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57912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18</a:t>
            </a:r>
          </a:p>
        </p:txBody>
      </p:sp>
      <p:sp>
        <p:nvSpPr>
          <p:cNvPr id="52" name="Text Box 60">
            <a:extLst>
              <a:ext uri="{FF2B5EF4-FFF2-40B4-BE49-F238E27FC236}">
                <a16:creationId xmlns:a16="http://schemas.microsoft.com/office/drawing/2014/main" id="{8D2B60FE-9884-C54F-8725-0FB6476BB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938" y="5791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b="1"/>
          </a:p>
        </p:txBody>
      </p: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60645F07-1428-BF42-83E6-564D7A49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6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756581-08AB-F646-A6F3-C7D3E0DC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74446AC-32E6-864B-9FD1-0FF2A987C7D8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4173537" y="3182938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B641B064-3F1E-1641-865F-7D5569CC5435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2047875" y="3162301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6C0452B-8B49-C34E-BECA-7D7FD297B5B9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CACE40-6470-444D-B9FE-100274C65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4A76143-4FAB-DC4B-B741-A5A5860CF399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16087774-71B5-1F45-8539-79D71AA8620B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8396A8-DF7B-944E-8868-30039C3C4E8C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C1414852-B797-DF4C-804D-308626854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11" name="Group 59">
            <a:extLst>
              <a:ext uri="{FF2B5EF4-FFF2-40B4-BE49-F238E27FC236}">
                <a16:creationId xmlns:a16="http://schemas.microsoft.com/office/drawing/2014/main" id="{3B48093E-993C-D640-829E-F699C5DA1BB8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9144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3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val 9">
            <a:extLst>
              <a:ext uri="{FF2B5EF4-FFF2-40B4-BE49-F238E27FC236}">
                <a16:creationId xmlns:a16="http://schemas.microsoft.com/office/drawing/2014/main" id="{E363F92A-8FF7-0447-B102-B250FE751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301A43B6-273A-624C-831F-54823DF36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ED160ABB-722D-DC4E-859A-E443615C7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54AB08EE-DD18-7B4D-AC18-1EC54C84C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/>
              <a:t>18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5E18074C-01DC-E947-ADC3-CC3E1BCCA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AF6BB699-5FFD-6945-919A-3D1CD815F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5CADAFF3-A870-B94F-8F7D-289F6C67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98FDFBC2-29FF-8C4F-86B2-668E978A7F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D4B504F4-7954-6045-AF9F-2C20CAF55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3B9A729B-13E4-5B42-9DB2-84618956D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F97B6100-C560-C04A-88B0-1EECCA1B67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2B177AB9-1615-6540-84B1-8AC0D01FD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79775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177A81FD-3687-CF40-8BEA-F710AABF44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72B05D55-7EC7-6444-9A49-71A6D5B55F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BFE8F015-0325-1D44-8AF7-711CFD2B3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8200FBD0-172D-7741-B90D-6071EDD9E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D59EEB93-FDE7-BC44-B7DC-9B4DC2B99C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077B1CD2-D660-E742-86CC-2A20371775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7EDA6FD9-3C73-304D-A742-E54BB8CF6F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11">
            <a:extLst>
              <a:ext uri="{FF2B5EF4-FFF2-40B4-BE49-F238E27FC236}">
                <a16:creationId xmlns:a16="http://schemas.microsoft.com/office/drawing/2014/main" id="{1B9F9D61-4532-A741-91C8-8A0F2DA04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 Box 112">
            <a:extLst>
              <a:ext uri="{FF2B5EF4-FFF2-40B4-BE49-F238E27FC236}">
                <a16:creationId xmlns:a16="http://schemas.microsoft.com/office/drawing/2014/main" id="{2F2106F1-CFA5-EA4D-B8F6-3010867F1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3" name="Text Box 113">
            <a:extLst>
              <a:ext uri="{FF2B5EF4-FFF2-40B4-BE49-F238E27FC236}">
                <a16:creationId xmlns:a16="http://schemas.microsoft.com/office/drawing/2014/main" id="{60717B36-BDA7-954C-B31E-49B8DB985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4" name="Text Box 114">
            <a:extLst>
              <a:ext uri="{FF2B5EF4-FFF2-40B4-BE49-F238E27FC236}">
                <a16:creationId xmlns:a16="http://schemas.microsoft.com/office/drawing/2014/main" id="{D3402D06-B2AF-7642-90CC-1DD3B87CB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 Box 116">
            <a:extLst>
              <a:ext uri="{FF2B5EF4-FFF2-40B4-BE49-F238E27FC236}">
                <a16:creationId xmlns:a16="http://schemas.microsoft.com/office/drawing/2014/main" id="{6B3457C6-69F2-5F45-A908-395FC6382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CA5FDDE7-67D6-B945-9EAE-250DC5E2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7" name="Text Box 185">
            <a:extLst>
              <a:ext uri="{FF2B5EF4-FFF2-40B4-BE49-F238E27FC236}">
                <a16:creationId xmlns:a16="http://schemas.microsoft.com/office/drawing/2014/main" id="{6CC82479-16AE-F24B-B067-B02270F03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 Box 186">
            <a:extLst>
              <a:ext uri="{FF2B5EF4-FFF2-40B4-BE49-F238E27FC236}">
                <a16:creationId xmlns:a16="http://schemas.microsoft.com/office/drawing/2014/main" id="{9FE64439-C3EB-6945-B92F-4B483F9C0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9" name="Text Box 187">
            <a:extLst>
              <a:ext uri="{FF2B5EF4-FFF2-40B4-BE49-F238E27FC236}">
                <a16:creationId xmlns:a16="http://schemas.microsoft.com/office/drawing/2014/main" id="{EAFE15EC-FFBB-394E-A6D6-277E8AC95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0" name="Text Box 188">
            <a:extLst>
              <a:ext uri="{FF2B5EF4-FFF2-40B4-BE49-F238E27FC236}">
                <a16:creationId xmlns:a16="http://schemas.microsoft.com/office/drawing/2014/main" id="{27B7E653-4669-B045-B28B-B6C57B933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 Box 189">
            <a:extLst>
              <a:ext uri="{FF2B5EF4-FFF2-40B4-BE49-F238E27FC236}">
                <a16:creationId xmlns:a16="http://schemas.microsoft.com/office/drawing/2014/main" id="{4A279027-81CE-2A4D-8ABC-C7CD56AE8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2" name="Text Box 190">
            <a:extLst>
              <a:ext uri="{FF2B5EF4-FFF2-40B4-BE49-F238E27FC236}">
                <a16:creationId xmlns:a16="http://schemas.microsoft.com/office/drawing/2014/main" id="{0C77231E-7B0F-C645-B2C2-8727068A2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3" name="Text Box 49">
            <a:extLst>
              <a:ext uri="{FF2B5EF4-FFF2-40B4-BE49-F238E27FC236}">
                <a16:creationId xmlns:a16="http://schemas.microsoft.com/office/drawing/2014/main" id="{B18083BB-1AA2-F549-9AD4-ED2D09A4C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Text Box 50">
            <a:extLst>
              <a:ext uri="{FF2B5EF4-FFF2-40B4-BE49-F238E27FC236}">
                <a16:creationId xmlns:a16="http://schemas.microsoft.com/office/drawing/2014/main" id="{8936CB68-1379-5946-B686-561D516D0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5" name="Text Box 51">
            <a:extLst>
              <a:ext uri="{FF2B5EF4-FFF2-40B4-BE49-F238E27FC236}">
                <a16:creationId xmlns:a16="http://schemas.microsoft.com/office/drawing/2014/main" id="{7B45CEF8-D57A-B341-B29C-E6BAA7A16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6" name="Text Box 52">
            <a:extLst>
              <a:ext uri="{FF2B5EF4-FFF2-40B4-BE49-F238E27FC236}">
                <a16:creationId xmlns:a16="http://schemas.microsoft.com/office/drawing/2014/main" id="{0D7462DF-14A1-B248-A25D-09ED48FCF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7" name="Text Box 53">
            <a:extLst>
              <a:ext uri="{FF2B5EF4-FFF2-40B4-BE49-F238E27FC236}">
                <a16:creationId xmlns:a16="http://schemas.microsoft.com/office/drawing/2014/main" id="{2A6770E0-CDF5-E043-B1DD-38D4769CA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8" name="Text Box 54">
            <a:extLst>
              <a:ext uri="{FF2B5EF4-FFF2-40B4-BE49-F238E27FC236}">
                <a16:creationId xmlns:a16="http://schemas.microsoft.com/office/drawing/2014/main" id="{16E0C3FC-0A40-6B4A-8A98-D83809756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9" name="Text Box 55">
            <a:extLst>
              <a:ext uri="{FF2B5EF4-FFF2-40B4-BE49-F238E27FC236}">
                <a16:creationId xmlns:a16="http://schemas.microsoft.com/office/drawing/2014/main" id="{68BAEF31-0277-D74C-8DFB-3DB42E6C1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50" name="Text Box 56">
            <a:extLst>
              <a:ext uri="{FF2B5EF4-FFF2-40B4-BE49-F238E27FC236}">
                <a16:creationId xmlns:a16="http://schemas.microsoft.com/office/drawing/2014/main" id="{582D975F-D16D-9747-A348-A6BDE7E0C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5780088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/>
              <a:t>18</a:t>
            </a:r>
          </a:p>
        </p:txBody>
      </p:sp>
      <p:sp>
        <p:nvSpPr>
          <p:cNvPr id="51" name="Text Box 58">
            <a:extLst>
              <a:ext uri="{FF2B5EF4-FFF2-40B4-BE49-F238E27FC236}">
                <a16:creationId xmlns:a16="http://schemas.microsoft.com/office/drawing/2014/main" id="{BFC9497F-72C6-B54B-9CFD-983120FC7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938" y="5791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b="1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DA97B2F4-6A35-9741-BDEE-59BE6F9D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75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2A7F2-5619-4846-BBE1-15D70F1F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790960D-1801-2C4C-B435-D9D5AA460A8D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4173537" y="3182938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B13C7E68-54E4-754D-A139-B51488978AA9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2047875" y="3162301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A90F3B1-704B-AF42-9659-2EF192D5CBF6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5097462" y="2073276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AE8F8-FF80-8D4A-A61E-61536A3B3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1828800"/>
            <a:ext cx="11430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4FB0CCA-7CF2-9942-86C9-8442523A5637}"/>
              </a:ext>
            </a:extLst>
          </p:cNvPr>
          <p:cNvSpPr>
            <a:spLocks noChangeArrowheads="1"/>
          </p:cNvSpPr>
          <p:nvPr/>
        </p:nvSpPr>
        <p:spPr bwMode="auto">
          <a:xfrm rot="18720000">
            <a:off x="3232150" y="2087563"/>
            <a:ext cx="346075" cy="8509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AB56B83-E823-994B-9C4B-793C470520D2}"/>
              </a:ext>
            </a:extLst>
          </p:cNvPr>
          <p:cNvSpPr>
            <a:spLocks noChangeArrowheads="1"/>
          </p:cNvSpPr>
          <p:nvPr/>
        </p:nvSpPr>
        <p:spPr bwMode="auto">
          <a:xfrm rot="2820000">
            <a:off x="2199481" y="1961357"/>
            <a:ext cx="346075" cy="1046162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BA18AF-BE2C-2946-90DC-4BBEDEE1EF18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BFS Example 2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3A2BBFBB-0D5F-2C40-8F94-411913D20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256213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>
                <a:solidFill>
                  <a:srgbClr val="0000CC"/>
                </a:solidFill>
              </a:rPr>
              <a:t>Q</a:t>
            </a:r>
          </a:p>
        </p:txBody>
      </p:sp>
      <p:graphicFrame>
        <p:nvGraphicFramePr>
          <p:cNvPr id="11" name="Group 10">
            <a:extLst>
              <a:ext uri="{FF2B5EF4-FFF2-40B4-BE49-F238E27FC236}">
                <a16:creationId xmlns:a16="http://schemas.microsoft.com/office/drawing/2014/main" id="{6AA0319C-3671-A840-B459-2F8D5527BE82}"/>
              </a:ext>
            </a:extLst>
          </p:cNvPr>
          <p:cNvGraphicFramePr>
            <a:graphicFrameLocks/>
          </p:cNvGraphicFramePr>
          <p:nvPr/>
        </p:nvGraphicFramePr>
        <p:xfrm>
          <a:off x="2014538" y="5165725"/>
          <a:ext cx="914400" cy="609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3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val 9">
            <a:extLst>
              <a:ext uri="{FF2B5EF4-FFF2-40B4-BE49-F238E27FC236}">
                <a16:creationId xmlns:a16="http://schemas.microsoft.com/office/drawing/2014/main" id="{2FFBFF9A-3B9B-9D47-AEA0-7E7B02E0F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166528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endParaRPr lang="en-US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BFF9D82B-56D6-A645-866B-56AA15B24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1670050"/>
            <a:ext cx="620712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EB80CFAE-499D-0644-811F-29219BF26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3857625"/>
            <a:ext cx="622300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8BE83E43-5192-304B-8C3E-6DB461B36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25" y="3857625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48D024D7-DADD-4B4A-831F-A192C8E6A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55900"/>
            <a:ext cx="619125" cy="563563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6D77360B-4B37-5146-9F23-49BB26D3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2776538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F50BA45B-E16F-1647-979F-253C9CD35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2781300"/>
            <a:ext cx="619125" cy="561975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E6C79268-DBA8-1948-859E-A349A3FE01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4688" y="2166938"/>
            <a:ext cx="798512" cy="6429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DFDAE4F7-C8E1-A649-9F86-DEEF93C88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1925638"/>
            <a:ext cx="11668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785FB7E7-6D0D-A046-A3F7-60CB3292E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2184400"/>
            <a:ext cx="601663" cy="6254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52F625ED-8C98-D44F-91F7-2017ABAC3F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1625" y="3233738"/>
            <a:ext cx="796925" cy="723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6D64CF4A-D904-C543-B08C-458EC8197D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0350" y="3279775"/>
            <a:ext cx="603250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DEA12214-47E8-8C4F-A42E-CCE8B3F61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7013" y="2247900"/>
            <a:ext cx="652462" cy="5794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BA9BA518-2CB1-4645-A467-B2403F8D9E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03538" y="4141788"/>
            <a:ext cx="16986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BF7935BA-CCFB-2D4D-A007-A1B6DB200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257550"/>
            <a:ext cx="601662" cy="628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BF00BE79-B97F-0544-9816-3E1271816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2166938"/>
            <a:ext cx="606425" cy="652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4A291C95-97E7-DC49-97B9-2857D61794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3338513"/>
            <a:ext cx="654050" cy="5794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7D486929-952F-7B44-8314-8B8345991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4013" y="3052763"/>
            <a:ext cx="13271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7453185D-2CA9-1347-A0E3-595A7DD5D0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2163" y="3052763"/>
            <a:ext cx="14874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111">
            <a:extLst>
              <a:ext uri="{FF2B5EF4-FFF2-40B4-BE49-F238E27FC236}">
                <a16:creationId xmlns:a16="http://schemas.microsoft.com/office/drawing/2014/main" id="{FE5A5B2D-F160-F841-BC7B-4051B00E3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14716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2" name="Text Box 112">
            <a:extLst>
              <a:ext uri="{FF2B5EF4-FFF2-40B4-BE49-F238E27FC236}">
                <a16:creationId xmlns:a16="http://schemas.microsoft.com/office/drawing/2014/main" id="{6D9BFF22-D0E8-3843-A3EA-C49D8FEF1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3" name="Text Box 113">
            <a:extLst>
              <a:ext uri="{FF2B5EF4-FFF2-40B4-BE49-F238E27FC236}">
                <a16:creationId xmlns:a16="http://schemas.microsoft.com/office/drawing/2014/main" id="{24721B5F-F90D-CC4C-A830-C16F0D640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07645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4" name="Text Box 114">
            <a:extLst>
              <a:ext uri="{FF2B5EF4-FFF2-40B4-BE49-F238E27FC236}">
                <a16:creationId xmlns:a16="http://schemas.microsoft.com/office/drawing/2014/main" id="{8370744E-72B8-C445-92F4-D638424F0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12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 Box 116">
            <a:extLst>
              <a:ext uri="{FF2B5EF4-FFF2-40B4-BE49-F238E27FC236}">
                <a16:creationId xmlns:a16="http://schemas.microsoft.com/office/drawing/2014/main" id="{B49F1709-C86B-AA44-8C93-DE848E0BD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20097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6" name="Text Box 184">
            <a:extLst>
              <a:ext uri="{FF2B5EF4-FFF2-40B4-BE49-F238E27FC236}">
                <a16:creationId xmlns:a16="http://schemas.microsoft.com/office/drawing/2014/main" id="{D86A96FA-658E-964A-AC99-1776EC492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454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7" name="Text Box 185">
            <a:extLst>
              <a:ext uri="{FF2B5EF4-FFF2-40B4-BE49-F238E27FC236}">
                <a16:creationId xmlns:a16="http://schemas.microsoft.com/office/drawing/2014/main" id="{98C81665-F827-B542-8858-2DCA87E7C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34861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 Box 186">
            <a:extLst>
              <a:ext uri="{FF2B5EF4-FFF2-40B4-BE49-F238E27FC236}">
                <a16:creationId xmlns:a16="http://schemas.microsoft.com/office/drawing/2014/main" id="{1E9856A5-90C6-F349-A7B7-324BD1845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63" y="32242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9" name="Text Box 187">
            <a:extLst>
              <a:ext uri="{FF2B5EF4-FFF2-40B4-BE49-F238E27FC236}">
                <a16:creationId xmlns:a16="http://schemas.microsoft.com/office/drawing/2014/main" id="{7FA25EDD-0132-C345-AA0F-04D9227DC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2649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0" name="Text Box 188">
            <a:extLst>
              <a:ext uri="{FF2B5EF4-FFF2-40B4-BE49-F238E27FC236}">
                <a16:creationId xmlns:a16="http://schemas.microsoft.com/office/drawing/2014/main" id="{729BA2D8-09DF-CB42-AAF1-A614C6A2A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0" y="2582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1" name="Text Box 189">
            <a:extLst>
              <a:ext uri="{FF2B5EF4-FFF2-40B4-BE49-F238E27FC236}">
                <a16:creationId xmlns:a16="http://schemas.microsoft.com/office/drawing/2014/main" id="{85D79D8C-E96F-A344-AD27-5367C0166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502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2" name="Text Box 190">
            <a:extLst>
              <a:ext uri="{FF2B5EF4-FFF2-40B4-BE49-F238E27FC236}">
                <a16:creationId xmlns:a16="http://schemas.microsoft.com/office/drawing/2014/main" id="{C6A9BA81-2F42-464D-8ECB-91C14C3D7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027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3" name="Text Box 47">
            <a:extLst>
              <a:ext uri="{FF2B5EF4-FFF2-40B4-BE49-F238E27FC236}">
                <a16:creationId xmlns:a16="http://schemas.microsoft.com/office/drawing/2014/main" id="{25E8D544-C0BB-8347-BAE0-92C448E0C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2414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2E767392-A4D5-6B4A-9583-5A5767AC7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12525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5" name="Text Box 49">
            <a:extLst>
              <a:ext uri="{FF2B5EF4-FFF2-40B4-BE49-F238E27FC236}">
                <a16:creationId xmlns:a16="http://schemas.microsoft.com/office/drawing/2014/main" id="{8B52CB6F-AD14-0648-9BFD-98A53EC9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863" y="234791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6" name="Text Box 50">
            <a:extLst>
              <a:ext uri="{FF2B5EF4-FFF2-40B4-BE49-F238E27FC236}">
                <a16:creationId xmlns:a16="http://schemas.microsoft.com/office/drawing/2014/main" id="{AE2CF66E-484E-164C-A6F5-B70D0FB1A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362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7" name="Text Box 51">
            <a:extLst>
              <a:ext uri="{FF2B5EF4-FFF2-40B4-BE49-F238E27FC236}">
                <a16:creationId xmlns:a16="http://schemas.microsoft.com/office/drawing/2014/main" id="{DACDCBD8-9217-5143-B711-CA1B4D34E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23764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48" name="Text Box 52">
            <a:extLst>
              <a:ext uri="{FF2B5EF4-FFF2-40B4-BE49-F238E27FC236}">
                <a16:creationId xmlns:a16="http://schemas.microsoft.com/office/drawing/2014/main" id="{DD5717C2-6E7A-2844-92C8-D58371A6A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4310063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49" name="Text Box 53">
            <a:extLst>
              <a:ext uri="{FF2B5EF4-FFF2-40B4-BE49-F238E27FC236}">
                <a16:creationId xmlns:a16="http://schemas.microsoft.com/office/drawing/2014/main" id="{FBE8EDAC-45A6-3D4F-8EA2-80FB3242E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43100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50" name="Text Box 55">
            <a:extLst>
              <a:ext uri="{FF2B5EF4-FFF2-40B4-BE49-F238E27FC236}">
                <a16:creationId xmlns:a16="http://schemas.microsoft.com/office/drawing/2014/main" id="{DA22C644-AD84-534A-AF48-AF7A545EB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938" y="5791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b="1"/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4D782BDC-24B5-5544-8197-BC99BC00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19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972C6-4666-5645-BBA6-306D5048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45747</TotalTime>
  <Words>1974</Words>
  <Application>Microsoft Macintosh PowerPoint</Application>
  <PresentationFormat>A4 Paper (210x297 mm)</PresentationFormat>
  <Paragraphs>737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Courier</vt:lpstr>
      <vt:lpstr>Times New Roman</vt:lpstr>
      <vt:lpstr>Trebuchet MS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868</cp:revision>
  <cp:lastPrinted>2025-03-21T05:26:40Z</cp:lastPrinted>
  <dcterms:created xsi:type="dcterms:W3CDTF">2018-07-17T04:46:00Z</dcterms:created>
  <dcterms:modified xsi:type="dcterms:W3CDTF">2025-12-08T06:20:42Z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