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8"/>
  </p:notesMasterIdLst>
  <p:sldIdLst>
    <p:sldId id="280" r:id="rId2"/>
    <p:sldId id="846" r:id="rId3"/>
    <p:sldId id="847" r:id="rId4"/>
    <p:sldId id="848" r:id="rId5"/>
    <p:sldId id="849" r:id="rId6"/>
    <p:sldId id="850" r:id="rId7"/>
    <p:sldId id="851" r:id="rId8"/>
    <p:sldId id="852" r:id="rId9"/>
    <p:sldId id="853" r:id="rId10"/>
    <p:sldId id="854" r:id="rId11"/>
    <p:sldId id="855" r:id="rId12"/>
    <p:sldId id="856" r:id="rId13"/>
    <p:sldId id="857" r:id="rId14"/>
    <p:sldId id="858" r:id="rId15"/>
    <p:sldId id="859" r:id="rId16"/>
    <p:sldId id="860" r:id="rId17"/>
    <p:sldId id="861" r:id="rId18"/>
    <p:sldId id="862" r:id="rId19"/>
    <p:sldId id="863" r:id="rId20"/>
    <p:sldId id="864" r:id="rId21"/>
    <p:sldId id="879" r:id="rId22"/>
    <p:sldId id="880" r:id="rId23"/>
    <p:sldId id="881" r:id="rId24"/>
    <p:sldId id="882" r:id="rId25"/>
    <p:sldId id="883" r:id="rId26"/>
    <p:sldId id="884" r:id="rId27"/>
    <p:sldId id="885" r:id="rId28"/>
    <p:sldId id="886" r:id="rId29"/>
    <p:sldId id="887" r:id="rId30"/>
    <p:sldId id="888" r:id="rId31"/>
    <p:sldId id="865" r:id="rId32"/>
    <p:sldId id="878" r:id="rId33"/>
    <p:sldId id="866" r:id="rId34"/>
    <p:sldId id="867" r:id="rId35"/>
    <p:sldId id="868" r:id="rId36"/>
    <p:sldId id="869" r:id="rId37"/>
    <p:sldId id="870" r:id="rId38"/>
    <p:sldId id="871" r:id="rId39"/>
    <p:sldId id="872" r:id="rId40"/>
    <p:sldId id="873" r:id="rId41"/>
    <p:sldId id="874" r:id="rId42"/>
    <p:sldId id="875" r:id="rId43"/>
    <p:sldId id="876" r:id="rId44"/>
    <p:sldId id="877" r:id="rId45"/>
    <p:sldId id="891" r:id="rId46"/>
    <p:sldId id="889" r:id="rId47"/>
    <p:sldId id="890" r:id="rId48"/>
    <p:sldId id="892" r:id="rId49"/>
    <p:sldId id="893" r:id="rId50"/>
    <p:sldId id="894" r:id="rId51"/>
    <p:sldId id="895" r:id="rId52"/>
    <p:sldId id="896" r:id="rId53"/>
    <p:sldId id="897" r:id="rId54"/>
    <p:sldId id="898" r:id="rId55"/>
    <p:sldId id="899" r:id="rId56"/>
    <p:sldId id="900" r:id="rId57"/>
    <p:sldId id="902" r:id="rId58"/>
    <p:sldId id="903" r:id="rId59"/>
    <p:sldId id="904" r:id="rId60"/>
    <p:sldId id="905" r:id="rId61"/>
    <p:sldId id="906" r:id="rId62"/>
    <p:sldId id="907" r:id="rId63"/>
    <p:sldId id="908" r:id="rId64"/>
    <p:sldId id="909" r:id="rId65"/>
    <p:sldId id="910" r:id="rId66"/>
    <p:sldId id="372" r:id="rId67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846"/>
            <p14:sldId id="847"/>
            <p14:sldId id="848"/>
            <p14:sldId id="849"/>
            <p14:sldId id="850"/>
            <p14:sldId id="851"/>
            <p14:sldId id="852"/>
            <p14:sldId id="853"/>
            <p14:sldId id="854"/>
            <p14:sldId id="855"/>
            <p14:sldId id="856"/>
            <p14:sldId id="857"/>
            <p14:sldId id="858"/>
            <p14:sldId id="859"/>
            <p14:sldId id="860"/>
            <p14:sldId id="861"/>
            <p14:sldId id="862"/>
            <p14:sldId id="863"/>
            <p14:sldId id="864"/>
            <p14:sldId id="879"/>
            <p14:sldId id="880"/>
            <p14:sldId id="881"/>
            <p14:sldId id="882"/>
            <p14:sldId id="883"/>
            <p14:sldId id="884"/>
            <p14:sldId id="885"/>
            <p14:sldId id="886"/>
            <p14:sldId id="887"/>
            <p14:sldId id="888"/>
            <p14:sldId id="865"/>
            <p14:sldId id="878"/>
            <p14:sldId id="866"/>
            <p14:sldId id="867"/>
            <p14:sldId id="868"/>
            <p14:sldId id="869"/>
            <p14:sldId id="870"/>
            <p14:sldId id="871"/>
            <p14:sldId id="872"/>
            <p14:sldId id="873"/>
            <p14:sldId id="874"/>
            <p14:sldId id="875"/>
            <p14:sldId id="876"/>
            <p14:sldId id="877"/>
            <p14:sldId id="891"/>
            <p14:sldId id="889"/>
            <p14:sldId id="890"/>
            <p14:sldId id="892"/>
            <p14:sldId id="893"/>
            <p14:sldId id="894"/>
            <p14:sldId id="895"/>
            <p14:sldId id="896"/>
            <p14:sldId id="897"/>
            <p14:sldId id="898"/>
            <p14:sldId id="899"/>
            <p14:sldId id="900"/>
            <p14:sldId id="902"/>
            <p14:sldId id="903"/>
            <p14:sldId id="904"/>
            <p14:sldId id="905"/>
            <p14:sldId id="906"/>
            <p14:sldId id="907"/>
            <p14:sldId id="908"/>
            <p14:sldId id="909"/>
            <p14:sldId id="910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92632" autoAdjust="0"/>
  </p:normalViewPr>
  <p:slideViewPr>
    <p:cSldViewPr snapToGrid="0">
      <p:cViewPr varScale="1">
        <p:scale>
          <a:sx n="57" d="100"/>
          <a:sy n="57" d="100"/>
        </p:scale>
        <p:origin x="1064" y="176"/>
      </p:cViewPr>
      <p:guideLst>
        <p:guide orient="horz" pos="2306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01A63-A7C4-4D9E-8336-1A8A451B13AA}" type="datetime1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7285-B0D8-4CCE-9696-7B972DFD7D37}" type="datetime1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07B5-A00F-4D95-A944-352881DC976F}" type="datetime1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D666-1070-47A4-93DD-CDEF7BD1F6B1}" type="datetime1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CCC7-9EDE-420E-93DD-85D8C3590620}" type="datetime1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457-A80F-46AA-AB73-6563C30B8F07}" type="datetime1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94D2-7C33-4737-9BFA-E0AD9F259636}" type="datetime1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A1E-52E8-41CF-B036-B709E3BEEE64}" type="datetime1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ECB7-59A1-4697-8604-3431EA5C9D9C}" type="datetime1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4D-C0BA-4384-BF05-F9F894E8B242}" type="datetime1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E58A-A4F5-4361-A1B6-594D0881072F}" type="datetime1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4028-4A59-403E-B211-633674C4AE82}" type="datetime1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1D7D9E-FB29-9D4A-9A84-AC73C8AAA8E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842" y="0"/>
            <a:ext cx="1367045" cy="10469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42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Graph Algorithms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833816" y="1284843"/>
            <a:ext cx="451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 Structures and Algorithms</a:t>
            </a:r>
          </a:p>
          <a:p>
            <a:pPr algn="ctr"/>
            <a:r>
              <a:rPr lang="en-US" b="1" dirty="0"/>
              <a:t>(CS221)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C2F6EC-2356-6340-A6A9-3F0CDF262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2AD0B6-4BE3-DF46-855F-246DF9115138}"/>
              </a:ext>
            </a:extLst>
          </p:cNvPr>
          <p:cNvSpPr txBox="1">
            <a:spLocks/>
          </p:cNvSpPr>
          <p:nvPr/>
        </p:nvSpPr>
        <p:spPr bwMode="auto">
          <a:xfrm>
            <a:off x="139466" y="88878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Depth First Search (DFS)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B66E2E-2D19-6A48-96D2-AF20DC8D0E84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2390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Formally, DFS is an uninformed search that progresses by</a:t>
            </a:r>
          </a:p>
          <a:p>
            <a:pPr lvl="1"/>
            <a:r>
              <a:rPr lang="en-US" altLang="en-US" dirty="0"/>
              <a:t>expanding the first child node of the search tree  (or graph) that appears, and </a:t>
            </a:r>
          </a:p>
          <a:p>
            <a:pPr lvl="1"/>
            <a:r>
              <a:rPr lang="en-US" altLang="en-US" dirty="0"/>
              <a:t>thus going deeper and deeper </a:t>
            </a:r>
          </a:p>
          <a:p>
            <a:pPr lvl="1"/>
            <a:r>
              <a:rPr lang="en-US" altLang="en-US" dirty="0"/>
              <a:t>until a goal node is found</a:t>
            </a:r>
          </a:p>
          <a:p>
            <a:r>
              <a:rPr lang="en-US" altLang="en-US" dirty="0"/>
              <a:t>Then the search backtracks, returning to the most recent node it hasn't finished exploring.</a:t>
            </a:r>
          </a:p>
          <a:p>
            <a:r>
              <a:rPr lang="en-US" altLang="en-US" dirty="0"/>
              <a:t>In a non-recursive implementation, all freshly expanded nodes are added to a stack for exploration.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31691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9BC547-181D-4A4A-A9A6-D74D2182C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3DA8BF-C46D-414B-BEAA-7F31169D447B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latin typeface="Trebuchet MS" panose="020B0703020202090204" pitchFamily="34" charset="0"/>
              </a:rPr>
              <a:t>DFS Pseudocode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24996C-2F2C-9F4C-89FC-65090E00E39C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999C2619-A539-144F-93A0-3A92DAAA1D05}" type="slidenum">
              <a:rPr lang="en-US" altLang="en-US" sz="1100"/>
              <a:pPr algn="r" eaLnBrk="1" hangingPunct="1"/>
              <a:t>3</a:t>
            </a:fld>
            <a:endParaRPr lang="en-US" altLang="en-US" sz="1100"/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7593A14F-0730-724E-BA01-74D934183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14400"/>
            <a:ext cx="77724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800" b="1" dirty="0"/>
              <a:t>procedure</a:t>
            </a:r>
            <a:r>
              <a:rPr lang="en-US" altLang="en-US" sz="2800" dirty="0"/>
              <a:t> DFS(</a:t>
            </a:r>
            <a:r>
              <a:rPr lang="en-US" altLang="en-US" sz="2800" i="1" dirty="0"/>
              <a:t>G</a:t>
            </a:r>
            <a:r>
              <a:rPr lang="en-US" altLang="en-US" sz="2800" dirty="0"/>
              <a:t>)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800" dirty="0"/>
              <a:t>	</a:t>
            </a:r>
            <a:r>
              <a:rPr lang="en-US" altLang="en-US" sz="2800" b="1" dirty="0"/>
              <a:t>for</a:t>
            </a:r>
            <a:r>
              <a:rPr lang="en-US" altLang="en-US" sz="2800" dirty="0"/>
              <a:t> each vertex </a:t>
            </a:r>
            <a:r>
              <a:rPr lang="en-US" altLang="en-US" sz="2800" i="1" dirty="0"/>
              <a:t>u</a:t>
            </a:r>
            <a:r>
              <a:rPr lang="en-US" altLang="en-US" sz="2800" dirty="0"/>
              <a:t> in </a:t>
            </a:r>
            <a:r>
              <a:rPr lang="en-US" altLang="en-US" sz="2800" i="1" dirty="0"/>
              <a:t>G</a:t>
            </a:r>
            <a:endParaRPr lang="en-US" altLang="en-US" sz="2800" dirty="0"/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800" dirty="0"/>
              <a:t>		</a:t>
            </a:r>
            <a:r>
              <a:rPr lang="en-US" altLang="en-US" sz="2800" i="1" dirty="0" err="1"/>
              <a:t>u</a:t>
            </a:r>
            <a:r>
              <a:rPr lang="en-US" altLang="en-US" sz="2800" dirty="0" err="1"/>
              <a:t>.</a:t>
            </a:r>
            <a:r>
              <a:rPr lang="en-US" altLang="en-US" sz="2800" i="1" dirty="0" err="1"/>
              <a:t>status</a:t>
            </a:r>
            <a:r>
              <a:rPr lang="en-US" altLang="en-US" sz="2800" dirty="0"/>
              <a:t> = </a:t>
            </a:r>
            <a:r>
              <a:rPr lang="en-US" altLang="en-US" sz="2800" b="1" dirty="0" err="1">
                <a:solidFill>
                  <a:srgbClr val="9D3D88"/>
                </a:solidFill>
              </a:rPr>
              <a:t>notVisited</a:t>
            </a:r>
            <a:r>
              <a:rPr lang="en-US" altLang="en-US" sz="2800" b="1" dirty="0">
                <a:solidFill>
                  <a:srgbClr val="9D3D88"/>
                </a:solidFill>
              </a:rPr>
              <a:t>/white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800" dirty="0"/>
              <a:t>		</a:t>
            </a:r>
            <a:r>
              <a:rPr lang="en-US" altLang="en-US" sz="2800" i="1" dirty="0" err="1"/>
              <a:t>u</a:t>
            </a:r>
            <a:r>
              <a:rPr lang="en-US" altLang="en-US" sz="2800" dirty="0" err="1"/>
              <a:t>.</a:t>
            </a:r>
            <a:r>
              <a:rPr lang="en-US" altLang="en-US" sz="2800" i="1" dirty="0" err="1"/>
              <a:t>pi</a:t>
            </a:r>
            <a:r>
              <a:rPr lang="en-US" altLang="en-US" sz="2800" dirty="0"/>
              <a:t> = </a:t>
            </a:r>
            <a:r>
              <a:rPr lang="en-US" altLang="en-US" sz="2800" i="1" dirty="0"/>
              <a:t>NULL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800" b="1" dirty="0"/>
              <a:t>	for</a:t>
            </a:r>
            <a:r>
              <a:rPr lang="en-US" altLang="en-US" sz="2800" dirty="0"/>
              <a:t> each vertex </a:t>
            </a:r>
            <a:r>
              <a:rPr lang="en-US" altLang="en-US" sz="2800" i="1" dirty="0"/>
              <a:t>u</a:t>
            </a:r>
            <a:r>
              <a:rPr lang="en-US" altLang="en-US" sz="2800" dirty="0"/>
              <a:t> in </a:t>
            </a:r>
            <a:r>
              <a:rPr lang="en-US" altLang="en-US" sz="2800" i="1" dirty="0"/>
              <a:t>G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800" i="1" dirty="0"/>
              <a:t>		</a:t>
            </a:r>
            <a:r>
              <a:rPr lang="en-US" altLang="en-US" sz="2800" b="1" dirty="0"/>
              <a:t>if</a:t>
            </a:r>
            <a:r>
              <a:rPr lang="en-US" altLang="en-US" sz="2800" dirty="0"/>
              <a:t> </a:t>
            </a:r>
            <a:r>
              <a:rPr lang="en-US" altLang="en-US" sz="2800" i="1" dirty="0" err="1"/>
              <a:t>u.status</a:t>
            </a:r>
            <a:r>
              <a:rPr lang="en-US" altLang="en-US" sz="2800" dirty="0"/>
              <a:t> = </a:t>
            </a:r>
            <a:r>
              <a:rPr lang="en-US" altLang="en-US" sz="2800" b="1" dirty="0" err="1">
                <a:solidFill>
                  <a:srgbClr val="9D3D88"/>
                </a:solidFill>
              </a:rPr>
              <a:t>notVisited</a:t>
            </a:r>
            <a:r>
              <a:rPr lang="en-US" altLang="en-US" sz="2800" b="1" dirty="0">
                <a:solidFill>
                  <a:srgbClr val="9D3D88"/>
                </a:solidFill>
              </a:rPr>
              <a:t>/white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800" b="1" dirty="0">
                <a:solidFill>
                  <a:srgbClr val="9D3D88"/>
                </a:solidFill>
              </a:rPr>
              <a:t>             	 </a:t>
            </a:r>
            <a:r>
              <a:rPr lang="en-US" altLang="en-US" sz="2800" dirty="0" err="1"/>
              <a:t>DFS_visit</a:t>
            </a:r>
            <a:r>
              <a:rPr lang="en-US" altLang="en-US" sz="2800" dirty="0"/>
              <a:t>(</a:t>
            </a:r>
            <a:r>
              <a:rPr lang="en-US" altLang="en-US" sz="2800" i="1" dirty="0"/>
              <a:t>G</a:t>
            </a:r>
            <a:r>
              <a:rPr lang="en-US" altLang="en-US" sz="2800" dirty="0"/>
              <a:t>, </a:t>
            </a:r>
            <a:r>
              <a:rPr lang="en-US" altLang="en-US" sz="2800" i="1" dirty="0"/>
              <a:t>u</a:t>
            </a:r>
            <a:r>
              <a:rPr lang="en-US" altLang="en-US" sz="2800" dirty="0"/>
              <a:t>) </a:t>
            </a:r>
            <a:r>
              <a:rPr lang="en-US" altLang="en-US" sz="2800" b="1" dirty="0">
                <a:solidFill>
                  <a:srgbClr val="9D3D88"/>
                </a:solidFill>
              </a:rPr>
              <a:t>	       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800" b="1" dirty="0">
                <a:solidFill>
                  <a:srgbClr val="9D3D88"/>
                </a:solidFill>
              </a:rPr>
              <a:t>             </a:t>
            </a:r>
          </a:p>
        </p:txBody>
      </p:sp>
    </p:spTree>
    <p:extLst>
      <p:ext uri="{BB962C8B-B14F-4D97-AF65-F5344CB8AC3E}">
        <p14:creationId xmlns:p14="http://schemas.microsoft.com/office/powerpoint/2010/main" val="4244355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0F14BE-5921-904B-92CB-4047AD03A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111E00-BC8A-5345-8CA7-06EAD74D8C3F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latin typeface="Trebuchet MS" panose="020B0703020202090204" pitchFamily="34" charset="0"/>
              </a:rPr>
              <a:t>DFS Pseudocode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087547-3323-AA4B-8536-62DAE3F951BF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5D4FC35D-70F2-284A-9B6F-462FE97B3CC3}" type="slidenum">
              <a:rPr lang="en-US" altLang="en-US" sz="1100"/>
              <a:pPr algn="r" eaLnBrk="1" hangingPunct="1"/>
              <a:t>4</a:t>
            </a:fld>
            <a:endParaRPr lang="en-US" altLang="en-US" sz="1100"/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CC0D9640-06FD-D444-9707-7EC5F3C24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14400"/>
            <a:ext cx="77724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b="1" dirty="0"/>
              <a:t>procedure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DFS_visit</a:t>
            </a:r>
            <a:r>
              <a:rPr lang="en-US" altLang="en-US" sz="2400" dirty="0"/>
              <a:t>(</a:t>
            </a:r>
            <a:r>
              <a:rPr lang="en-US" altLang="en-US" sz="2400" i="1" dirty="0"/>
              <a:t>G</a:t>
            </a:r>
            <a:r>
              <a:rPr lang="en-US" altLang="en-US" sz="2400" dirty="0"/>
              <a:t>, </a:t>
            </a:r>
            <a:r>
              <a:rPr lang="en-US" altLang="en-US" sz="2400" i="1" dirty="0"/>
              <a:t>u</a:t>
            </a:r>
            <a:r>
              <a:rPr lang="en-US" altLang="en-US" sz="2400" dirty="0"/>
              <a:t>)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i="1" dirty="0"/>
              <a:t>	</a:t>
            </a:r>
            <a:r>
              <a:rPr lang="en-US" altLang="en-US" sz="2800" i="1" dirty="0" err="1"/>
              <a:t>u</a:t>
            </a:r>
            <a:r>
              <a:rPr lang="en-US" altLang="en-US" sz="2800" dirty="0" err="1"/>
              <a:t>.</a:t>
            </a:r>
            <a:r>
              <a:rPr lang="en-US" altLang="en-US" sz="2800" i="1" dirty="0" err="1"/>
              <a:t>status</a:t>
            </a:r>
            <a:r>
              <a:rPr lang="en-US" altLang="en-US" sz="2800" dirty="0"/>
              <a:t> = </a:t>
            </a:r>
            <a:r>
              <a:rPr lang="en-US" altLang="en-US" sz="2400" b="1" dirty="0">
                <a:solidFill>
                  <a:srgbClr val="969696"/>
                </a:solidFill>
              </a:rPr>
              <a:t>visited / grey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b="1" dirty="0"/>
              <a:t>	for </a:t>
            </a:r>
            <a:r>
              <a:rPr lang="en-US" altLang="en-US" sz="2400" dirty="0"/>
              <a:t>each</a:t>
            </a:r>
            <a:r>
              <a:rPr lang="en-US" altLang="en-US" sz="2400" b="1" dirty="0"/>
              <a:t> </a:t>
            </a:r>
            <a:r>
              <a:rPr lang="en-US" altLang="en-US" sz="2400" i="1" dirty="0"/>
              <a:t>v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rgbClr val="969696"/>
                </a:solidFill>
              </a:rPr>
              <a:t>adjacent</a:t>
            </a:r>
            <a:r>
              <a:rPr lang="en-US" altLang="en-US" sz="2400" dirty="0"/>
              <a:t> to </a:t>
            </a:r>
            <a:r>
              <a:rPr lang="en-US" altLang="en-US" sz="2400" i="1" dirty="0"/>
              <a:t>u</a:t>
            </a:r>
            <a:r>
              <a:rPr lang="en-US" altLang="en-US" sz="2400" dirty="0"/>
              <a:t> </a:t>
            </a:r>
            <a:r>
              <a:rPr lang="en-US" altLang="en-US" sz="2400" b="1" dirty="0"/>
              <a:t>do</a:t>
            </a:r>
            <a:r>
              <a:rPr lang="en-US" altLang="en-US" sz="2400" dirty="0"/>
              <a:t>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i="1" dirty="0"/>
              <a:t>	</a:t>
            </a:r>
            <a:r>
              <a:rPr lang="en-US" altLang="en-US" sz="2400" b="1" dirty="0"/>
              <a:t>     if</a:t>
            </a:r>
            <a:r>
              <a:rPr lang="en-US" altLang="en-US" sz="2400" dirty="0"/>
              <a:t> </a:t>
            </a:r>
            <a:r>
              <a:rPr lang="en-US" altLang="en-US" sz="2400" i="1" dirty="0" err="1"/>
              <a:t>v.status</a:t>
            </a:r>
            <a:r>
              <a:rPr lang="en-US" altLang="en-US" sz="2400" dirty="0"/>
              <a:t> = </a:t>
            </a:r>
            <a:r>
              <a:rPr lang="en-US" altLang="en-US" sz="2400" b="1" dirty="0" err="1">
                <a:solidFill>
                  <a:srgbClr val="9D3D88"/>
                </a:solidFill>
              </a:rPr>
              <a:t>notVisited</a:t>
            </a:r>
            <a:r>
              <a:rPr lang="en-US" altLang="en-US" sz="2400" b="1" dirty="0">
                <a:solidFill>
                  <a:srgbClr val="9D3D88"/>
                </a:solidFill>
              </a:rPr>
              <a:t>/white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		     </a:t>
            </a:r>
            <a:r>
              <a:rPr lang="en-US" altLang="en-US" sz="2400" i="1" dirty="0" err="1"/>
              <a:t>v</a:t>
            </a:r>
            <a:r>
              <a:rPr lang="en-US" altLang="en-US" sz="2400" dirty="0" err="1"/>
              <a:t>.</a:t>
            </a:r>
            <a:r>
              <a:rPr lang="en-US" altLang="en-US" sz="2400" i="1" dirty="0" err="1"/>
              <a:t>pi</a:t>
            </a:r>
            <a:r>
              <a:rPr lang="en-US" altLang="en-US" sz="2400" dirty="0"/>
              <a:t> = u;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i="1" dirty="0"/>
              <a:t>		     </a:t>
            </a:r>
            <a:r>
              <a:rPr lang="en-US" altLang="en-US" sz="2400" i="1" dirty="0" err="1"/>
              <a:t>DFS_visit</a:t>
            </a:r>
            <a:r>
              <a:rPr lang="en-US" altLang="en-US" sz="2400" i="1" dirty="0"/>
              <a:t>(G, v</a:t>
            </a:r>
            <a:r>
              <a:rPr lang="en-US" altLang="en-US" sz="2400" dirty="0"/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dirty="0"/>
              <a:t>	</a:t>
            </a:r>
            <a:r>
              <a:rPr lang="en-US" altLang="en-US" sz="2400" i="1" dirty="0" err="1"/>
              <a:t>u.status</a:t>
            </a:r>
            <a:r>
              <a:rPr lang="en-US" altLang="en-US" sz="2400" dirty="0"/>
              <a:t> = </a:t>
            </a:r>
            <a:r>
              <a:rPr lang="en-US" altLang="en-US" sz="2400" b="1" dirty="0"/>
              <a:t>processed/ black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400" b="1" dirty="0"/>
              <a:t>         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67670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0974BD-7686-C948-9666-4FE5FF2CA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C71DB6-E679-C64F-8308-5F173467A8B2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001C6A8-A80B-CD4C-AB3D-2F97135DA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0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7603C6D7-C94A-A04F-8564-B5D19719E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3C3F0C9-9CDC-EB4B-856E-8A2D86437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C153CE23-13F8-1B4F-BD64-7212E5AC9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716FFC3-D045-8B43-B1BA-8C891FC3B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FF5E93-BD58-DC47-AA41-37DDE043D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D655FADB-5E53-1C46-A2B2-0A29D5D29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53DA0EA7-E0EF-6E43-BFBC-8E8915184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A4752F2-0F4E-094F-B476-CD3B2B2B7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3" y="35925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BD241BA9-BC8A-E546-941F-64434A0D8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8A29829-FEB8-3D4E-B2AA-F77BAA3E7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3603625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CE8BD271-5BD3-B643-AD72-07313185A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E052BF0-DF1B-FC4A-9CD4-315CAA8BD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 dirty="0"/>
              <a:t>∞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1A6AA0E-E213-4E40-A98D-6A526FA84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6054F91D-6CAC-B946-A2DA-DCC2EEE86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26D3CC50-3614-E149-BD4E-02D2831AE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8128FCC8-6D02-7C41-8A57-11E5C655A2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21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77510337-BDA2-CA44-B407-8B14D4AE07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5C877922-9819-2C4C-BF22-5CF083AB07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CDE84162-230E-2940-B7C5-5889F1D4A2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FDBD8D01-D177-9C48-963B-2FB3A1BF8DE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15EB9C19-E386-2E45-95E1-1EFB04D3F79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27C8288F-0C00-6C4D-962D-68827BF3A5D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A9BED5EF-92C7-2A42-9F90-A37FD582646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9052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DF6CBDE7-17DD-984D-8B57-6FB3221543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DACE5371-069D-534D-B963-ED66D4E591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550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AC9D92-0BD8-E34F-BFD5-A5DCDE442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Rectangle 31">
            <a:extLst>
              <a:ext uri="{FF2B5EF4-FFF2-40B4-BE49-F238E27FC236}">
                <a16:creationId xmlns:a16="http://schemas.microsoft.com/office/drawing/2014/main" id="{16A0EA64-6D9F-4843-B9B5-4AD5EB53B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195513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5B1AC4F-DBB3-4144-87BC-7334E8820003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5" name="Oval 3">
            <a:extLst>
              <a:ext uri="{FF2B5EF4-FFF2-40B4-BE49-F238E27FC236}">
                <a16:creationId xmlns:a16="http://schemas.microsoft.com/office/drawing/2014/main" id="{FFCFAC18-554A-D848-A8FE-ECF7C0587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0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B683AE22-82DC-7C42-8573-05F039B15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5784A975-E863-3842-9968-E8343FAFA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1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6E1DB086-DA62-CF4D-A2B7-B5D2BC2D8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D97EF7A2-F832-E84F-9795-25FDAEE42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C70DD7E2-EACD-A44F-8FB5-3F7C86410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B6805E55-5D45-234B-8571-5992DECDE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40D6D074-E486-DE4B-A430-FF5FBBAD5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C2A9F85F-6D53-F241-BD12-AB4462EE3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3" y="35925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6E34F35E-AE61-B84F-85E6-BDA6B5131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5485C142-399B-EF46-AA8F-5DF26E484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3603625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C556FE38-9AC6-2646-96A4-276A7F9F13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17" name="Oval 15">
            <a:extLst>
              <a:ext uri="{FF2B5EF4-FFF2-40B4-BE49-F238E27FC236}">
                <a16:creationId xmlns:a16="http://schemas.microsoft.com/office/drawing/2014/main" id="{C6974D3A-FD2A-4E4C-9C34-863A745C4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7CCFE828-B673-7542-96A1-D7EDFE653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3AB4D0BF-BF9A-FD49-8EC0-FA5E64D10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014397C3-6A3F-4748-B72E-CEB1445A4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0119F0FE-E5C1-B54A-B2F7-E9264D8B21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21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2DC3BDAE-A2F9-0D41-BBEE-DB4E7F7EFB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AA27C1A4-559F-E741-A3AF-DDD7DD672B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DE1FFEBF-E320-094C-A5CD-EDC78AB285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C5602704-AF3C-F247-BC6C-EC447F15F3A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CFBE8829-0B5E-E14C-BA90-FFCB61439A2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9E71BBFB-479C-174E-9C7C-CB3A4D51EBB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5848EA09-CAF8-6D4B-A6EC-4799CF9173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9052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1AC6BBB6-9F45-334A-AC07-24FAFF2FC6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1FFF533B-E964-824A-B39D-31C4C14109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84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0CA1E2-C298-9C4B-8788-95133EC4B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Rectangle 31">
            <a:extLst>
              <a:ext uri="{FF2B5EF4-FFF2-40B4-BE49-F238E27FC236}">
                <a16:creationId xmlns:a16="http://schemas.microsoft.com/office/drawing/2014/main" id="{63945380-E5E9-8648-93DA-EECA4EA76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E3BA7F5E-D4C8-A84C-9E9C-03BFC674D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66700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5E45264-40D8-9D4E-965C-DAD7DB910126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6" name="Oval 3">
            <a:extLst>
              <a:ext uri="{FF2B5EF4-FFF2-40B4-BE49-F238E27FC236}">
                <a16:creationId xmlns:a16="http://schemas.microsoft.com/office/drawing/2014/main" id="{EC72F822-F64A-2B4A-8991-A17E7A907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0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F17CFA14-72E5-6C46-BA8E-72996E915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2DCD3CC4-9BB8-F942-B614-83375A791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1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06685873-CB2F-244B-8CFA-53474B438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F90871C2-0257-C640-8CCA-183068FB4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1" name="Oval 8">
            <a:extLst>
              <a:ext uri="{FF2B5EF4-FFF2-40B4-BE49-F238E27FC236}">
                <a16:creationId xmlns:a16="http://schemas.microsoft.com/office/drawing/2014/main" id="{4E87A269-5372-354B-8239-AA21E7B7E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E0669050-2607-0548-84AA-3504B22A2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CA3BEF12-29D2-E44E-8EE2-F222B9BA6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D09D8672-D4F9-5447-B854-C7293A5FC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3" y="35925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ADC4016F-BD57-BF49-8557-D12B2C9FC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16" name="Oval 13">
            <a:extLst>
              <a:ext uri="{FF2B5EF4-FFF2-40B4-BE49-F238E27FC236}">
                <a16:creationId xmlns:a16="http://schemas.microsoft.com/office/drawing/2014/main" id="{A0583745-CB32-634E-AFA8-30CB12E43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3603625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2</a:t>
            </a: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8A019436-907F-0C48-881E-BB70BB8B87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B5240B6D-2704-6D4D-87C5-34DD42580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F00A11B5-CC9D-894D-8ED5-4AFA814C0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E705DB96-A3AC-5E44-9DD6-241E75A03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21" name="Text Box 18">
            <a:extLst>
              <a:ext uri="{FF2B5EF4-FFF2-40B4-BE49-F238E27FC236}">
                <a16:creationId xmlns:a16="http://schemas.microsoft.com/office/drawing/2014/main" id="{CCFA93F2-1C16-524C-A765-BC01A875B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22" name="Line 19">
            <a:extLst>
              <a:ext uri="{FF2B5EF4-FFF2-40B4-BE49-F238E27FC236}">
                <a16:creationId xmlns:a16="http://schemas.microsoft.com/office/drawing/2014/main" id="{7E0E55A4-69FC-8646-86E9-E87F679FD9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21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C62C7BF5-CF87-1944-9540-9DCD051E54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F115E43A-8CD9-6C45-81F2-60C70297A8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3848F718-146D-2F43-A7F0-0632F83555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CB65EB77-7114-8948-8A00-40A5C74E907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07216D1F-DE22-D246-8FF8-5B3E55D6E0B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6C8F776A-A843-2A4C-8741-0C27B3CEABA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9C306296-038F-C640-8F32-E639454C7B0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9052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26124625-09E4-9540-A279-FBF54A9F5B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539EE3C4-C109-9C49-BE29-B9DB17360A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291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C87980-586D-E344-87DB-BC5D3220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Rectangle 31">
            <a:extLst>
              <a:ext uri="{FF2B5EF4-FFF2-40B4-BE49-F238E27FC236}">
                <a16:creationId xmlns:a16="http://schemas.microsoft.com/office/drawing/2014/main" id="{BA1B1F0E-BC90-474F-A666-1D0FD268C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AutoShape 30">
            <a:extLst>
              <a:ext uri="{FF2B5EF4-FFF2-40B4-BE49-F238E27FC236}">
                <a16:creationId xmlns:a16="http://schemas.microsoft.com/office/drawing/2014/main" id="{280498A4-CC88-634B-81C1-DC56EBE9C1FF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733800" y="243840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C966009-3175-AD44-9DDB-9132162AA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66700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7A2F85D-D5B5-2847-A77D-F3B73CFA11CC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78C21BAA-FDA1-AD4B-90BE-A55AEA9FA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0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21F50CAF-4BBB-4B41-B7C3-243FED17E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A23DAEC7-E48E-8A43-91E8-B8196C3B3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1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C599E37D-F332-0A46-8CE4-93B0FBE19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11" name="Oval 8">
            <a:extLst>
              <a:ext uri="{FF2B5EF4-FFF2-40B4-BE49-F238E27FC236}">
                <a16:creationId xmlns:a16="http://schemas.microsoft.com/office/drawing/2014/main" id="{1B15EF8C-FC4F-E648-9D3A-C7CD4E104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3</a:t>
            </a:r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9BB519F1-B405-D64E-9529-47F844992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B244FE73-AD75-9940-AD48-01B3074CC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0CF6CE78-10AE-F243-9FC6-E42442236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5" name="Oval 12">
            <a:extLst>
              <a:ext uri="{FF2B5EF4-FFF2-40B4-BE49-F238E27FC236}">
                <a16:creationId xmlns:a16="http://schemas.microsoft.com/office/drawing/2014/main" id="{444168A7-EC91-554F-8359-BF37001CC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3" y="35925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26271825-FD6E-454F-8D0B-C6463E44A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17" name="Oval 14">
            <a:extLst>
              <a:ext uri="{FF2B5EF4-FFF2-40B4-BE49-F238E27FC236}">
                <a16:creationId xmlns:a16="http://schemas.microsoft.com/office/drawing/2014/main" id="{31CB2B36-3E1E-7543-8866-8DF0D0E15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3603625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2</a:t>
            </a:r>
          </a:p>
        </p:txBody>
      </p:sp>
      <p:sp>
        <p:nvSpPr>
          <p:cNvPr id="18" name="Text Box 15">
            <a:extLst>
              <a:ext uri="{FF2B5EF4-FFF2-40B4-BE49-F238E27FC236}">
                <a16:creationId xmlns:a16="http://schemas.microsoft.com/office/drawing/2014/main" id="{DA5C2B0D-B5DF-CA4A-AFE5-547D84BAC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FD1079BB-E6D9-674B-9F6A-ADBF70821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20" name="Oval 17">
            <a:extLst>
              <a:ext uri="{FF2B5EF4-FFF2-40B4-BE49-F238E27FC236}">
                <a16:creationId xmlns:a16="http://schemas.microsoft.com/office/drawing/2014/main" id="{3FE2B3C4-D9DB-5846-AAB5-6582BF7E5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21" name="Text Box 18">
            <a:extLst>
              <a:ext uri="{FF2B5EF4-FFF2-40B4-BE49-F238E27FC236}">
                <a16:creationId xmlns:a16="http://schemas.microsoft.com/office/drawing/2014/main" id="{BB0360E8-261D-D342-B4C9-2161E577E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22" name="Text Box 19">
            <a:extLst>
              <a:ext uri="{FF2B5EF4-FFF2-40B4-BE49-F238E27FC236}">
                <a16:creationId xmlns:a16="http://schemas.microsoft.com/office/drawing/2014/main" id="{4084FBA1-03F7-7246-A351-30788758F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490E4C8C-FA28-FA40-A6FE-9614CE1F44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21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172453C9-7257-3F4C-A9C3-F7D32944D2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100E092C-966D-D74E-90A6-66FAF6499A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12A8931A-02EE-9346-AAB8-5F672C4355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E9B2B5EC-DD6B-6F49-8C1C-C99F213656B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E5D8D47C-F031-FB42-8D68-E673EACEBB6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8585B9DF-198B-4349-8244-6D9B5588826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2F0D699D-EB77-B442-925D-94073833018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9052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19ADDE8D-AFA7-B74D-AC0B-8800248041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29">
            <a:extLst>
              <a:ext uri="{FF2B5EF4-FFF2-40B4-BE49-F238E27FC236}">
                <a16:creationId xmlns:a16="http://schemas.microsoft.com/office/drawing/2014/main" id="{10A89BDA-672A-9847-807C-8F50C4DBA5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9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D5653C-BB51-7B47-B85B-EF94DB44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4988A492-DB8B-CF47-B875-379672893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525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7FE189A3-65DD-F849-83B5-C5E75A092024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733800" y="243840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4412E4-FCCB-9146-84A5-83B9CB006EDD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12A71B41-7EAD-6A43-9542-1A6E1388E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3</a:t>
            </a:r>
          </a:p>
        </p:txBody>
      </p:sp>
      <p:sp>
        <p:nvSpPr>
          <p:cNvPr id="7" name="Oval 10">
            <a:extLst>
              <a:ext uri="{FF2B5EF4-FFF2-40B4-BE49-F238E27FC236}">
                <a16:creationId xmlns:a16="http://schemas.microsoft.com/office/drawing/2014/main" id="{8FA56E42-2206-6B4A-A665-418F078A3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4</a:t>
            </a: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44AF621F-4768-B047-A380-A69CE30EC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6FCE8E03-8DEB-944C-B20C-B834880DE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0" name="Oval 17">
            <a:extLst>
              <a:ext uri="{FF2B5EF4-FFF2-40B4-BE49-F238E27FC236}">
                <a16:creationId xmlns:a16="http://schemas.microsoft.com/office/drawing/2014/main" id="{F6E4103D-592B-C747-B99A-44475D3F0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1" name="Oval 18">
            <a:extLst>
              <a:ext uri="{FF2B5EF4-FFF2-40B4-BE49-F238E27FC236}">
                <a16:creationId xmlns:a16="http://schemas.microsoft.com/office/drawing/2014/main" id="{E5FA822D-AC4A-6A45-95DA-5B06D3AEF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2" name="Text Box 19">
            <a:extLst>
              <a:ext uri="{FF2B5EF4-FFF2-40B4-BE49-F238E27FC236}">
                <a16:creationId xmlns:a16="http://schemas.microsoft.com/office/drawing/2014/main" id="{15FA3308-5446-2C4B-A4D2-280AFA87A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13" name="Text Box 20">
            <a:extLst>
              <a:ext uri="{FF2B5EF4-FFF2-40B4-BE49-F238E27FC236}">
                <a16:creationId xmlns:a16="http://schemas.microsoft.com/office/drawing/2014/main" id="{85745DA8-8BA7-EC48-8991-8649691A3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14" name="Line 23">
            <a:extLst>
              <a:ext uri="{FF2B5EF4-FFF2-40B4-BE49-F238E27FC236}">
                <a16:creationId xmlns:a16="http://schemas.microsoft.com/office/drawing/2014/main" id="{7185E717-80DE-DF48-8309-D2A4F97ECE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24">
            <a:extLst>
              <a:ext uri="{FF2B5EF4-FFF2-40B4-BE49-F238E27FC236}">
                <a16:creationId xmlns:a16="http://schemas.microsoft.com/office/drawing/2014/main" id="{AB813666-9D24-B14E-84AC-5AB042F0457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26">
            <a:extLst>
              <a:ext uri="{FF2B5EF4-FFF2-40B4-BE49-F238E27FC236}">
                <a16:creationId xmlns:a16="http://schemas.microsoft.com/office/drawing/2014/main" id="{47272939-4BDE-EE43-949C-8E189BC4B94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27">
            <a:extLst>
              <a:ext uri="{FF2B5EF4-FFF2-40B4-BE49-F238E27FC236}">
                <a16:creationId xmlns:a16="http://schemas.microsoft.com/office/drawing/2014/main" id="{27C1D9DD-9CF3-D24B-9F0B-E8F7CB9BAE5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8">
            <a:extLst>
              <a:ext uri="{FF2B5EF4-FFF2-40B4-BE49-F238E27FC236}">
                <a16:creationId xmlns:a16="http://schemas.microsoft.com/office/drawing/2014/main" id="{E0564CA8-DC3E-C443-881A-5099F15178D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9052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9">
            <a:extLst>
              <a:ext uri="{FF2B5EF4-FFF2-40B4-BE49-F238E27FC236}">
                <a16:creationId xmlns:a16="http://schemas.microsoft.com/office/drawing/2014/main" id="{3FDC47C1-2D5A-5D4E-9B70-7D5A530129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30">
            <a:extLst>
              <a:ext uri="{FF2B5EF4-FFF2-40B4-BE49-F238E27FC236}">
                <a16:creationId xmlns:a16="http://schemas.microsoft.com/office/drawing/2014/main" id="{13DA27BF-0064-5E48-A7AC-DC1688A4BC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Rectangle 46">
            <a:extLst>
              <a:ext uri="{FF2B5EF4-FFF2-40B4-BE49-F238E27FC236}">
                <a16:creationId xmlns:a16="http://schemas.microsoft.com/office/drawing/2014/main" id="{4EEC4BC0-D3AA-5941-811C-A8EBD0486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" name="Rectangle 47">
            <a:extLst>
              <a:ext uri="{FF2B5EF4-FFF2-40B4-BE49-F238E27FC236}">
                <a16:creationId xmlns:a16="http://schemas.microsoft.com/office/drawing/2014/main" id="{DF66BB29-5C9D-1444-A297-E729F3438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66700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" name="Oval 48">
            <a:extLst>
              <a:ext uri="{FF2B5EF4-FFF2-40B4-BE49-F238E27FC236}">
                <a16:creationId xmlns:a16="http://schemas.microsoft.com/office/drawing/2014/main" id="{499C1410-A048-B641-9561-6C2B5DB78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0</a:t>
            </a:r>
          </a:p>
        </p:txBody>
      </p:sp>
      <p:sp>
        <p:nvSpPr>
          <p:cNvPr id="24" name="Text Box 49">
            <a:extLst>
              <a:ext uri="{FF2B5EF4-FFF2-40B4-BE49-F238E27FC236}">
                <a16:creationId xmlns:a16="http://schemas.microsoft.com/office/drawing/2014/main" id="{DB5FD87D-0725-F14B-B303-EB6B7E44E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25" name="Oval 50">
            <a:extLst>
              <a:ext uri="{FF2B5EF4-FFF2-40B4-BE49-F238E27FC236}">
                <a16:creationId xmlns:a16="http://schemas.microsoft.com/office/drawing/2014/main" id="{1E16240F-4A37-BB4A-A5CD-64BE80AD6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1</a:t>
            </a:r>
          </a:p>
        </p:txBody>
      </p:sp>
      <p:sp>
        <p:nvSpPr>
          <p:cNvPr id="26" name="Text Box 51">
            <a:extLst>
              <a:ext uri="{FF2B5EF4-FFF2-40B4-BE49-F238E27FC236}">
                <a16:creationId xmlns:a16="http://schemas.microsoft.com/office/drawing/2014/main" id="{B9939B60-CF11-4243-9179-B101FD640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27" name="Oval 52">
            <a:extLst>
              <a:ext uri="{FF2B5EF4-FFF2-40B4-BE49-F238E27FC236}">
                <a16:creationId xmlns:a16="http://schemas.microsoft.com/office/drawing/2014/main" id="{F5383C2C-7FA3-A449-8957-95F7EF10E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3" y="35925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28" name="Text Box 53">
            <a:extLst>
              <a:ext uri="{FF2B5EF4-FFF2-40B4-BE49-F238E27FC236}">
                <a16:creationId xmlns:a16="http://schemas.microsoft.com/office/drawing/2014/main" id="{48944E85-B553-FF40-B0F9-46F804A52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29" name="Oval 54">
            <a:extLst>
              <a:ext uri="{FF2B5EF4-FFF2-40B4-BE49-F238E27FC236}">
                <a16:creationId xmlns:a16="http://schemas.microsoft.com/office/drawing/2014/main" id="{10C82583-AD14-434B-800B-914722678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3603625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2</a:t>
            </a:r>
          </a:p>
        </p:txBody>
      </p:sp>
      <p:sp>
        <p:nvSpPr>
          <p:cNvPr id="30" name="Text Box 55">
            <a:extLst>
              <a:ext uri="{FF2B5EF4-FFF2-40B4-BE49-F238E27FC236}">
                <a16:creationId xmlns:a16="http://schemas.microsoft.com/office/drawing/2014/main" id="{DC9FBC22-39FD-E24D-932C-0534F437D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31" name="Line 56">
            <a:extLst>
              <a:ext uri="{FF2B5EF4-FFF2-40B4-BE49-F238E27FC236}">
                <a16:creationId xmlns:a16="http://schemas.microsoft.com/office/drawing/2014/main" id="{9DFEA1F2-4236-644F-9C9C-2428F7E221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21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57">
            <a:extLst>
              <a:ext uri="{FF2B5EF4-FFF2-40B4-BE49-F238E27FC236}">
                <a16:creationId xmlns:a16="http://schemas.microsoft.com/office/drawing/2014/main" id="{21D512FB-9625-5F4F-AA9C-307868A4F7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58">
            <a:extLst>
              <a:ext uri="{FF2B5EF4-FFF2-40B4-BE49-F238E27FC236}">
                <a16:creationId xmlns:a16="http://schemas.microsoft.com/office/drawing/2014/main" id="{50CBEC0B-00F6-3F4E-8C03-55B267933C8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798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4E69FB-9C62-C94B-BD6F-C1AB20CD1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Rectangle 34">
            <a:extLst>
              <a:ext uri="{FF2B5EF4-FFF2-40B4-BE49-F238E27FC236}">
                <a16:creationId xmlns:a16="http://schemas.microsoft.com/office/drawing/2014/main" id="{26C99CE5-3156-1B48-9521-F97FF2654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5" y="268605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EEAE958-5E9D-1B4C-AEE8-2DF851B20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525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E5B334A-DBC9-9B4E-8970-5ABB119CB7AF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733800" y="243840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E407EB0-102C-4546-A70C-AB43D960DBB7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7" name="Oval 11">
            <a:extLst>
              <a:ext uri="{FF2B5EF4-FFF2-40B4-BE49-F238E27FC236}">
                <a16:creationId xmlns:a16="http://schemas.microsoft.com/office/drawing/2014/main" id="{DA67E54A-D173-A143-A735-08D6035BF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3</a:t>
            </a:r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id="{6FFFFB25-08F3-CC42-B26A-2BAB14B90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4</a:t>
            </a:r>
          </a:p>
        </p:txBody>
      </p:sp>
      <p:sp>
        <p:nvSpPr>
          <p:cNvPr id="9" name="Text Box 13">
            <a:extLst>
              <a:ext uri="{FF2B5EF4-FFF2-40B4-BE49-F238E27FC236}">
                <a16:creationId xmlns:a16="http://schemas.microsoft.com/office/drawing/2014/main" id="{DD38308D-6BF6-0C4F-BF2E-918DA7243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9C7B2DBA-2829-3241-82E5-B6E2657AD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1" name="Oval 19">
            <a:extLst>
              <a:ext uri="{FF2B5EF4-FFF2-40B4-BE49-F238E27FC236}">
                <a16:creationId xmlns:a16="http://schemas.microsoft.com/office/drawing/2014/main" id="{D36D59D5-90DD-9D4A-847C-1EC4FB72A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2" name="Oval 20">
            <a:extLst>
              <a:ext uri="{FF2B5EF4-FFF2-40B4-BE49-F238E27FC236}">
                <a16:creationId xmlns:a16="http://schemas.microsoft.com/office/drawing/2014/main" id="{C75CF3EC-F4C5-C744-8D56-741680C7A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5</a:t>
            </a:r>
          </a:p>
        </p:txBody>
      </p:sp>
      <p:sp>
        <p:nvSpPr>
          <p:cNvPr id="13" name="Text Box 21">
            <a:extLst>
              <a:ext uri="{FF2B5EF4-FFF2-40B4-BE49-F238E27FC236}">
                <a16:creationId xmlns:a16="http://schemas.microsoft.com/office/drawing/2014/main" id="{7E800A72-18AF-3141-9E31-8248B7BEB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14" name="Text Box 22">
            <a:extLst>
              <a:ext uri="{FF2B5EF4-FFF2-40B4-BE49-F238E27FC236}">
                <a16:creationId xmlns:a16="http://schemas.microsoft.com/office/drawing/2014/main" id="{B13AD422-CA0F-134F-936B-9913ABA21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15" name="Line 25">
            <a:extLst>
              <a:ext uri="{FF2B5EF4-FFF2-40B4-BE49-F238E27FC236}">
                <a16:creationId xmlns:a16="http://schemas.microsoft.com/office/drawing/2014/main" id="{BFD49352-4F38-134C-8220-1635FEE4CA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26">
            <a:extLst>
              <a:ext uri="{FF2B5EF4-FFF2-40B4-BE49-F238E27FC236}">
                <a16:creationId xmlns:a16="http://schemas.microsoft.com/office/drawing/2014/main" id="{0EBF36E7-54DA-2E46-AC55-E66B742E88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28">
            <a:extLst>
              <a:ext uri="{FF2B5EF4-FFF2-40B4-BE49-F238E27FC236}">
                <a16:creationId xmlns:a16="http://schemas.microsoft.com/office/drawing/2014/main" id="{4BA39280-D547-8848-9FBD-6E424C235CB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9">
            <a:extLst>
              <a:ext uri="{FF2B5EF4-FFF2-40B4-BE49-F238E27FC236}">
                <a16:creationId xmlns:a16="http://schemas.microsoft.com/office/drawing/2014/main" id="{F8F3108E-B36F-4940-B7A6-D7126F1380C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30">
            <a:extLst>
              <a:ext uri="{FF2B5EF4-FFF2-40B4-BE49-F238E27FC236}">
                <a16:creationId xmlns:a16="http://schemas.microsoft.com/office/drawing/2014/main" id="{134F341A-FE81-6347-83C2-781B32F4606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9052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31">
            <a:extLst>
              <a:ext uri="{FF2B5EF4-FFF2-40B4-BE49-F238E27FC236}">
                <a16:creationId xmlns:a16="http://schemas.microsoft.com/office/drawing/2014/main" id="{F3D16627-45BD-0943-9FFA-2DF2676B6A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32">
            <a:extLst>
              <a:ext uri="{FF2B5EF4-FFF2-40B4-BE49-F238E27FC236}">
                <a16:creationId xmlns:a16="http://schemas.microsoft.com/office/drawing/2014/main" id="{99EA79AD-2CB9-DB49-BB95-7D4E5D39CF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Rectangle 35">
            <a:extLst>
              <a:ext uri="{FF2B5EF4-FFF2-40B4-BE49-F238E27FC236}">
                <a16:creationId xmlns:a16="http://schemas.microsoft.com/office/drawing/2014/main" id="{31E04C64-8F81-C04A-A994-AFC6F1E5A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" name="Rectangle 36">
            <a:extLst>
              <a:ext uri="{FF2B5EF4-FFF2-40B4-BE49-F238E27FC236}">
                <a16:creationId xmlns:a16="http://schemas.microsoft.com/office/drawing/2014/main" id="{67EEDC1E-6996-B846-A9C4-0C8B7C94A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66700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" name="Oval 37">
            <a:extLst>
              <a:ext uri="{FF2B5EF4-FFF2-40B4-BE49-F238E27FC236}">
                <a16:creationId xmlns:a16="http://schemas.microsoft.com/office/drawing/2014/main" id="{108F2F5B-4D32-5042-A0D1-187590589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0</a:t>
            </a:r>
          </a:p>
        </p:txBody>
      </p:sp>
      <p:sp>
        <p:nvSpPr>
          <p:cNvPr id="25" name="Text Box 38">
            <a:extLst>
              <a:ext uri="{FF2B5EF4-FFF2-40B4-BE49-F238E27FC236}">
                <a16:creationId xmlns:a16="http://schemas.microsoft.com/office/drawing/2014/main" id="{9772CB85-E89A-1744-B2F6-6780EBB09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26" name="Oval 39">
            <a:extLst>
              <a:ext uri="{FF2B5EF4-FFF2-40B4-BE49-F238E27FC236}">
                <a16:creationId xmlns:a16="http://schemas.microsoft.com/office/drawing/2014/main" id="{FA600E48-3AB0-A24F-834F-8B55E921B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1</a:t>
            </a:r>
          </a:p>
        </p:txBody>
      </p:sp>
      <p:sp>
        <p:nvSpPr>
          <p:cNvPr id="27" name="Text Box 40">
            <a:extLst>
              <a:ext uri="{FF2B5EF4-FFF2-40B4-BE49-F238E27FC236}">
                <a16:creationId xmlns:a16="http://schemas.microsoft.com/office/drawing/2014/main" id="{6C47288C-A78A-0F4F-92ED-1510BD313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28" name="Oval 41">
            <a:extLst>
              <a:ext uri="{FF2B5EF4-FFF2-40B4-BE49-F238E27FC236}">
                <a16:creationId xmlns:a16="http://schemas.microsoft.com/office/drawing/2014/main" id="{56F9B8D3-318B-4047-913D-812641FCB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3" y="35925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29" name="Text Box 42">
            <a:extLst>
              <a:ext uri="{FF2B5EF4-FFF2-40B4-BE49-F238E27FC236}">
                <a16:creationId xmlns:a16="http://schemas.microsoft.com/office/drawing/2014/main" id="{E3D8A8AF-A09D-2242-8352-2DA6F7756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30" name="Oval 43">
            <a:extLst>
              <a:ext uri="{FF2B5EF4-FFF2-40B4-BE49-F238E27FC236}">
                <a16:creationId xmlns:a16="http://schemas.microsoft.com/office/drawing/2014/main" id="{E2F6FCAD-D6B4-7546-B69D-B7E1F9C6E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3603625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2</a:t>
            </a:r>
          </a:p>
        </p:txBody>
      </p:sp>
      <p:sp>
        <p:nvSpPr>
          <p:cNvPr id="31" name="Text Box 44">
            <a:extLst>
              <a:ext uri="{FF2B5EF4-FFF2-40B4-BE49-F238E27FC236}">
                <a16:creationId xmlns:a16="http://schemas.microsoft.com/office/drawing/2014/main" id="{2A8854E2-1F03-E247-A648-9333C8839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32" name="Line 45">
            <a:extLst>
              <a:ext uri="{FF2B5EF4-FFF2-40B4-BE49-F238E27FC236}">
                <a16:creationId xmlns:a16="http://schemas.microsoft.com/office/drawing/2014/main" id="{EE0C51B8-A6E4-1B47-B48E-15BD22F412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21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46">
            <a:extLst>
              <a:ext uri="{FF2B5EF4-FFF2-40B4-BE49-F238E27FC236}">
                <a16:creationId xmlns:a16="http://schemas.microsoft.com/office/drawing/2014/main" id="{78295A4B-6FB2-AF4B-9D0F-D5CA922742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47">
            <a:extLst>
              <a:ext uri="{FF2B5EF4-FFF2-40B4-BE49-F238E27FC236}">
                <a16:creationId xmlns:a16="http://schemas.microsoft.com/office/drawing/2014/main" id="{21E373E7-A921-E449-B1A2-D996C2AE303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5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3B9267-EB88-B144-9E8C-5848A83A6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Rectangle 34">
            <a:extLst>
              <a:ext uri="{FF2B5EF4-FFF2-40B4-BE49-F238E27FC236}">
                <a16:creationId xmlns:a16="http://schemas.microsoft.com/office/drawing/2014/main" id="{D933256A-8460-9647-B2D2-D86D4E58C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425" y="3824288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E6892FD-2468-7C44-B317-4CAA8AF2D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5" y="268605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DF75144-0DA3-1A4A-A603-E258E1DA4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525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564FE136-B9FA-8545-9DF7-F848FD6C4225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733800" y="243840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97E69AA-EF08-C54D-BE9D-258EF881BD71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id="{0B29576C-D1BB-0E4C-AF35-2B80EB051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3</a:t>
            </a:r>
          </a:p>
        </p:txBody>
      </p:sp>
      <p:sp>
        <p:nvSpPr>
          <p:cNvPr id="9" name="Oval 13">
            <a:extLst>
              <a:ext uri="{FF2B5EF4-FFF2-40B4-BE49-F238E27FC236}">
                <a16:creationId xmlns:a16="http://schemas.microsoft.com/office/drawing/2014/main" id="{13E701BF-7F09-6842-9BEB-0AD4FD88E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4</a:t>
            </a:r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4F9899E7-B421-934A-A96C-2349C05FD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1" name="Text Box 15">
            <a:extLst>
              <a:ext uri="{FF2B5EF4-FFF2-40B4-BE49-F238E27FC236}">
                <a16:creationId xmlns:a16="http://schemas.microsoft.com/office/drawing/2014/main" id="{96AF08DC-E188-A547-A65B-FB060C6D3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2" name="Oval 20">
            <a:extLst>
              <a:ext uri="{FF2B5EF4-FFF2-40B4-BE49-F238E27FC236}">
                <a16:creationId xmlns:a16="http://schemas.microsoft.com/office/drawing/2014/main" id="{F23B8972-C0F5-9349-BA4C-941B5FDBE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6</a:t>
            </a:r>
          </a:p>
        </p:txBody>
      </p:sp>
      <p:sp>
        <p:nvSpPr>
          <p:cNvPr id="13" name="Oval 21">
            <a:extLst>
              <a:ext uri="{FF2B5EF4-FFF2-40B4-BE49-F238E27FC236}">
                <a16:creationId xmlns:a16="http://schemas.microsoft.com/office/drawing/2014/main" id="{F610F513-4C30-354D-BA76-DDA699969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5</a:t>
            </a:r>
          </a:p>
        </p:txBody>
      </p:sp>
      <p:sp>
        <p:nvSpPr>
          <p:cNvPr id="14" name="Text Box 22">
            <a:extLst>
              <a:ext uri="{FF2B5EF4-FFF2-40B4-BE49-F238E27FC236}">
                <a16:creationId xmlns:a16="http://schemas.microsoft.com/office/drawing/2014/main" id="{0A8FE1C9-A43D-1C41-94CF-01ADB6C3A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15" name="Text Box 23">
            <a:extLst>
              <a:ext uri="{FF2B5EF4-FFF2-40B4-BE49-F238E27FC236}">
                <a16:creationId xmlns:a16="http://schemas.microsoft.com/office/drawing/2014/main" id="{C9285C75-16A9-C548-998F-C55D3BCA5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16" name="Line 26">
            <a:extLst>
              <a:ext uri="{FF2B5EF4-FFF2-40B4-BE49-F238E27FC236}">
                <a16:creationId xmlns:a16="http://schemas.microsoft.com/office/drawing/2014/main" id="{BFE9B38F-4931-6A4F-8D1D-085D3395FB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27">
            <a:extLst>
              <a:ext uri="{FF2B5EF4-FFF2-40B4-BE49-F238E27FC236}">
                <a16:creationId xmlns:a16="http://schemas.microsoft.com/office/drawing/2014/main" id="{30F641F1-0E15-8E48-BD70-96EBCB883A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9">
            <a:extLst>
              <a:ext uri="{FF2B5EF4-FFF2-40B4-BE49-F238E27FC236}">
                <a16:creationId xmlns:a16="http://schemas.microsoft.com/office/drawing/2014/main" id="{A0FA72F5-EEC7-A149-BD04-53788823359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30">
            <a:extLst>
              <a:ext uri="{FF2B5EF4-FFF2-40B4-BE49-F238E27FC236}">
                <a16:creationId xmlns:a16="http://schemas.microsoft.com/office/drawing/2014/main" id="{E54E23D2-0C06-CC44-A474-17E88D6902A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31">
            <a:extLst>
              <a:ext uri="{FF2B5EF4-FFF2-40B4-BE49-F238E27FC236}">
                <a16:creationId xmlns:a16="http://schemas.microsoft.com/office/drawing/2014/main" id="{2E798C89-705F-ED4E-BA5C-48DCD9B9EFC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876675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32">
            <a:extLst>
              <a:ext uri="{FF2B5EF4-FFF2-40B4-BE49-F238E27FC236}">
                <a16:creationId xmlns:a16="http://schemas.microsoft.com/office/drawing/2014/main" id="{88E72A49-E8BA-0945-8654-399BD09674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33">
            <a:extLst>
              <a:ext uri="{FF2B5EF4-FFF2-40B4-BE49-F238E27FC236}">
                <a16:creationId xmlns:a16="http://schemas.microsoft.com/office/drawing/2014/main" id="{C2EC7D15-63FB-4240-9A54-B7D2D3CA61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Rectangle 35">
            <a:extLst>
              <a:ext uri="{FF2B5EF4-FFF2-40B4-BE49-F238E27FC236}">
                <a16:creationId xmlns:a16="http://schemas.microsoft.com/office/drawing/2014/main" id="{D3144C53-80C2-3349-9EDE-6BC90D280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" name="Rectangle 36">
            <a:extLst>
              <a:ext uri="{FF2B5EF4-FFF2-40B4-BE49-F238E27FC236}">
                <a16:creationId xmlns:a16="http://schemas.microsoft.com/office/drawing/2014/main" id="{D3BD9B9B-D34D-1741-ACE9-CC3CC0AA9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66700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" name="Oval 37">
            <a:extLst>
              <a:ext uri="{FF2B5EF4-FFF2-40B4-BE49-F238E27FC236}">
                <a16:creationId xmlns:a16="http://schemas.microsoft.com/office/drawing/2014/main" id="{69D2A815-F999-B640-AB16-0D634175C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0</a:t>
            </a:r>
          </a:p>
        </p:txBody>
      </p:sp>
      <p:sp>
        <p:nvSpPr>
          <p:cNvPr id="26" name="Text Box 38">
            <a:extLst>
              <a:ext uri="{FF2B5EF4-FFF2-40B4-BE49-F238E27FC236}">
                <a16:creationId xmlns:a16="http://schemas.microsoft.com/office/drawing/2014/main" id="{586CF3C2-69F8-E24F-94C1-7F8B60CC8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27" name="Oval 39">
            <a:extLst>
              <a:ext uri="{FF2B5EF4-FFF2-40B4-BE49-F238E27FC236}">
                <a16:creationId xmlns:a16="http://schemas.microsoft.com/office/drawing/2014/main" id="{A067AB8B-503F-514E-8AFF-A64F8A045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1</a:t>
            </a:r>
          </a:p>
        </p:txBody>
      </p:sp>
      <p:sp>
        <p:nvSpPr>
          <p:cNvPr id="28" name="Text Box 40">
            <a:extLst>
              <a:ext uri="{FF2B5EF4-FFF2-40B4-BE49-F238E27FC236}">
                <a16:creationId xmlns:a16="http://schemas.microsoft.com/office/drawing/2014/main" id="{C4131198-F7DC-1248-9EF8-D0381EEC1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29" name="Oval 41">
            <a:extLst>
              <a:ext uri="{FF2B5EF4-FFF2-40B4-BE49-F238E27FC236}">
                <a16:creationId xmlns:a16="http://schemas.microsoft.com/office/drawing/2014/main" id="{CB1BBB51-9D2E-F84E-880F-CF5FA39B2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3" y="35925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30" name="Text Box 42">
            <a:extLst>
              <a:ext uri="{FF2B5EF4-FFF2-40B4-BE49-F238E27FC236}">
                <a16:creationId xmlns:a16="http://schemas.microsoft.com/office/drawing/2014/main" id="{A09B693A-32ED-EC47-AB62-7F6D4E2E4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31" name="Oval 43">
            <a:extLst>
              <a:ext uri="{FF2B5EF4-FFF2-40B4-BE49-F238E27FC236}">
                <a16:creationId xmlns:a16="http://schemas.microsoft.com/office/drawing/2014/main" id="{3B46141F-2144-6F44-A5FD-A5FFDDF0B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3603625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2</a:t>
            </a:r>
          </a:p>
        </p:txBody>
      </p:sp>
      <p:sp>
        <p:nvSpPr>
          <p:cNvPr id="32" name="Text Box 44">
            <a:extLst>
              <a:ext uri="{FF2B5EF4-FFF2-40B4-BE49-F238E27FC236}">
                <a16:creationId xmlns:a16="http://schemas.microsoft.com/office/drawing/2014/main" id="{9C3F00FB-D8CB-CD47-B3B4-46C795A22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33" name="Line 45">
            <a:extLst>
              <a:ext uri="{FF2B5EF4-FFF2-40B4-BE49-F238E27FC236}">
                <a16:creationId xmlns:a16="http://schemas.microsoft.com/office/drawing/2014/main" id="{9D215FD6-3AAF-AF4E-ABB1-31B3FEB8F0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21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46">
            <a:extLst>
              <a:ext uri="{FF2B5EF4-FFF2-40B4-BE49-F238E27FC236}">
                <a16:creationId xmlns:a16="http://schemas.microsoft.com/office/drawing/2014/main" id="{DEA8809B-D955-8444-AB40-128F9B8385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47">
            <a:extLst>
              <a:ext uri="{FF2B5EF4-FFF2-40B4-BE49-F238E27FC236}">
                <a16:creationId xmlns:a16="http://schemas.microsoft.com/office/drawing/2014/main" id="{A292F916-C168-624E-9BAC-2A983740569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36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25B4B9-EED3-2740-95DA-B1D71B1F8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7B80F2-67C2-8145-934C-C5B5D0571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425" y="3824288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7570EE-5E96-834D-A9D9-CACB655AA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5" y="268605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3B8B65-B87D-1548-A430-A7F2A6F47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525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A7E92A9B-2605-1649-84DA-AB946B06810A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733800" y="243840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F194E0-6050-AB4F-B129-A6D29FA29003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33ABB22-6AA4-A640-B8E7-8613CC617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3C3ABCA-7726-2341-9E9C-701D898BD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4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AE1DBA25-7988-A540-BC71-C3E2A56A2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34000E80-4E1D-9B47-8B26-045BCFE31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049273E-8FC5-FD45-B04D-84BB31811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66A4153-2DEF-5947-A44F-644B0186A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5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255AC8DD-8DBB-F546-9C82-CC2A36B4D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DFA11135-386B-894D-97EE-D89F8D94E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A892757F-179B-564D-A15B-D9AE2DACCA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1625E28B-2E15-2F4A-A134-0D8C9CB0E3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B52039D3-69FF-C24B-A4C3-E5BABD0EC66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30780E8F-830C-C842-AAEC-F240669A224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C8A7D2AF-B365-334D-B9C6-51CDF76C899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876675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49A1D700-78AA-E047-96B1-B8E4923652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85EAB936-134A-2E44-8D1E-ACF325A212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3881F4-9458-5D41-BF89-626F30316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58BEB6-4F01-8149-95FA-43B3EC486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66700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9262ACF-CFC4-824F-AB3E-C54510041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0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A95DECA6-7F2E-7348-B264-6911EB70A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BF9298B-7556-4642-896E-2854B6810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1</a:t>
            </a:r>
          </a:p>
        </p:txBody>
      </p:sp>
      <p:sp>
        <p:nvSpPr>
          <p:cNvPr id="28" name="Text Box 27">
            <a:extLst>
              <a:ext uri="{FF2B5EF4-FFF2-40B4-BE49-F238E27FC236}">
                <a16:creationId xmlns:a16="http://schemas.microsoft.com/office/drawing/2014/main" id="{087B4972-52F1-C14A-91A7-AEF8DBCE6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A1814E5-3D61-EE49-AF65-BE4CB708C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3" y="35925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216A8ED9-BD11-7C44-87B1-F85657C89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96F272B-5C63-2B4B-B644-A0779E0B9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3603625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2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D20CCBE8-FAE5-3D47-AC06-435176016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33" name="Line 32">
            <a:extLst>
              <a:ext uri="{FF2B5EF4-FFF2-40B4-BE49-F238E27FC236}">
                <a16:creationId xmlns:a16="http://schemas.microsoft.com/office/drawing/2014/main" id="{9C2E7B52-2ACF-7A42-A4C8-45A0481170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21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01A97FDB-0EBC-2447-8EA9-B97893DA7F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2282F77A-014A-794F-969A-F8115FC67EF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7C77BD-3B84-D645-BDEA-C936E846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1034CF-12D4-D248-B0CB-B082A82AF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425" y="3824288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9BB750-1116-3044-8366-85C68482B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5" y="268605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401198-89C3-1A4A-BA19-ADE3D7A54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525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2C587CB4-5A04-AC48-B79B-32A04BDA7E38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733800" y="243840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BB2DC-FB12-644F-8CB6-0A7A32DE9DFC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32FD091-E1D2-6942-AD53-AD9966D41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FEA584-6928-7947-A591-0D659BCD5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4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4B4CFC9E-222A-7145-94E3-0209D55A1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79D841E1-76CA-3846-A48F-576284F2B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1C8506-2422-1D48-9446-FF6480521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C000685-96C3-8443-A28B-A7DDF853A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D900910E-1F93-864A-924F-B935C0D4A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61B464D5-DA44-D243-87FA-A931901C9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07FB41F4-0262-2842-9125-4706AE8CC3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76677E4D-631D-4D40-8DF7-7E84DAD7A5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6A5BAE26-DE33-2D48-ADBE-6CE669EBA82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B8F89122-3DA7-1B4D-8339-6395D657CCA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EDC423B3-906F-8040-A9C9-8D4DDE4511F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876675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26C2960B-6044-EF4A-8C83-37B717CF85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2A459D94-F6F8-564B-AE25-C2F27D4292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BDEF17-6F82-4B40-8231-2A0433A9B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00CB8B-8180-1547-83F6-30DD11D52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66700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2B87FC0-CFC6-CB4D-9B6B-BD3B8DE15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0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CF3551BC-9E21-C14A-8BD8-BA142605A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913BF41-7CE1-ED43-8111-DDAD1EF2F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1</a:t>
            </a:r>
          </a:p>
        </p:txBody>
      </p:sp>
      <p:sp>
        <p:nvSpPr>
          <p:cNvPr id="28" name="Text Box 27">
            <a:extLst>
              <a:ext uri="{FF2B5EF4-FFF2-40B4-BE49-F238E27FC236}">
                <a16:creationId xmlns:a16="http://schemas.microsoft.com/office/drawing/2014/main" id="{5797CFA6-1F5A-2B44-B833-A6A9D140C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2594ADA-2A63-AE41-97A7-E6A5C8B84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3" y="35925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0C564720-96F8-734A-BBB4-A45A0389C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3915704-E244-6D4E-948F-1D704C78B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3603625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2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529067E0-D1E3-554C-9ADD-9AC9525A8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33" name="Line 32">
            <a:extLst>
              <a:ext uri="{FF2B5EF4-FFF2-40B4-BE49-F238E27FC236}">
                <a16:creationId xmlns:a16="http://schemas.microsoft.com/office/drawing/2014/main" id="{A91FBA75-9283-D84B-AC66-11BE51661A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21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9AFB20D3-3531-FE4F-849F-CC17B43AB2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D609C062-78DB-3547-B194-FF93F8021E7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554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1ABD69-51EC-284D-BF2D-B151F24C5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50ABC1-6662-614B-BA11-5B08EF4CA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425" y="3824288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2FD686-34B1-2540-B9CC-5616AED46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5" y="268605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01C08E-C65F-524B-BCCA-A728EFBB1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525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17BF5E84-895D-9347-A212-44D11D75602E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733800" y="243840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094156-8115-0E49-BD09-3B519E1E1CEF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E6957A-4B29-6042-BE18-1A83A2F57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C2E31EE-AE78-6044-B5B6-D8BC763A4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6D7D9226-54D7-BE4C-8A23-9D8C53C07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D276D47E-AE34-4240-9634-0605C82C2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91FE21A-2876-704D-A28E-D2EC8E9C1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511249D-FCC9-1C4E-B0FA-F35D6A51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2E1D5FE7-BA5E-F942-A576-C67CDCC2B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CD1F19FE-2694-B546-B523-060A4134F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DD343CF9-50C4-7E46-AADF-60E00DC378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B7CAEDCC-1613-2943-AC00-AFB493E349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7F8C207D-E9BF-974C-BA92-E07CC5A18EB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201A76B8-5463-854A-BEE7-F82F65B3670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8060E6F6-B57D-2E4C-B74A-378D38E71EA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876675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B73CA410-A86D-794C-B3DB-E9EAAAC08D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486C6A3B-E413-5F47-9D51-DFC13167D0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5ACB0D-7442-634D-B6F2-AAAA7D5BE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D57C2D-5DC1-AA4C-AA4E-6CA974D5C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66700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80F581-A42B-3141-9724-56AA4CD29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0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29C86A9B-2336-A345-891C-061053834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1190BD3-15B8-B74E-8290-171498526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1</a:t>
            </a:r>
          </a:p>
        </p:txBody>
      </p:sp>
      <p:sp>
        <p:nvSpPr>
          <p:cNvPr id="28" name="Text Box 27">
            <a:extLst>
              <a:ext uri="{FF2B5EF4-FFF2-40B4-BE49-F238E27FC236}">
                <a16:creationId xmlns:a16="http://schemas.microsoft.com/office/drawing/2014/main" id="{9317FAF2-1593-3148-ACEB-5992E2154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F1779F3-D0B1-2240-9F45-47E2DC2C9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3" y="35925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7312C0C1-687F-3444-BF21-9279D4D47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CE9A915-5140-C04F-ACB5-C71DED5B5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3603625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2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12BE0C8D-3BAD-494A-BF51-E9E7FA8DB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33" name="Line 32">
            <a:extLst>
              <a:ext uri="{FF2B5EF4-FFF2-40B4-BE49-F238E27FC236}">
                <a16:creationId xmlns:a16="http://schemas.microsoft.com/office/drawing/2014/main" id="{A9CEBD85-D536-7245-BB26-DE2919C987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21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5EFBCB0C-EE74-D444-8850-DB8C9EB5CD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DFC175AD-6181-E04C-89D0-1925E45917B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86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A3A9FC-2CA4-3E4E-9DC5-E2DAC5F9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631CF6-754C-B546-976A-EA8E3196A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425" y="3824288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A70BE0-8361-E647-A67F-97CDFA8DB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5" y="268605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B7DCC2-2E8F-BE45-9B50-34E9A2B02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525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004D78CA-75FF-6540-BD62-C6EC63F872EF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733800" y="243840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8B64EF-A2ED-C24C-9B00-CE91E32DA2A5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1AAB1C7-5B8B-4647-89F1-33264D4E4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0673F12-9169-7B44-A418-E8090A988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F3CBFE33-C69A-184A-9253-7860B285C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60C1FD58-3E0A-4449-9FDB-3BC422EFC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4584C60-C9AC-3849-8534-7E2022BEF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B0CB72B-EF3A-9A40-B667-380FD3E5D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5182D751-62B1-B441-A245-3BB07C86B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227A94A4-3264-5A45-830B-96FB3BCAE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4FFB4882-924D-614F-9248-DDDD076395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D25C6EF5-44E3-AF4E-8680-FCCA7221A8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0264404C-4D6F-B74D-9B2F-22BF4C175C8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A9AEC48C-E292-6F40-8F5D-D54BE59BCB2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F22A53B2-28EF-B842-BCBE-53E3ECADBC4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876675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6F23F25C-BA2E-1E41-BFA6-4B84A470AA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1AE4A554-E7FA-0543-9761-2D68C608A9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E88351-CBBD-8447-83BC-A18873EA9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E66F2B-1792-C843-9FD4-682AF690D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66700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46913CB-E623-B246-8DAC-1506DCB99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0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DBCB95F6-80A2-3A49-95D0-681E983BE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E0A6944-E8F2-4B4E-81AC-F657D34BB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1</a:t>
            </a:r>
          </a:p>
        </p:txBody>
      </p:sp>
      <p:sp>
        <p:nvSpPr>
          <p:cNvPr id="28" name="Text Box 27">
            <a:extLst>
              <a:ext uri="{FF2B5EF4-FFF2-40B4-BE49-F238E27FC236}">
                <a16:creationId xmlns:a16="http://schemas.microsoft.com/office/drawing/2014/main" id="{27070A44-4BAB-874D-9A37-EE52070F7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EF8556B-3445-1341-8264-53D2B17F0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3" y="35925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A6C4DF49-B4EB-4D45-AECB-882EE1305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8E1A75B-90B1-4644-B609-B7220CB26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3603625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2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42DE96DE-DCEC-5A42-A8D8-62A46A893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33" name="Line 32">
            <a:extLst>
              <a:ext uri="{FF2B5EF4-FFF2-40B4-BE49-F238E27FC236}">
                <a16:creationId xmlns:a16="http://schemas.microsoft.com/office/drawing/2014/main" id="{A71AC7BE-677A-6743-A669-D80310ED9F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21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BE29F571-391A-684E-AD94-C0AC18A3C8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977D9DBD-B1F9-D945-80FC-42C32CC495C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4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BA87D5-457B-3B4E-B2C3-9051F24BF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852EBD-2EE4-2549-A140-28B3CF805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425" y="3824288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6696FA-EF53-C943-AD9E-FD3BB0043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5" y="268605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6FEF52-DFDD-AE44-BF12-45C39163C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525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4C940D63-01F4-6B40-BB04-5466BFC5447E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733800" y="243840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FC34E4-BB05-2D48-A7E1-0E568A3A9D60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DB6D913-6D69-474B-9EDB-AD3F7290C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BB9E9C-1473-E548-83F5-922A5D0FF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16373BAF-313B-A842-B993-2FED9A982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11438A8B-E653-8B4F-8B9F-0448B6CE5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9233EA-84E6-B643-ABDF-E2D08C665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519C34-8055-A945-BE27-5E7B96D50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EB692C30-5B63-8644-B8F3-1A61CBDD1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B4862AA2-DD7B-E541-995C-06F091424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D08DB33C-062D-6045-A7CD-F66DD7CE24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32DA450E-12F5-1F41-AB71-E11BF3DF6D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07554923-3A7F-9640-B713-D9E076D06AB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338116F5-33A1-D54A-9888-12A26626516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48731FF5-700A-C948-A6A3-C57A000DA0D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876675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02C3D03E-2571-4944-9CCB-642CFC9AC6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DE3AFDD9-B1DA-CC4B-9C2F-71202B2F23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25770C-895E-AB4F-A6ED-6F623D5F3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AE657D-FAD2-B94A-95CF-08DB5A279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66700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9EFDB04-6E3C-D948-BF18-28A878B9D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0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B1E3136C-B33A-074E-88BE-BB6438567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FC31DDF-8AE8-3A47-83F1-DBFE095B1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1</a:t>
            </a:r>
          </a:p>
        </p:txBody>
      </p:sp>
      <p:sp>
        <p:nvSpPr>
          <p:cNvPr id="28" name="Text Box 27">
            <a:extLst>
              <a:ext uri="{FF2B5EF4-FFF2-40B4-BE49-F238E27FC236}">
                <a16:creationId xmlns:a16="http://schemas.microsoft.com/office/drawing/2014/main" id="{6AABEA60-9E75-3540-90BB-DC5F7F737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147E3E5-2C1D-344D-AB0E-546D72744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3" y="35925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6C5B8DD1-2A1C-D941-ACFF-BB5009725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7CFBC18-5EA0-AE46-AFAD-00468C294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3603625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302B0D48-E6CB-CA4A-B40D-0750D751C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33" name="Line 32">
            <a:extLst>
              <a:ext uri="{FF2B5EF4-FFF2-40B4-BE49-F238E27FC236}">
                <a16:creationId xmlns:a16="http://schemas.microsoft.com/office/drawing/2014/main" id="{28133362-939A-CB43-BF70-B6AABFCCA8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21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3E6DAE57-7CBD-CC4D-AFDE-983E60209F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B9568F2F-8024-D94A-91CF-D8F0F14929D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70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958BF7-CD7A-A949-93DF-C35573C81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CDEE64-6862-A242-BA2D-43B348162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425" y="3824288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EB4E02-804B-D640-B86B-B5D4F4C0F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5" y="268605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DADF6D-B63A-544D-87FB-081301380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525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DCD257C0-9D3B-6343-B18E-13180AAE7F97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733800" y="243840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E31175-3E6E-6349-B948-8C7600CF6649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3F018A0-DE55-6E45-ACCD-5E8C19ECE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0C007F-05EC-2740-8FE4-5F5822E85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D103155A-EC40-2A4F-840E-B616CD21C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68EECFC2-05C7-7C40-90EF-04E5030E5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EC08392-D20A-A746-9BC7-60CF06DF2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F6FDB92-84AC-2C44-9A5F-C5D84DB24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F153B179-ED30-C44B-8358-661F2B1BE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C27480DD-B058-414A-AB2C-0EBD636B5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6FCA9462-91F4-2E45-BAAB-44F53B8AC4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4B1A2E21-2DD3-D14C-9530-7C89D0B190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F9F0BA11-BD7D-5B4E-88CF-222502833A7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AC2C23E9-3F36-9646-A233-042C760E5E5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0D98F2C2-2951-D74F-BD80-091DC0B45C6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876675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F4FA19C6-0D65-E24C-BEE5-96B483FFA8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18810A0D-D694-5342-9AB8-257C349BF6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E81D39-BA44-7540-B7EC-E2902AEA3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6370E8-BE44-CE48-839C-950C6A70C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66700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B7214AC-AB09-B54F-B96B-D8A25E2CF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0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F597C4A1-A9D3-9B49-8807-F29F67E69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BFD573D-193B-264E-8109-2FD5EA576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8" name="Text Box 27">
            <a:extLst>
              <a:ext uri="{FF2B5EF4-FFF2-40B4-BE49-F238E27FC236}">
                <a16:creationId xmlns:a16="http://schemas.microsoft.com/office/drawing/2014/main" id="{09BE92B4-0574-514E-A9F7-25C0453CA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2019CC7-82A1-5148-BBD9-EE207A8AC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3" y="35925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F02D7428-8AED-5849-8D87-7156BC605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718BFD4-2CEF-A143-B7B7-5C4A56D2B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3603625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0B969FCE-7DD4-E34A-8307-5586B3B2E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33" name="Line 32">
            <a:extLst>
              <a:ext uri="{FF2B5EF4-FFF2-40B4-BE49-F238E27FC236}">
                <a16:creationId xmlns:a16="http://schemas.microsoft.com/office/drawing/2014/main" id="{92317B41-36D2-4B44-947A-05CAC99DEA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21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72750C95-F315-4848-9E50-7D39D2D1DE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043884C7-E39D-554C-8147-2446B5C6EAD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3D8A875-7AEA-954F-9C8A-C4139632D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9775"/>
            <a:ext cx="762000" cy="6858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800" b="1"/>
          </a:p>
        </p:txBody>
      </p:sp>
    </p:spTree>
    <p:extLst>
      <p:ext uri="{BB962C8B-B14F-4D97-AF65-F5344CB8AC3E}">
        <p14:creationId xmlns:p14="http://schemas.microsoft.com/office/powerpoint/2010/main" val="3166251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B8D363-0FD8-224F-BC43-897ED203D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Rectangle 35">
            <a:extLst>
              <a:ext uri="{FF2B5EF4-FFF2-40B4-BE49-F238E27FC236}">
                <a16:creationId xmlns:a16="http://schemas.microsoft.com/office/drawing/2014/main" id="{5D2D26F8-7905-C745-99AB-E5DA40276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68605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AC71A3B-505C-9F42-945C-93FF33DBB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425" y="3824288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229B890-839A-354B-95F2-DDDED7099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5" y="268605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FA769BB-8730-2E45-9D26-E70335786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525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AA36AAF5-4F43-F34D-8A8A-FAA0048AECF7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733800" y="243840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F960999-0FA7-0F43-9358-7F5BE86C4A03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E4C15932-2A8F-A74A-8331-00C0B0360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ABBD9A4C-C85E-7D49-A587-7B69F824E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D4B5677B-4B47-5E42-A216-0AFFF388B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2FB965EF-0732-364E-BAB0-2B4A58332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F162E346-8A5B-1E45-9E88-60752D255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4" name="Oval 12">
            <a:extLst>
              <a:ext uri="{FF2B5EF4-FFF2-40B4-BE49-F238E27FC236}">
                <a16:creationId xmlns:a16="http://schemas.microsoft.com/office/drawing/2014/main" id="{4F661254-085C-FA4A-AA4E-C04F693EE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EBA3D884-1779-F04C-B354-96E0F0BF7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631D2787-336C-1F4B-BCA7-984BCDB03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39A00568-AB59-004C-8F6E-8FDEF9FFAC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B9B4A4C7-6E86-634F-A4E2-29B2AF83F1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F3C41D26-20DA-D94D-89BE-144EB524431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4AFBF592-4F45-B045-A4A9-CCB4CD396C0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78DAA598-C2C7-9147-8D9E-E0ED9B56DFB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876675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B1D8BD6E-2472-E343-B1D7-5308655F0D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CD09CD2A-73ED-834A-9798-759A718ECE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F08B1534-2943-B647-BA75-8DDD11E3E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5FEB73C6-FDD8-FD43-8C08-25F614CE8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66700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" name="Oval 24">
            <a:extLst>
              <a:ext uri="{FF2B5EF4-FFF2-40B4-BE49-F238E27FC236}">
                <a16:creationId xmlns:a16="http://schemas.microsoft.com/office/drawing/2014/main" id="{62E5BE0F-E2D5-8C4F-A1E5-A55CA46B0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0</a:t>
            </a:r>
          </a:p>
        </p:txBody>
      </p:sp>
      <p:sp>
        <p:nvSpPr>
          <p:cNvPr id="27" name="Text Box 25">
            <a:extLst>
              <a:ext uri="{FF2B5EF4-FFF2-40B4-BE49-F238E27FC236}">
                <a16:creationId xmlns:a16="http://schemas.microsoft.com/office/drawing/2014/main" id="{C976F8CB-74CF-4D46-A596-F9A6DFFB0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28" name="Oval 26">
            <a:extLst>
              <a:ext uri="{FF2B5EF4-FFF2-40B4-BE49-F238E27FC236}">
                <a16:creationId xmlns:a16="http://schemas.microsoft.com/office/drawing/2014/main" id="{55E80012-93DB-BC47-A05B-541B83FA4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E583F7EF-0B9F-1741-AD94-CD6374210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30" name="Oval 28">
            <a:extLst>
              <a:ext uri="{FF2B5EF4-FFF2-40B4-BE49-F238E27FC236}">
                <a16:creationId xmlns:a16="http://schemas.microsoft.com/office/drawing/2014/main" id="{D37AE577-9AA6-644F-857A-7823A89D7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3" y="359251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1</a:t>
            </a:r>
          </a:p>
        </p:txBody>
      </p:sp>
      <p:sp>
        <p:nvSpPr>
          <p:cNvPr id="31" name="Text Box 29">
            <a:extLst>
              <a:ext uri="{FF2B5EF4-FFF2-40B4-BE49-F238E27FC236}">
                <a16:creationId xmlns:a16="http://schemas.microsoft.com/office/drawing/2014/main" id="{6B15FD97-6697-EF4D-BEB5-BE48526D9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32" name="Oval 30">
            <a:extLst>
              <a:ext uri="{FF2B5EF4-FFF2-40B4-BE49-F238E27FC236}">
                <a16:creationId xmlns:a16="http://schemas.microsoft.com/office/drawing/2014/main" id="{E773408F-806A-5E47-BF64-B4696936E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3603625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3" name="Text Box 31">
            <a:extLst>
              <a:ext uri="{FF2B5EF4-FFF2-40B4-BE49-F238E27FC236}">
                <a16:creationId xmlns:a16="http://schemas.microsoft.com/office/drawing/2014/main" id="{7773F85C-E4CD-D149-B6CE-41C5F0CB8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34" name="Line 32">
            <a:extLst>
              <a:ext uri="{FF2B5EF4-FFF2-40B4-BE49-F238E27FC236}">
                <a16:creationId xmlns:a16="http://schemas.microsoft.com/office/drawing/2014/main" id="{DEC81920-B8B3-0642-BB55-0B8BAB139D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21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33">
            <a:extLst>
              <a:ext uri="{FF2B5EF4-FFF2-40B4-BE49-F238E27FC236}">
                <a16:creationId xmlns:a16="http://schemas.microsoft.com/office/drawing/2014/main" id="{1BCF8C47-089D-AA44-B28A-7A776E80F0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34">
            <a:extLst>
              <a:ext uri="{FF2B5EF4-FFF2-40B4-BE49-F238E27FC236}">
                <a16:creationId xmlns:a16="http://schemas.microsoft.com/office/drawing/2014/main" id="{84880699-71B8-6441-A683-433B28A115E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C29575-4A4F-7E4D-8686-5FDF4192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3" name="Rectangle 35">
            <a:extLst>
              <a:ext uri="{FF2B5EF4-FFF2-40B4-BE49-F238E27FC236}">
                <a16:creationId xmlns:a16="http://schemas.microsoft.com/office/drawing/2014/main" id="{8FB9F16D-1187-0B42-94C8-69B7149BD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68605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1DBBB88-4389-6145-8CBF-7693B41E4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425" y="3824288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75E63C8-A71A-D14B-806E-35221FCD9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5" y="268605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4DF199E-1740-154C-BFD8-46EFB922D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525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FD41E5C3-91AF-CD47-A8D3-7FEF7229AE65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733800" y="243840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E51CD60-E6D8-7448-96CD-9B03E0C4E198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D4ED40C0-F273-6040-A135-50C71FCE8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221B1B00-503C-FD46-807A-CD226E0DE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9FF27D4D-1D8C-6F49-8458-CE5481A3F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D0C7903A-43AC-CC4B-891A-76F37F214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A9757775-B1D2-AE4F-9635-667955387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4" name="Oval 12">
            <a:extLst>
              <a:ext uri="{FF2B5EF4-FFF2-40B4-BE49-F238E27FC236}">
                <a16:creationId xmlns:a16="http://schemas.microsoft.com/office/drawing/2014/main" id="{4BF1789C-B06D-704C-A01F-A9ECE5812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64B4AD2D-BF75-754A-BC73-0919D0AED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E48EA244-EE7A-5C4C-9645-9BA874CD6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D3BBEE3A-1D5D-F54B-BC6A-B4071A7E48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F60D6E48-F8E5-4A44-AA74-31B0FF94C0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85EE7C9A-098B-3D4A-A95E-AD13C74F43E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8905E9A7-6741-8043-BC11-8121CE68588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C4E3E7C0-2EE4-234A-85CD-9D7FEC2CCBE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876675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55FC0471-CBEB-4F4B-A029-A84A16E02D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BAB7E6F8-3008-EA42-B87F-2FF4F2A077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7F9ED96F-6448-A84C-8854-829906E28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288AB345-BB34-B645-B9AF-47A521917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66700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" name="Oval 24">
            <a:extLst>
              <a:ext uri="{FF2B5EF4-FFF2-40B4-BE49-F238E27FC236}">
                <a16:creationId xmlns:a16="http://schemas.microsoft.com/office/drawing/2014/main" id="{E5E2A0BE-DBCD-034B-899A-0CC18909C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0</a:t>
            </a:r>
          </a:p>
        </p:txBody>
      </p:sp>
      <p:sp>
        <p:nvSpPr>
          <p:cNvPr id="27" name="Text Box 25">
            <a:extLst>
              <a:ext uri="{FF2B5EF4-FFF2-40B4-BE49-F238E27FC236}">
                <a16:creationId xmlns:a16="http://schemas.microsoft.com/office/drawing/2014/main" id="{9D5BBB3B-279E-8840-A5C6-1903F606E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28" name="Oval 26">
            <a:extLst>
              <a:ext uri="{FF2B5EF4-FFF2-40B4-BE49-F238E27FC236}">
                <a16:creationId xmlns:a16="http://schemas.microsoft.com/office/drawing/2014/main" id="{FE879D31-AAEB-F74C-9B70-7FA5E5854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1993C5D5-D50C-1342-B2EF-4E990FEB7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30" name="Oval 28">
            <a:extLst>
              <a:ext uri="{FF2B5EF4-FFF2-40B4-BE49-F238E27FC236}">
                <a16:creationId xmlns:a16="http://schemas.microsoft.com/office/drawing/2014/main" id="{F55D8D56-4F7B-574C-B43E-ED0109C92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3" y="359251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1" name="Text Box 29">
            <a:extLst>
              <a:ext uri="{FF2B5EF4-FFF2-40B4-BE49-F238E27FC236}">
                <a16:creationId xmlns:a16="http://schemas.microsoft.com/office/drawing/2014/main" id="{685DB497-FBBC-234D-BD71-CB2085F94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32" name="Oval 30">
            <a:extLst>
              <a:ext uri="{FF2B5EF4-FFF2-40B4-BE49-F238E27FC236}">
                <a16:creationId xmlns:a16="http://schemas.microsoft.com/office/drawing/2014/main" id="{B01BA024-520B-F84D-9873-8582BA49F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3603625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3" name="Text Box 31">
            <a:extLst>
              <a:ext uri="{FF2B5EF4-FFF2-40B4-BE49-F238E27FC236}">
                <a16:creationId xmlns:a16="http://schemas.microsoft.com/office/drawing/2014/main" id="{A745B122-9BA3-734A-86F8-FD135F323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34" name="Line 32">
            <a:extLst>
              <a:ext uri="{FF2B5EF4-FFF2-40B4-BE49-F238E27FC236}">
                <a16:creationId xmlns:a16="http://schemas.microsoft.com/office/drawing/2014/main" id="{6B6E339B-2180-4A49-97F8-14DA831D68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21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33">
            <a:extLst>
              <a:ext uri="{FF2B5EF4-FFF2-40B4-BE49-F238E27FC236}">
                <a16:creationId xmlns:a16="http://schemas.microsoft.com/office/drawing/2014/main" id="{030D680F-3AD2-6E4B-B243-69EA4012A7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34">
            <a:extLst>
              <a:ext uri="{FF2B5EF4-FFF2-40B4-BE49-F238E27FC236}">
                <a16:creationId xmlns:a16="http://schemas.microsoft.com/office/drawing/2014/main" id="{D87267F5-7758-4E49-83D3-BA4B64C987A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407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180412-141C-3B40-A2E9-ADA937AEF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3" name="Rectangle 35">
            <a:extLst>
              <a:ext uri="{FF2B5EF4-FFF2-40B4-BE49-F238E27FC236}">
                <a16:creationId xmlns:a16="http://schemas.microsoft.com/office/drawing/2014/main" id="{96C1FB91-C1DB-EA4A-B5C0-BD9FF44DD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68605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B582B1E-300B-E64B-8BC3-914983016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425" y="3824288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5949A4D-46C7-1442-85EA-5E98D7BC2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5" y="268605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D14226A-0B95-134E-8701-17B5BB837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525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C1A4FD5D-2719-2A4D-9FF5-02A39CD0CB7D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733800" y="243840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4F07E77-0444-8C40-A566-CF944750753E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3503656D-FA02-E142-AAF4-42148FBA5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4A9CE8AA-88DD-974D-BC6A-52BCE7AC1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48C164F5-77A6-364E-91FD-7F24DE856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01D5F4F8-4AFA-3441-AE3F-64D885D2F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EADF0B6A-F83E-CB46-86B6-0F0C1907C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4" name="Oval 12">
            <a:extLst>
              <a:ext uri="{FF2B5EF4-FFF2-40B4-BE49-F238E27FC236}">
                <a16:creationId xmlns:a16="http://schemas.microsoft.com/office/drawing/2014/main" id="{D915E8A0-84AB-EA4E-87A1-DC4EEBFD9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588EC586-E965-424A-8F58-DD95B723C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C18551BF-028F-6044-ADCD-87A4C0F2E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65865D4E-03AD-5445-9FC0-1B2793769A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7B234684-72C1-4E48-88D3-65CD7D58BA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7">
            <a:extLst>
              <a:ext uri="{FF2B5EF4-FFF2-40B4-BE49-F238E27FC236}">
                <a16:creationId xmlns:a16="http://schemas.microsoft.com/office/drawing/2014/main" id="{9320401D-9BC8-914B-A266-74CD1E8BD99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5E347847-45B3-7541-8491-701F4F658B0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00C55FB9-ED42-624D-9660-F9125F0ADDF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876675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E73494AC-35B8-AF47-954B-6462B3A410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2A538DDF-5A59-7343-B422-D8C17CB0DE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840CC539-3BDD-A04C-910B-44D26F7AC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D0B27D2E-7FD5-134E-8FC9-4F1BB89A4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66700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" name="Oval 24">
            <a:extLst>
              <a:ext uri="{FF2B5EF4-FFF2-40B4-BE49-F238E27FC236}">
                <a16:creationId xmlns:a16="http://schemas.microsoft.com/office/drawing/2014/main" id="{DA0DC7B3-E378-104A-AA60-28C0E0901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27" name="Text Box 25">
            <a:extLst>
              <a:ext uri="{FF2B5EF4-FFF2-40B4-BE49-F238E27FC236}">
                <a16:creationId xmlns:a16="http://schemas.microsoft.com/office/drawing/2014/main" id="{8F389F54-7A92-644F-A536-CA9A36D33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28" name="Oval 26">
            <a:extLst>
              <a:ext uri="{FF2B5EF4-FFF2-40B4-BE49-F238E27FC236}">
                <a16:creationId xmlns:a16="http://schemas.microsoft.com/office/drawing/2014/main" id="{CA5F9FA9-EADB-4F4D-9D54-48C100A24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75E10999-EF0B-334C-BD1C-D4E2D4F33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30" name="Oval 28">
            <a:extLst>
              <a:ext uri="{FF2B5EF4-FFF2-40B4-BE49-F238E27FC236}">
                <a16:creationId xmlns:a16="http://schemas.microsoft.com/office/drawing/2014/main" id="{2F62BCF6-95D5-C341-8611-91B3604DC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3" y="359251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1" name="Text Box 29">
            <a:extLst>
              <a:ext uri="{FF2B5EF4-FFF2-40B4-BE49-F238E27FC236}">
                <a16:creationId xmlns:a16="http://schemas.microsoft.com/office/drawing/2014/main" id="{380173A1-BF34-CC4F-979E-384BF62FD9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32" name="Oval 30">
            <a:extLst>
              <a:ext uri="{FF2B5EF4-FFF2-40B4-BE49-F238E27FC236}">
                <a16:creationId xmlns:a16="http://schemas.microsoft.com/office/drawing/2014/main" id="{8B94A7EC-121A-3A44-94DB-3BB3D8DDF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3603625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3" name="Text Box 31">
            <a:extLst>
              <a:ext uri="{FF2B5EF4-FFF2-40B4-BE49-F238E27FC236}">
                <a16:creationId xmlns:a16="http://schemas.microsoft.com/office/drawing/2014/main" id="{0C4BD3AB-97AC-A04E-A6CD-2CB6503DF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34" name="Line 32">
            <a:extLst>
              <a:ext uri="{FF2B5EF4-FFF2-40B4-BE49-F238E27FC236}">
                <a16:creationId xmlns:a16="http://schemas.microsoft.com/office/drawing/2014/main" id="{7717B70F-94E5-2D46-93D9-BB70D86E8B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21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33">
            <a:extLst>
              <a:ext uri="{FF2B5EF4-FFF2-40B4-BE49-F238E27FC236}">
                <a16:creationId xmlns:a16="http://schemas.microsoft.com/office/drawing/2014/main" id="{D885F96D-B8E9-2844-8873-68EB005A7E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34">
            <a:extLst>
              <a:ext uri="{FF2B5EF4-FFF2-40B4-BE49-F238E27FC236}">
                <a16:creationId xmlns:a16="http://schemas.microsoft.com/office/drawing/2014/main" id="{61971BEE-CC74-4647-9A30-C254A4EE335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FFB7D9-59DD-B740-8F05-89E139C9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847E9F0-5BED-D942-97C8-0F669ECEF98F}"/>
              </a:ext>
            </a:extLst>
          </p:cNvPr>
          <p:cNvSpPr txBox="1">
            <a:spLocks/>
          </p:cNvSpPr>
          <p:nvPr/>
        </p:nvSpPr>
        <p:spPr bwMode="auto">
          <a:xfrm>
            <a:off x="338138" y="0"/>
            <a:ext cx="7772400" cy="915987"/>
          </a:xfrm>
          <a:prstGeom prst="rect">
            <a:avLst/>
          </a:prstGeom>
        </p:spPr>
        <p:txBody>
          <a:bodyPr vert="horz" wrap="square" lIns="45720" tIns="0" rIns="45720" bIns="0" numCol="1" anchor="b" anchorCtr="0" compatLnSpc="1">
            <a:prstTxWarp prst="textNoShape">
              <a:avLst/>
            </a:prstTxWarp>
            <a:normAutofit fontScale="900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 kern="1200" cap="all">
                <a:ln w="500">
                  <a:solidFill>
                    <a:schemeClr val="tx2">
                      <a:shade val="20000"/>
                      <a:satMod val="120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latin typeface="Arial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1"/>
                </a:solidFill>
                <a:latin typeface="Trebuchet MS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1"/>
                </a:solidFill>
                <a:latin typeface="Trebuchet MS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1"/>
                </a:solidFill>
                <a:latin typeface="Trebuchet MS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1"/>
                </a:solidFill>
                <a:latin typeface="Trebuchet MS" pitchFamily="34" charset="0"/>
              </a:defRPr>
            </a:lvl9pPr>
            <a:extLst/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+mj-ea"/>
                <a:cs typeface="+mj-cs"/>
              </a:rPr>
              <a:t>DFS: Non-recursive Implementation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74B7A17-953D-8244-A023-9AD24BBA36BB}"/>
              </a:ext>
            </a:extLst>
          </p:cNvPr>
          <p:cNvSpPr txBox="1">
            <a:spLocks/>
          </p:cNvSpPr>
          <p:nvPr/>
        </p:nvSpPr>
        <p:spPr bwMode="auto">
          <a:xfrm>
            <a:off x="628650" y="1917700"/>
            <a:ext cx="6837363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SzPct val="73000"/>
              <a:buFont typeface="Wingdings 2" pitchFamily="2" charset="2"/>
              <a:buChar char=""/>
              <a:defRPr sz="26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  <a:lvl2pPr marL="5207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F9B639"/>
              </a:buClr>
              <a:buSzPct val="80000"/>
              <a:buFont typeface="Wingdings 2" pitchFamily="2" charset="2"/>
              <a:buChar char=""/>
              <a:defRPr sz="2300" kern="1200">
                <a:solidFill>
                  <a:srgbClr val="6C6C6C"/>
                </a:solidFill>
                <a:latin typeface="Arial" pitchFamily="34" charset="0"/>
                <a:ea typeface="+mn-ea"/>
                <a:cs typeface="+mn-cs"/>
              </a:defRPr>
            </a:lvl2pPr>
            <a:lvl3pPr marL="758825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60000"/>
              <a:buFont typeface="Wingdings" pitchFamily="2" charset="2"/>
              <a:buChar char="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004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9B639"/>
              </a:buClr>
              <a:buSzPct val="80000"/>
              <a:buFont typeface="Wingdings 2" pitchFamily="2" charset="2"/>
              <a:buChar char=""/>
              <a:defRPr sz="2000" kern="1200">
                <a:solidFill>
                  <a:srgbClr val="6C6C6C"/>
                </a:solidFill>
                <a:latin typeface="Arial" pitchFamily="34" charset="0"/>
                <a:ea typeface="+mn-ea"/>
                <a:cs typeface="+mn-cs"/>
              </a:defRPr>
            </a:lvl4pPr>
            <a:lvl5pPr marL="1279525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itchFamily="2" charset="2"/>
              <a:buChar char="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1472184" indent="-182880" algn="l" rtl="0" eaLnBrk="1" latinLnBrk="0" hangingPunct="1">
              <a:spcBef>
                <a:spcPts val="400"/>
              </a:spcBef>
              <a:buClr>
                <a:schemeClr val="accent4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6733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80000"/>
              <a:buFont typeface="Wingdings 2"/>
              <a:buChar char="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47088" indent="-182880" algn="l" rtl="0" eaLnBrk="1" latinLnBrk="0" hangingPunct="1">
              <a:spcBef>
                <a:spcPts val="300"/>
              </a:spcBef>
              <a:buClr>
                <a:schemeClr val="accent4"/>
              </a:buClr>
              <a:buSzPct val="100000"/>
              <a:buChar char="•"/>
              <a:defRPr kumimoji="0" sz="1600" kern="1200" baseline="0">
                <a:solidFill>
                  <a:schemeClr val="tx1">
                    <a:tint val="8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0574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100000"/>
              <a:buFont typeface="Wingdings"/>
              <a:buChar char="§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B13F9A"/>
              </a:buClr>
              <a:buSzPct val="73000"/>
              <a:buFont typeface="Wingdings" pitchFamily="2" charset="2"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1. Initialize all nodes to the </a:t>
            </a: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notVisited</a:t>
            </a: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state (STATUS=1)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B13F9A"/>
              </a:buClr>
              <a:buSzPct val="73000"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2. PUSH starting node A on stack and change its status to </a:t>
            </a: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visited</a:t>
            </a: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(STATUS=2)</a:t>
            </a: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B13F9A"/>
              </a:buClr>
              <a:buSzPct val="73000"/>
              <a:buFont typeface="Wingdings" pitchFamily="2" charset="2"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3. Repeat 4-5  until stack is empty</a:t>
            </a:r>
          </a:p>
          <a:p>
            <a:pPr marL="520700" marR="0" lvl="1" indent="-228600" algn="l" defTabSz="914400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F9B639"/>
              </a:buClr>
              <a:buSzPct val="80000"/>
              <a:buFontTx/>
              <a:buNone/>
              <a:tabLst/>
              <a:defRPr/>
            </a:pPr>
            <a:r>
              <a:rPr kumimoji="0" lang="en-US" altLang="en-US" sz="2300" b="0" i="0" u="none" strike="noStrike" kern="1200" cap="none" spc="0" normalizeH="0" baseline="0" noProof="0">
                <a:ln>
                  <a:noFill/>
                </a:ln>
                <a:solidFill>
                  <a:srgbClr val="6C6C6C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4. POP </a:t>
            </a:r>
            <a:r>
              <a:rPr kumimoji="0" lang="en-US" altLang="en-US" sz="2300" b="0" i="1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N</a:t>
            </a:r>
            <a:r>
              <a:rPr kumimoji="0" lang="en-US" altLang="en-US" sz="2300" b="0" i="0" u="none" strike="noStrike" kern="1200" cap="none" spc="0" normalizeH="0" baseline="0" noProof="0">
                <a:ln>
                  <a:noFill/>
                </a:ln>
                <a:solidFill>
                  <a:srgbClr val="6C6C6C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. Process it and change its status to </a:t>
            </a:r>
            <a:r>
              <a:rPr kumimoji="0" lang="en-US" altLang="en-US" sz="23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processed</a:t>
            </a:r>
            <a:r>
              <a:rPr kumimoji="0" lang="en-US" altLang="en-US" sz="2300" b="0" i="0" u="none" strike="noStrike" kern="1200" cap="none" spc="0" normalizeH="0" baseline="0" noProof="0">
                <a:ln>
                  <a:noFill/>
                </a:ln>
                <a:solidFill>
                  <a:srgbClr val="6C6C6C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(STATUS=3)</a:t>
            </a:r>
          </a:p>
          <a:p>
            <a:pPr marL="520700" marR="0" lvl="1" indent="-228600" algn="l" defTabSz="914400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F9B639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altLang="en-US" sz="2300" b="0" i="0" u="none" strike="noStrike" kern="1200" cap="none" spc="0" normalizeH="0" baseline="0" noProof="0">
                <a:ln>
                  <a:noFill/>
                </a:ln>
                <a:solidFill>
                  <a:srgbClr val="6C6C6C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5. PUSH on stack all the neighbors of </a:t>
            </a:r>
            <a:r>
              <a:rPr kumimoji="0" lang="en-US" altLang="en-US" sz="2300" b="0" i="1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N</a:t>
            </a:r>
            <a:r>
              <a:rPr kumimoji="0" lang="en-US" altLang="en-US" sz="2300" b="0" i="0" u="none" strike="noStrike" kern="1200" cap="none" spc="0" normalizeH="0" baseline="0" noProof="0">
                <a:ln>
                  <a:noFill/>
                </a:ln>
                <a:solidFill>
                  <a:srgbClr val="6C6C6C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that are still in </a:t>
            </a:r>
            <a:r>
              <a:rPr kumimoji="0" lang="en-US" altLang="en-US" sz="23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notVisited</a:t>
            </a:r>
            <a:r>
              <a:rPr kumimoji="0" lang="en-US" altLang="en-US" sz="2300" b="0" i="0" u="none" strike="noStrike" kern="1200" cap="none" spc="0" normalizeH="0" baseline="0" noProof="0">
                <a:ln>
                  <a:noFill/>
                </a:ln>
                <a:solidFill>
                  <a:srgbClr val="6C6C6C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state and change their status to 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visited</a:t>
            </a:r>
            <a:endParaRPr kumimoji="0" lang="en-US" altLang="en-US" sz="2300" b="0" i="0" u="none" strike="noStrike" kern="1200" cap="none" spc="0" normalizeH="0" baseline="0" noProof="0">
              <a:ln>
                <a:noFill/>
              </a:ln>
              <a:solidFill>
                <a:srgbClr val="6C6C6C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B13F9A"/>
              </a:buClr>
              <a:buSzPct val="73000"/>
              <a:buFont typeface="Wingdings" pitchFamily="2" charset="2"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6. Exit</a:t>
            </a:r>
          </a:p>
        </p:txBody>
      </p:sp>
    </p:spTree>
    <p:extLst>
      <p:ext uri="{BB962C8B-B14F-4D97-AF65-F5344CB8AC3E}">
        <p14:creationId xmlns:p14="http://schemas.microsoft.com/office/powerpoint/2010/main" val="4031244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DBF036-3439-9F42-BC0E-5AD63A756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20A716-03AE-434B-A0BD-9243CD8074DB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2E2BB81-77A2-F240-9297-3F31E1815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0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D97CF8D-1690-014A-BBDB-31CFC183A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0F9153C-F2AA-BC4F-8CA3-9474F5B46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B15AE3DF-AA16-3045-80C7-950837F49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F94CF83-F611-B94D-8E54-1EF449DED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B64350E-D9FF-9B41-8D04-327A63251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088BAEE8-7F4C-AE43-AFC8-94DFD6674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A6B46168-F90E-894C-8C88-712691515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283993-B17F-0947-9DBB-A16795954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3" y="35925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5AD6ECAF-11A6-AF4D-B3FB-58E25D196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2358FF7-C535-1A40-A7D4-45EC63CF7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3603625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28362FB7-4B36-804B-A86E-11E627BE9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E7F8A7A-5532-F949-8283-1EF8D6CAE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44F2DB5-53EB-D04B-AF30-999C0F5D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7371F6C3-35F9-AA42-B2E7-29EE5DC7F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78A5E5EE-C53D-254B-B4FA-C0198C044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8F20058A-E9DC-CB4F-987A-B44500DDFE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21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F2A9611F-6329-7841-BF11-6E1353A93A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6B2E20B5-4D26-594C-AAE8-DACAD18AA5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0F7B29D4-B060-624B-964B-7D43F3564D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1E1F93AF-0EB0-5E4A-8EAC-179664CFB26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C76E02ED-1562-304F-AF0B-1B3B3491B60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65574EBD-5185-6D4E-AD94-95CFC200DA3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6C206802-B037-6846-8A39-F9502444AD9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9052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9DE80EB1-145A-AC42-9F1B-89FCE81071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2987439E-99FE-B143-8BF5-ACA60A45BF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0" name="Straight Connector 7">
            <a:extLst>
              <a:ext uri="{FF2B5EF4-FFF2-40B4-BE49-F238E27FC236}">
                <a16:creationId xmlns:a16="http://schemas.microsoft.com/office/drawing/2014/main" id="{E7024219-4BAB-194A-9EA3-73C0420D137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477000" y="5119688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Straight Connector 9">
            <a:extLst>
              <a:ext uri="{FF2B5EF4-FFF2-40B4-BE49-F238E27FC236}">
                <a16:creationId xmlns:a16="http://schemas.microsoft.com/office/drawing/2014/main" id="{4329DDC7-55F0-7446-8E84-5D32AAAAD0DA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6021388"/>
            <a:ext cx="137160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Straight Connector 9">
            <a:extLst>
              <a:ext uri="{FF2B5EF4-FFF2-40B4-BE49-F238E27FC236}">
                <a16:creationId xmlns:a16="http://schemas.microsoft.com/office/drawing/2014/main" id="{15BCDC94-4E07-D140-8051-514029536EA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791200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Text Box 7">
            <a:extLst>
              <a:ext uri="{FF2B5EF4-FFF2-40B4-BE49-F238E27FC236}">
                <a16:creationId xmlns:a16="http://schemas.microsoft.com/office/drawing/2014/main" id="{E3546A4C-63C5-EB44-A9A6-78C98948F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715000"/>
            <a:ext cx="263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00CC"/>
                </a:solidFill>
              </a:rPr>
              <a:t>r</a:t>
            </a:r>
          </a:p>
        </p:txBody>
      </p:sp>
      <p:cxnSp>
        <p:nvCxnSpPr>
          <p:cNvPr id="34" name="Straight Connector 7">
            <a:extLst>
              <a:ext uri="{FF2B5EF4-FFF2-40B4-BE49-F238E27FC236}">
                <a16:creationId xmlns:a16="http://schemas.microsoft.com/office/drawing/2014/main" id="{CA77CAE8-6497-9940-8AD6-CEA2D8873E5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48600" y="5119688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50505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70A846-94AE-0141-859C-AB5DDBB50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3" name="Rectangle 31">
            <a:extLst>
              <a:ext uri="{FF2B5EF4-FFF2-40B4-BE49-F238E27FC236}">
                <a16:creationId xmlns:a16="http://schemas.microsoft.com/office/drawing/2014/main" id="{9FD3E8CF-1607-B045-8EAF-99B1406A9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EB51FA5-57E3-AA4B-B167-CF7AB31202A4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5" name="Oval 3">
            <a:extLst>
              <a:ext uri="{FF2B5EF4-FFF2-40B4-BE49-F238E27FC236}">
                <a16:creationId xmlns:a16="http://schemas.microsoft.com/office/drawing/2014/main" id="{E39F3405-3184-C24B-8886-217A74DC5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A40F2AAA-E60A-A340-A2F0-E87ABA38D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40AB04CF-D8DA-BC40-B687-75E43C8F5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1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385233D9-3CEA-E142-A37F-AAB3A397D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961B95E5-4640-3945-9E05-6E5428AAA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0" name="Oval 8">
            <a:extLst>
              <a:ext uri="{FF2B5EF4-FFF2-40B4-BE49-F238E27FC236}">
                <a16:creationId xmlns:a16="http://schemas.microsoft.com/office/drawing/2014/main" id="{3ACB7B0D-C6A9-6C44-84DE-AE24F0311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FD5D7FDE-DF9D-1946-939D-33187418D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7C9EF684-6750-514E-AE40-193B3C2BA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ACB5B5B1-6EAD-D148-AFE2-A1E097730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4CA407B-8A6A-F74D-9A7F-AA7C88172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3603625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A33B3A41-DF9A-5341-8D4E-5CD1B7F57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60644D6-BED2-7444-9A70-0AFBC2A55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998A7C1-9D8D-634B-8044-5E902E3F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12A92E29-D75D-774C-A6D4-A9E9BE5EF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B9577908-7CC0-B342-BFC7-899908B87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4EB0A54B-B775-0B4B-A410-BB8DDA82B0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9D755010-CBCF-5A45-8415-49CE1C1A39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3230A5A1-5215-1740-8BE8-6D58F84B30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424DF773-EF80-3743-BCB0-CD05BB72F90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4">
            <a:extLst>
              <a:ext uri="{FF2B5EF4-FFF2-40B4-BE49-F238E27FC236}">
                <a16:creationId xmlns:a16="http://schemas.microsoft.com/office/drawing/2014/main" id="{97F096CA-CC8C-7B46-A74A-3C35C2C5C5C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5">
            <a:extLst>
              <a:ext uri="{FF2B5EF4-FFF2-40B4-BE49-F238E27FC236}">
                <a16:creationId xmlns:a16="http://schemas.microsoft.com/office/drawing/2014/main" id="{1401DBC7-BA8B-9440-B67D-B8E678F42F0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EA38EA8C-B89D-734E-85F4-BE50D9DB552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9052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62A95A7D-8143-3E48-B34C-6C2BC1D95C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8">
            <a:extLst>
              <a:ext uri="{FF2B5EF4-FFF2-40B4-BE49-F238E27FC236}">
                <a16:creationId xmlns:a16="http://schemas.microsoft.com/office/drawing/2014/main" id="{AD7C9B9F-F796-3046-86DA-BEC4D2FB0F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9" name="Straight Connector 7">
            <a:extLst>
              <a:ext uri="{FF2B5EF4-FFF2-40B4-BE49-F238E27FC236}">
                <a16:creationId xmlns:a16="http://schemas.microsoft.com/office/drawing/2014/main" id="{83C1D0BE-7A97-134F-A87A-47DC0E816C2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477000" y="5486400"/>
            <a:ext cx="1588" cy="5476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Connector 9">
            <a:extLst>
              <a:ext uri="{FF2B5EF4-FFF2-40B4-BE49-F238E27FC236}">
                <a16:creationId xmlns:a16="http://schemas.microsoft.com/office/drawing/2014/main" id="{C4E4E649-D5B8-4149-A5D8-8A9FD3464A5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6021388"/>
            <a:ext cx="137160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Straight Connector 9">
            <a:extLst>
              <a:ext uri="{FF2B5EF4-FFF2-40B4-BE49-F238E27FC236}">
                <a16:creationId xmlns:a16="http://schemas.microsoft.com/office/drawing/2014/main" id="{B8377F60-E8F1-194B-9380-FAAF7EBA8C9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791200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" name="Text Box 7">
            <a:extLst>
              <a:ext uri="{FF2B5EF4-FFF2-40B4-BE49-F238E27FC236}">
                <a16:creationId xmlns:a16="http://schemas.microsoft.com/office/drawing/2014/main" id="{61CEDE47-768A-2147-9F2B-46FDDF7FD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7150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00CC"/>
                </a:solidFill>
              </a:rPr>
              <a:t>v</a:t>
            </a:r>
          </a:p>
        </p:txBody>
      </p:sp>
      <p:cxnSp>
        <p:nvCxnSpPr>
          <p:cNvPr id="33" name="Straight Connector 7">
            <a:extLst>
              <a:ext uri="{FF2B5EF4-FFF2-40B4-BE49-F238E27FC236}">
                <a16:creationId xmlns:a16="http://schemas.microsoft.com/office/drawing/2014/main" id="{1478F23C-AB69-E54D-A5F4-31B011A0C2D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48600" y="5486400"/>
            <a:ext cx="1588" cy="5476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Straight Connector 9">
            <a:extLst>
              <a:ext uri="{FF2B5EF4-FFF2-40B4-BE49-F238E27FC236}">
                <a16:creationId xmlns:a16="http://schemas.microsoft.com/office/drawing/2014/main" id="{E3482A96-F39D-724F-BA57-FDF64A49C41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791200"/>
            <a:ext cx="1371600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Text Box 7">
            <a:extLst>
              <a:ext uri="{FF2B5EF4-FFF2-40B4-BE49-F238E27FC236}">
                <a16:creationId xmlns:a16="http://schemas.microsoft.com/office/drawing/2014/main" id="{FFCB01B4-72D7-AD49-BC42-066C91366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4864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00CC"/>
                </a:solidFill>
              </a:rPr>
              <a:t>s</a:t>
            </a:r>
          </a:p>
        </p:txBody>
      </p:sp>
      <p:sp>
        <p:nvSpPr>
          <p:cNvPr id="36" name="Rectangle 30">
            <a:extLst>
              <a:ext uri="{FF2B5EF4-FFF2-40B4-BE49-F238E27FC236}">
                <a16:creationId xmlns:a16="http://schemas.microsoft.com/office/drawing/2014/main" id="{DEC746FB-CECF-9E4E-932D-946357ED3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681288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7" name="Line 19">
            <a:extLst>
              <a:ext uri="{FF2B5EF4-FFF2-40B4-BE49-F238E27FC236}">
                <a16:creationId xmlns:a16="http://schemas.microsoft.com/office/drawing/2014/main" id="{624C5238-1836-5447-8C4D-1F59D2C0FB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47863" y="266700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Oval 5">
            <a:extLst>
              <a:ext uri="{FF2B5EF4-FFF2-40B4-BE49-F238E27FC236}">
                <a16:creationId xmlns:a16="http://schemas.microsoft.com/office/drawing/2014/main" id="{1B06B7F0-54A6-6145-8410-33A526680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358140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1</a:t>
            </a:r>
          </a:p>
        </p:txBody>
      </p:sp>
      <p:cxnSp>
        <p:nvCxnSpPr>
          <p:cNvPr id="39" name="Straight Connector 7">
            <a:extLst>
              <a:ext uri="{FF2B5EF4-FFF2-40B4-BE49-F238E27FC236}">
                <a16:creationId xmlns:a16="http://schemas.microsoft.com/office/drawing/2014/main" id="{608687C7-8218-3644-9F71-E29CF7E07F0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477000" y="5119688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Straight Connector 7">
            <a:extLst>
              <a:ext uri="{FF2B5EF4-FFF2-40B4-BE49-F238E27FC236}">
                <a16:creationId xmlns:a16="http://schemas.microsoft.com/office/drawing/2014/main" id="{620EEEE1-5F99-7446-B958-E953840BD10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48600" y="5119688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Connector 9">
            <a:extLst>
              <a:ext uri="{FF2B5EF4-FFF2-40B4-BE49-F238E27FC236}">
                <a16:creationId xmlns:a16="http://schemas.microsoft.com/office/drawing/2014/main" id="{294307E1-D01D-AC44-85E8-726783D9450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548313"/>
            <a:ext cx="137160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513062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A78968-7ABE-0743-8186-ADE860EE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B69EF63C-FB87-CB4E-BD44-823016E6E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825" y="2714625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2096489D-99A2-4049-B50F-E5ECA75EB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2468273-6566-944B-AFC3-EE713730C352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6" name="Oval 3">
            <a:extLst>
              <a:ext uri="{FF2B5EF4-FFF2-40B4-BE49-F238E27FC236}">
                <a16:creationId xmlns:a16="http://schemas.microsoft.com/office/drawing/2014/main" id="{1EBA02EE-F575-8446-B0EB-382C6941C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1931DA02-8EB2-424B-BEE9-BD5AA5828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4D0ABB69-C69F-0842-B634-EB9DB4DA1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426854B6-7666-1D4B-959E-7932E9AB9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828CC021-6429-3544-A21F-C12F0D97B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1" name="Oval 8">
            <a:extLst>
              <a:ext uri="{FF2B5EF4-FFF2-40B4-BE49-F238E27FC236}">
                <a16:creationId xmlns:a16="http://schemas.microsoft.com/office/drawing/2014/main" id="{4CE3F48B-713F-DA46-8D2D-D910436A7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396EEB1E-F96E-644A-A5C7-2DA6CD05D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A759D6AA-8035-804F-BA2F-031BC25D34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F7E7A2DD-985C-8642-9581-DDEC0C869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DACFF60F-7868-E547-BB16-8D79E5033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58140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2</a:t>
            </a: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C57227C1-9615-C246-AE35-D7B588FF4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17" name="Oval 15">
            <a:extLst>
              <a:ext uri="{FF2B5EF4-FFF2-40B4-BE49-F238E27FC236}">
                <a16:creationId xmlns:a16="http://schemas.microsoft.com/office/drawing/2014/main" id="{2FBAB154-3195-4541-8AB5-D2A3810C4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8" name="Oval 16">
            <a:extLst>
              <a:ext uri="{FF2B5EF4-FFF2-40B4-BE49-F238E27FC236}">
                <a16:creationId xmlns:a16="http://schemas.microsoft.com/office/drawing/2014/main" id="{AF3C745F-07C7-974B-996C-0FB9590F8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50843F54-9211-8843-B83B-6A67EAC01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586E5603-7E75-004D-BA40-52500B82A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30D91D37-EF69-2943-9374-313BDDA29B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E9E095F1-1078-A542-A19F-797C9E1C8B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0B4D5A61-F1CC-5A47-BFAC-C4543E8E4D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153FDBE1-BA3F-4748-8280-85DF2A80917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878FF350-5D37-1843-B0EF-8B6EDFC6726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397638F0-9F4B-FC4E-8291-E6D33203570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5E0F77C0-30A1-0A4F-B767-4076624A5E3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9052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A6B7C6A1-7926-9540-92C9-C5D734D323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39A89415-F278-BC4E-9435-132EA692F0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0" name="Straight Connector 7">
            <a:extLst>
              <a:ext uri="{FF2B5EF4-FFF2-40B4-BE49-F238E27FC236}">
                <a16:creationId xmlns:a16="http://schemas.microsoft.com/office/drawing/2014/main" id="{E6D600FF-1F34-9B43-84A4-B3A2A7CD43E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477000" y="5486400"/>
            <a:ext cx="1588" cy="5476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Straight Connector 9">
            <a:extLst>
              <a:ext uri="{FF2B5EF4-FFF2-40B4-BE49-F238E27FC236}">
                <a16:creationId xmlns:a16="http://schemas.microsoft.com/office/drawing/2014/main" id="{7F880928-C872-3C43-8A2E-0D7C47DDB5F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6021388"/>
            <a:ext cx="137160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Straight Connector 9">
            <a:extLst>
              <a:ext uri="{FF2B5EF4-FFF2-40B4-BE49-F238E27FC236}">
                <a16:creationId xmlns:a16="http://schemas.microsoft.com/office/drawing/2014/main" id="{016A9D26-2D08-424C-9BBF-ADB89569A88C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791200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Text Box 7">
            <a:extLst>
              <a:ext uri="{FF2B5EF4-FFF2-40B4-BE49-F238E27FC236}">
                <a16:creationId xmlns:a16="http://schemas.microsoft.com/office/drawing/2014/main" id="{28E4DE2F-E736-D34A-B203-715CD85F1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7150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00CC"/>
                </a:solidFill>
              </a:rPr>
              <a:t>v</a:t>
            </a:r>
          </a:p>
        </p:txBody>
      </p:sp>
      <p:cxnSp>
        <p:nvCxnSpPr>
          <p:cNvPr id="34" name="Straight Connector 7">
            <a:extLst>
              <a:ext uri="{FF2B5EF4-FFF2-40B4-BE49-F238E27FC236}">
                <a16:creationId xmlns:a16="http://schemas.microsoft.com/office/drawing/2014/main" id="{4903FFF3-05A1-B34A-90B9-3E77AE697B7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48600" y="5486400"/>
            <a:ext cx="1588" cy="5476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Straight Connector 9">
            <a:extLst>
              <a:ext uri="{FF2B5EF4-FFF2-40B4-BE49-F238E27FC236}">
                <a16:creationId xmlns:a16="http://schemas.microsoft.com/office/drawing/2014/main" id="{4AEC0493-B1A8-9C44-A05C-DE881AFF67B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791200"/>
            <a:ext cx="1371600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Text Box 7">
            <a:extLst>
              <a:ext uri="{FF2B5EF4-FFF2-40B4-BE49-F238E27FC236}">
                <a16:creationId xmlns:a16="http://schemas.microsoft.com/office/drawing/2014/main" id="{7750E6B4-2EFE-1A40-AA35-17E5D53B4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486400"/>
            <a:ext cx="3429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00CC"/>
                </a:solidFill>
              </a:rPr>
              <a:t>w</a:t>
            </a:r>
          </a:p>
        </p:txBody>
      </p:sp>
      <p:sp>
        <p:nvSpPr>
          <p:cNvPr id="37" name="Rectangle 30">
            <a:extLst>
              <a:ext uri="{FF2B5EF4-FFF2-40B4-BE49-F238E27FC236}">
                <a16:creationId xmlns:a16="http://schemas.microsoft.com/office/drawing/2014/main" id="{C4E143B0-7C94-3D49-AD52-0FB23A5D0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681288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8" name="Line 19">
            <a:extLst>
              <a:ext uri="{FF2B5EF4-FFF2-40B4-BE49-F238E27FC236}">
                <a16:creationId xmlns:a16="http://schemas.microsoft.com/office/drawing/2014/main" id="{CF0810AB-33C9-6F4A-B93C-1809ECCB7C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47863" y="266700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Oval 5">
            <a:extLst>
              <a:ext uri="{FF2B5EF4-FFF2-40B4-BE49-F238E27FC236}">
                <a16:creationId xmlns:a16="http://schemas.microsoft.com/office/drawing/2014/main" id="{9B37FC63-05B1-8C41-A22C-7F3EA7159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358140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1</a:t>
            </a:r>
          </a:p>
        </p:txBody>
      </p:sp>
      <p:cxnSp>
        <p:nvCxnSpPr>
          <p:cNvPr id="40" name="Straight Connector 7">
            <a:extLst>
              <a:ext uri="{FF2B5EF4-FFF2-40B4-BE49-F238E27FC236}">
                <a16:creationId xmlns:a16="http://schemas.microsoft.com/office/drawing/2014/main" id="{DB42CD05-5179-7D45-B3BE-34359DABBAB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477000" y="5119688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Connector 7">
            <a:extLst>
              <a:ext uri="{FF2B5EF4-FFF2-40B4-BE49-F238E27FC236}">
                <a16:creationId xmlns:a16="http://schemas.microsoft.com/office/drawing/2014/main" id="{B5004E28-95D1-CC4F-85E7-6F0DB2C206B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48600" y="5105400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Straight Connector 9">
            <a:extLst>
              <a:ext uri="{FF2B5EF4-FFF2-40B4-BE49-F238E27FC236}">
                <a16:creationId xmlns:a16="http://schemas.microsoft.com/office/drawing/2014/main" id="{AE923020-883F-FC45-85CE-7FAE5F47750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548313"/>
            <a:ext cx="137160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967631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DA721C-89B3-2C4D-80AF-9889EA945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3" name="Rectangle 31">
            <a:extLst>
              <a:ext uri="{FF2B5EF4-FFF2-40B4-BE49-F238E27FC236}">
                <a16:creationId xmlns:a16="http://schemas.microsoft.com/office/drawing/2014/main" id="{D73928FA-4808-7B4A-A1AE-D9B3A935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8100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9DC01F85-9514-DC46-A5E4-1D152E1FFD48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733800" y="243840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B61A23F8-A8DA-1042-BAC1-9AF870267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825" y="2714625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AB96FBF8-BFD1-C648-9477-0755E3B51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569F5EC-3215-4848-91AA-B2AF9F954686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8" name="Oval 3">
            <a:extLst>
              <a:ext uri="{FF2B5EF4-FFF2-40B4-BE49-F238E27FC236}">
                <a16:creationId xmlns:a16="http://schemas.microsoft.com/office/drawing/2014/main" id="{23EC6D08-4DDA-3346-A569-691C55B24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70310431-3927-A84A-8D8D-7D0C78882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10" name="Oval 5">
            <a:extLst>
              <a:ext uri="{FF2B5EF4-FFF2-40B4-BE49-F238E27FC236}">
                <a16:creationId xmlns:a16="http://schemas.microsoft.com/office/drawing/2014/main" id="{FE2C30DF-52DC-1740-A490-B8E9992C1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61B2486F-9AFD-2E41-B654-5CC6382DC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257FCB34-F1C8-8E4B-866B-027726CCC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3</a:t>
            </a:r>
          </a:p>
        </p:txBody>
      </p:sp>
      <p:sp>
        <p:nvSpPr>
          <p:cNvPr id="13" name="Oval 8">
            <a:extLst>
              <a:ext uri="{FF2B5EF4-FFF2-40B4-BE49-F238E27FC236}">
                <a16:creationId xmlns:a16="http://schemas.microsoft.com/office/drawing/2014/main" id="{D7A5AA8D-47F1-E948-8877-DEE9265DD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AD73E0F3-0A9D-CC47-B282-09C3030D8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F002DA2E-3FBE-974F-B1B6-F3D558A4D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E5ECA3EC-462B-1E4E-86E5-5A45D05D1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17" name="Oval 13">
            <a:extLst>
              <a:ext uri="{FF2B5EF4-FFF2-40B4-BE49-F238E27FC236}">
                <a16:creationId xmlns:a16="http://schemas.microsoft.com/office/drawing/2014/main" id="{9B56CD5C-70D2-C44E-9EB7-DA2E2335C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581400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465F93BD-CC44-8446-BA69-6792321A2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19" name="Oval 15">
            <a:extLst>
              <a:ext uri="{FF2B5EF4-FFF2-40B4-BE49-F238E27FC236}">
                <a16:creationId xmlns:a16="http://schemas.microsoft.com/office/drawing/2014/main" id="{A77C23BB-FB69-C349-B9BD-7F4A6C5E0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3</a:t>
            </a:r>
          </a:p>
        </p:txBody>
      </p:sp>
      <p:sp>
        <p:nvSpPr>
          <p:cNvPr id="20" name="Oval 16">
            <a:extLst>
              <a:ext uri="{FF2B5EF4-FFF2-40B4-BE49-F238E27FC236}">
                <a16:creationId xmlns:a16="http://schemas.microsoft.com/office/drawing/2014/main" id="{ED4E9283-BABE-A74C-9BA5-32EF0552B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2C3FFA69-8E68-154A-B5A9-92E05367E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8C6B7AAC-866E-8945-A4B0-B1023AB59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D97EE77D-D8EA-7245-B498-C2960FF4AA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3EC1C275-0D9A-E143-8BAC-1829FBD70B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D7834FD2-9BBD-C440-805C-9BD13607B9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9CC8CE4D-185B-2345-8D7F-BC83BAE1DD5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4536BE80-A5BA-2A4D-9148-71A7F95EC02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C54E146D-34EE-734E-AA96-8B817F104ED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67833CAD-8F6F-A943-B13F-32283AB6C53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9052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B8C47980-FE3A-B641-A6A6-9157A89CFA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3E5BD4F7-0C16-6D4C-82D1-0A189D06CC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2" name="Straight Connector 7">
            <a:extLst>
              <a:ext uri="{FF2B5EF4-FFF2-40B4-BE49-F238E27FC236}">
                <a16:creationId xmlns:a16="http://schemas.microsoft.com/office/drawing/2014/main" id="{18692915-C895-FC4E-910E-4D89AFCA7B3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477000" y="5486400"/>
            <a:ext cx="1588" cy="5476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Straight Connector 9">
            <a:extLst>
              <a:ext uri="{FF2B5EF4-FFF2-40B4-BE49-F238E27FC236}">
                <a16:creationId xmlns:a16="http://schemas.microsoft.com/office/drawing/2014/main" id="{87AF369D-F149-6D43-BFE0-4365A0869AE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6021388"/>
            <a:ext cx="137160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Straight Connector 9">
            <a:extLst>
              <a:ext uri="{FF2B5EF4-FFF2-40B4-BE49-F238E27FC236}">
                <a16:creationId xmlns:a16="http://schemas.microsoft.com/office/drawing/2014/main" id="{B4D7E855-69E1-E047-8831-618A0986AD3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791200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Text Box 7">
            <a:extLst>
              <a:ext uri="{FF2B5EF4-FFF2-40B4-BE49-F238E27FC236}">
                <a16:creationId xmlns:a16="http://schemas.microsoft.com/office/drawing/2014/main" id="{5ABD852C-6907-564F-A6B0-30B17C45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7150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00CC"/>
                </a:solidFill>
              </a:rPr>
              <a:t>v</a:t>
            </a:r>
          </a:p>
        </p:txBody>
      </p:sp>
      <p:cxnSp>
        <p:nvCxnSpPr>
          <p:cNvPr id="36" name="Straight Connector 7">
            <a:extLst>
              <a:ext uri="{FF2B5EF4-FFF2-40B4-BE49-F238E27FC236}">
                <a16:creationId xmlns:a16="http://schemas.microsoft.com/office/drawing/2014/main" id="{A5D63614-AA5B-B54B-BD6A-59F384F2C3E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48600" y="5486400"/>
            <a:ext cx="1588" cy="5476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Straight Connector 9">
            <a:extLst>
              <a:ext uri="{FF2B5EF4-FFF2-40B4-BE49-F238E27FC236}">
                <a16:creationId xmlns:a16="http://schemas.microsoft.com/office/drawing/2014/main" id="{7AB79824-5D27-814A-9156-8EB9F9E6E0D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791200"/>
            <a:ext cx="1371600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Text Box 7">
            <a:extLst>
              <a:ext uri="{FF2B5EF4-FFF2-40B4-BE49-F238E27FC236}">
                <a16:creationId xmlns:a16="http://schemas.microsoft.com/office/drawing/2014/main" id="{AE4288B9-F3B1-CE4B-B5BB-CD784DE0B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4864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00CC"/>
                </a:solidFill>
              </a:rPr>
              <a:t>x</a:t>
            </a:r>
          </a:p>
        </p:txBody>
      </p:sp>
      <p:sp>
        <p:nvSpPr>
          <p:cNvPr id="39" name="Rectangle 30">
            <a:extLst>
              <a:ext uri="{FF2B5EF4-FFF2-40B4-BE49-F238E27FC236}">
                <a16:creationId xmlns:a16="http://schemas.microsoft.com/office/drawing/2014/main" id="{3CAF4A5B-052C-224B-AB2A-F5AC09C3D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681288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0" name="Line 19">
            <a:extLst>
              <a:ext uri="{FF2B5EF4-FFF2-40B4-BE49-F238E27FC236}">
                <a16:creationId xmlns:a16="http://schemas.microsoft.com/office/drawing/2014/main" id="{635B1678-146A-8E48-9287-B5531B6CFF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47863" y="266700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Oval 5">
            <a:extLst>
              <a:ext uri="{FF2B5EF4-FFF2-40B4-BE49-F238E27FC236}">
                <a16:creationId xmlns:a16="http://schemas.microsoft.com/office/drawing/2014/main" id="{A10EE896-4D3F-7B4B-943B-D785C1622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358140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1</a:t>
            </a:r>
          </a:p>
        </p:txBody>
      </p:sp>
      <p:cxnSp>
        <p:nvCxnSpPr>
          <p:cNvPr id="42" name="Straight Connector 7">
            <a:extLst>
              <a:ext uri="{FF2B5EF4-FFF2-40B4-BE49-F238E27FC236}">
                <a16:creationId xmlns:a16="http://schemas.microsoft.com/office/drawing/2014/main" id="{C82B4C7E-214C-1C45-8D1A-41F4D00E534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477000" y="5119688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Straight Connector 7">
            <a:extLst>
              <a:ext uri="{FF2B5EF4-FFF2-40B4-BE49-F238E27FC236}">
                <a16:creationId xmlns:a16="http://schemas.microsoft.com/office/drawing/2014/main" id="{784138F3-D00C-7A43-ACDB-066E8CA00B7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48600" y="5105400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Straight Connector 9">
            <a:extLst>
              <a:ext uri="{FF2B5EF4-FFF2-40B4-BE49-F238E27FC236}">
                <a16:creationId xmlns:a16="http://schemas.microsoft.com/office/drawing/2014/main" id="{C010F695-DD38-3D44-91AB-E59B82BB312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548313"/>
            <a:ext cx="137160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" name="Text Box 7">
            <a:extLst>
              <a:ext uri="{FF2B5EF4-FFF2-40B4-BE49-F238E27FC236}">
                <a16:creationId xmlns:a16="http://schemas.microsoft.com/office/drawing/2014/main" id="{7DDFFC24-80BB-7C41-AECC-CAAC5B701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243513"/>
            <a:ext cx="252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00CC"/>
                </a:solidFill>
              </a:rPr>
              <a:t>t</a:t>
            </a:r>
          </a:p>
        </p:txBody>
      </p:sp>
      <p:cxnSp>
        <p:nvCxnSpPr>
          <p:cNvPr id="46" name="Straight Connector 9">
            <a:extLst>
              <a:ext uri="{FF2B5EF4-FFF2-40B4-BE49-F238E27FC236}">
                <a16:creationId xmlns:a16="http://schemas.microsoft.com/office/drawing/2014/main" id="{A67612F0-3B42-DB47-AF12-84EE80B3C67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305425"/>
            <a:ext cx="1371600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915201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50C1CD-ACAD-6840-B0F6-3B10A6AB6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3718CDB0-48EA-D04E-91B3-A1E04B882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7225" y="266700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58788FE7-0649-3948-B73D-A9D617C49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CB26D724-56BF-4040-82A1-50E8327CC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8100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35495C91-01D0-4948-A23A-2ED0D84E489B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733800" y="243840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Rectangle 30">
            <a:extLst>
              <a:ext uri="{FF2B5EF4-FFF2-40B4-BE49-F238E27FC236}">
                <a16:creationId xmlns:a16="http://schemas.microsoft.com/office/drawing/2014/main" id="{44FF7499-9AC5-1845-9F12-C768D4904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825" y="2714625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Rectangle 31">
            <a:extLst>
              <a:ext uri="{FF2B5EF4-FFF2-40B4-BE49-F238E27FC236}">
                <a16:creationId xmlns:a16="http://schemas.microsoft.com/office/drawing/2014/main" id="{58D4147F-31F6-D340-A64A-0A2BB947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48C86C2-FD59-A44A-AE13-24C3202E864E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10" name="Oval 3">
            <a:extLst>
              <a:ext uri="{FF2B5EF4-FFF2-40B4-BE49-F238E27FC236}">
                <a16:creationId xmlns:a16="http://schemas.microsoft.com/office/drawing/2014/main" id="{BCE07A58-C7A7-034D-B4EE-96091CF5E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483F15D7-7579-0343-83AF-8DB39C1FE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12" name="Oval 5">
            <a:extLst>
              <a:ext uri="{FF2B5EF4-FFF2-40B4-BE49-F238E27FC236}">
                <a16:creationId xmlns:a16="http://schemas.microsoft.com/office/drawing/2014/main" id="{51D5F9BF-1A9C-E745-A969-C65C695E9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9AC7761A-E0A8-AB4A-B4CE-9055F446B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50F70F32-FA0E-5743-B1C9-445497460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Oval 8">
            <a:extLst>
              <a:ext uri="{FF2B5EF4-FFF2-40B4-BE49-F238E27FC236}">
                <a16:creationId xmlns:a16="http://schemas.microsoft.com/office/drawing/2014/main" id="{6BFDC3DD-8668-CF47-9044-515AF68C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4</a:t>
            </a: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893B710F-68A1-CD40-AD24-56C7CCDC3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746369FB-CB7C-ED42-A4E5-2448FB3ED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EAC9052C-C225-1E43-8727-9686FA3A2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19" name="Oval 13">
            <a:extLst>
              <a:ext uri="{FF2B5EF4-FFF2-40B4-BE49-F238E27FC236}">
                <a16:creationId xmlns:a16="http://schemas.microsoft.com/office/drawing/2014/main" id="{A354466D-C281-904B-BA79-2BCC73D8A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581400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0" name="Text Box 14">
            <a:extLst>
              <a:ext uri="{FF2B5EF4-FFF2-40B4-BE49-F238E27FC236}">
                <a16:creationId xmlns:a16="http://schemas.microsoft.com/office/drawing/2014/main" id="{82E9AFFE-2ECF-8647-BEDC-466BF02FC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21" name="Oval 15">
            <a:extLst>
              <a:ext uri="{FF2B5EF4-FFF2-40B4-BE49-F238E27FC236}">
                <a16:creationId xmlns:a16="http://schemas.microsoft.com/office/drawing/2014/main" id="{879BEC8D-75AA-4341-B09F-D05245467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3</a:t>
            </a:r>
          </a:p>
        </p:txBody>
      </p:sp>
      <p:sp>
        <p:nvSpPr>
          <p:cNvPr id="22" name="Oval 16">
            <a:extLst>
              <a:ext uri="{FF2B5EF4-FFF2-40B4-BE49-F238E27FC236}">
                <a16:creationId xmlns:a16="http://schemas.microsoft.com/office/drawing/2014/main" id="{6FB51777-07DD-954F-9F83-A648A23BD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 i="1"/>
              <a:t>∞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9A6A55A-1C0C-134F-AFF9-B363E3734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24" name="Text Box 18">
            <a:extLst>
              <a:ext uri="{FF2B5EF4-FFF2-40B4-BE49-F238E27FC236}">
                <a16:creationId xmlns:a16="http://schemas.microsoft.com/office/drawing/2014/main" id="{12C55151-A170-6B4C-8573-63EF4AC63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25" name="Line 20">
            <a:extLst>
              <a:ext uri="{FF2B5EF4-FFF2-40B4-BE49-F238E27FC236}">
                <a16:creationId xmlns:a16="http://schemas.microsoft.com/office/drawing/2014/main" id="{11A393CE-1110-224F-BD44-8AE28B30C9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1">
            <a:extLst>
              <a:ext uri="{FF2B5EF4-FFF2-40B4-BE49-F238E27FC236}">
                <a16:creationId xmlns:a16="http://schemas.microsoft.com/office/drawing/2014/main" id="{80D668E3-C971-DF43-868A-A273E5EB20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2">
            <a:extLst>
              <a:ext uri="{FF2B5EF4-FFF2-40B4-BE49-F238E27FC236}">
                <a16:creationId xmlns:a16="http://schemas.microsoft.com/office/drawing/2014/main" id="{D10E3E52-2AD0-9D4A-B3E5-3D96F76483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266700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3">
            <a:extLst>
              <a:ext uri="{FF2B5EF4-FFF2-40B4-BE49-F238E27FC236}">
                <a16:creationId xmlns:a16="http://schemas.microsoft.com/office/drawing/2014/main" id="{19F1D36B-F5F1-8049-A99A-41C3A1BBD33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4">
            <a:extLst>
              <a:ext uri="{FF2B5EF4-FFF2-40B4-BE49-F238E27FC236}">
                <a16:creationId xmlns:a16="http://schemas.microsoft.com/office/drawing/2014/main" id="{00DF07F9-81F5-774D-BAC6-A1161997E89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5">
            <a:extLst>
              <a:ext uri="{FF2B5EF4-FFF2-40B4-BE49-F238E27FC236}">
                <a16:creationId xmlns:a16="http://schemas.microsoft.com/office/drawing/2014/main" id="{D31C0032-557D-E649-A563-A090A6D8525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26">
            <a:extLst>
              <a:ext uri="{FF2B5EF4-FFF2-40B4-BE49-F238E27FC236}">
                <a16:creationId xmlns:a16="http://schemas.microsoft.com/office/drawing/2014/main" id="{D7A1CEE7-6C72-DF4B-AAEF-9D1CC5E3E60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9052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27">
            <a:extLst>
              <a:ext uri="{FF2B5EF4-FFF2-40B4-BE49-F238E27FC236}">
                <a16:creationId xmlns:a16="http://schemas.microsoft.com/office/drawing/2014/main" id="{F14C17AD-7EAF-9F4C-91F2-0F4FEB2020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28">
            <a:extLst>
              <a:ext uri="{FF2B5EF4-FFF2-40B4-BE49-F238E27FC236}">
                <a16:creationId xmlns:a16="http://schemas.microsoft.com/office/drawing/2014/main" id="{584AA1F6-BB84-2046-A661-78C8399647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4" name="Straight Connector 7">
            <a:extLst>
              <a:ext uri="{FF2B5EF4-FFF2-40B4-BE49-F238E27FC236}">
                <a16:creationId xmlns:a16="http://schemas.microsoft.com/office/drawing/2014/main" id="{4B004AE7-9F91-694C-ABB5-736F92DA061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477000" y="5486400"/>
            <a:ext cx="1588" cy="5476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Straight Connector 9">
            <a:extLst>
              <a:ext uri="{FF2B5EF4-FFF2-40B4-BE49-F238E27FC236}">
                <a16:creationId xmlns:a16="http://schemas.microsoft.com/office/drawing/2014/main" id="{E0CF9D7D-ED40-E44C-A739-2EBFDE6DCCC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6021388"/>
            <a:ext cx="137160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Straight Connector 9">
            <a:extLst>
              <a:ext uri="{FF2B5EF4-FFF2-40B4-BE49-F238E27FC236}">
                <a16:creationId xmlns:a16="http://schemas.microsoft.com/office/drawing/2014/main" id="{5AECCEF4-33D5-B942-8A82-9B96F94F87EC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791200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" name="Text Box 7">
            <a:extLst>
              <a:ext uri="{FF2B5EF4-FFF2-40B4-BE49-F238E27FC236}">
                <a16:creationId xmlns:a16="http://schemas.microsoft.com/office/drawing/2014/main" id="{17EAA06C-0A77-6D47-9A60-6FC675D82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7150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00CC"/>
                </a:solidFill>
              </a:rPr>
              <a:t>v</a:t>
            </a:r>
          </a:p>
        </p:txBody>
      </p:sp>
      <p:cxnSp>
        <p:nvCxnSpPr>
          <p:cNvPr id="38" name="Straight Connector 7">
            <a:extLst>
              <a:ext uri="{FF2B5EF4-FFF2-40B4-BE49-F238E27FC236}">
                <a16:creationId xmlns:a16="http://schemas.microsoft.com/office/drawing/2014/main" id="{EAF6BE82-E45C-424D-A832-CA9829BE563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48600" y="5486400"/>
            <a:ext cx="1588" cy="5476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Straight Connector 9">
            <a:extLst>
              <a:ext uri="{FF2B5EF4-FFF2-40B4-BE49-F238E27FC236}">
                <a16:creationId xmlns:a16="http://schemas.microsoft.com/office/drawing/2014/main" id="{B13BC987-4438-9749-8435-321A478D81A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791200"/>
            <a:ext cx="1371600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Text Box 7">
            <a:extLst>
              <a:ext uri="{FF2B5EF4-FFF2-40B4-BE49-F238E27FC236}">
                <a16:creationId xmlns:a16="http://schemas.microsoft.com/office/drawing/2014/main" id="{7DF65EB5-504F-C747-B8D3-CBF4BC8C2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4864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00CC"/>
                </a:solidFill>
              </a:rPr>
              <a:t>x</a:t>
            </a:r>
          </a:p>
        </p:txBody>
      </p:sp>
      <p:sp>
        <p:nvSpPr>
          <p:cNvPr id="41" name="Rectangle 30">
            <a:extLst>
              <a:ext uri="{FF2B5EF4-FFF2-40B4-BE49-F238E27FC236}">
                <a16:creationId xmlns:a16="http://schemas.microsoft.com/office/drawing/2014/main" id="{D7A234B3-6E6C-8948-815D-040F5E3D7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681288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2" name="Line 19">
            <a:extLst>
              <a:ext uri="{FF2B5EF4-FFF2-40B4-BE49-F238E27FC236}">
                <a16:creationId xmlns:a16="http://schemas.microsoft.com/office/drawing/2014/main" id="{BAF3E5CE-C228-9E44-8B56-2B730C1FC7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47863" y="266700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Oval 5">
            <a:extLst>
              <a:ext uri="{FF2B5EF4-FFF2-40B4-BE49-F238E27FC236}">
                <a16:creationId xmlns:a16="http://schemas.microsoft.com/office/drawing/2014/main" id="{8C0E9BE4-D446-CA40-AD42-43AE7523D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358140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1</a:t>
            </a:r>
          </a:p>
        </p:txBody>
      </p:sp>
      <p:cxnSp>
        <p:nvCxnSpPr>
          <p:cNvPr id="44" name="Straight Connector 7">
            <a:extLst>
              <a:ext uri="{FF2B5EF4-FFF2-40B4-BE49-F238E27FC236}">
                <a16:creationId xmlns:a16="http://schemas.microsoft.com/office/drawing/2014/main" id="{A2C69C94-2F3D-8A43-BCA1-4BDB02501F4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477000" y="5119688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Straight Connector 7">
            <a:extLst>
              <a:ext uri="{FF2B5EF4-FFF2-40B4-BE49-F238E27FC236}">
                <a16:creationId xmlns:a16="http://schemas.microsoft.com/office/drawing/2014/main" id="{7B2B6355-3E12-384F-9396-1BEB7F204AC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48600" y="5105400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Straight Connector 9">
            <a:extLst>
              <a:ext uri="{FF2B5EF4-FFF2-40B4-BE49-F238E27FC236}">
                <a16:creationId xmlns:a16="http://schemas.microsoft.com/office/drawing/2014/main" id="{D25BC391-223E-7A4D-AC39-193C4C1E872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548313"/>
            <a:ext cx="137160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Text Box 7">
            <a:extLst>
              <a:ext uri="{FF2B5EF4-FFF2-40B4-BE49-F238E27FC236}">
                <a16:creationId xmlns:a16="http://schemas.microsoft.com/office/drawing/2014/main" id="{C72E4DFB-8BF4-3C48-B812-3220E18A0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243513"/>
            <a:ext cx="307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00CC"/>
                </a:solidFill>
              </a:rPr>
              <a:t>u</a:t>
            </a:r>
          </a:p>
        </p:txBody>
      </p:sp>
      <p:cxnSp>
        <p:nvCxnSpPr>
          <p:cNvPr id="48" name="Straight Connector 9">
            <a:extLst>
              <a:ext uri="{FF2B5EF4-FFF2-40B4-BE49-F238E27FC236}">
                <a16:creationId xmlns:a16="http://schemas.microsoft.com/office/drawing/2014/main" id="{E9D69E1B-017C-5847-A1E6-A9A6B842B27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305425"/>
            <a:ext cx="1371600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92312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40DCDE-3FED-E84E-95AC-F811A24C7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8F74EF46-77EC-1241-B45C-3B90F3E55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7225" y="266700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2971C061-7F96-4F43-98EC-6294037E065A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5049838" y="243840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857EE097-31E8-B44D-B6D4-FEF822B2C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681288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60F2C017-2363-EA43-9FAD-0FC889CD5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74970513-FF25-6D41-96A0-E279360B4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8100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87FE388A-8C35-2C43-9C5B-3CBE38D140C2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733800" y="243840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Rectangle 30">
            <a:extLst>
              <a:ext uri="{FF2B5EF4-FFF2-40B4-BE49-F238E27FC236}">
                <a16:creationId xmlns:a16="http://schemas.microsoft.com/office/drawing/2014/main" id="{23E9F5AD-B5DF-0E4D-947C-27D2D693D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825" y="2714625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Rectangle 31">
            <a:extLst>
              <a:ext uri="{FF2B5EF4-FFF2-40B4-BE49-F238E27FC236}">
                <a16:creationId xmlns:a16="http://schemas.microsoft.com/office/drawing/2014/main" id="{E9ED0082-E084-784E-BAB5-2290B6F5D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7BDE94B6-5306-804A-A174-80DEB08AB5E0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12" name="Oval 3">
            <a:extLst>
              <a:ext uri="{FF2B5EF4-FFF2-40B4-BE49-F238E27FC236}">
                <a16:creationId xmlns:a16="http://schemas.microsoft.com/office/drawing/2014/main" id="{2F59C432-793E-4C4C-B6AC-BFD60E8D9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CABF1EF8-B6AF-6B49-8ED1-A72E57E98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14" name="Oval 5">
            <a:extLst>
              <a:ext uri="{FF2B5EF4-FFF2-40B4-BE49-F238E27FC236}">
                <a16:creationId xmlns:a16="http://schemas.microsoft.com/office/drawing/2014/main" id="{AAE11DC0-2ED2-6F4E-B451-00669FFC1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190DC972-7EBA-624C-9D20-E6845F57F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16" name="Oval 7">
            <a:extLst>
              <a:ext uri="{FF2B5EF4-FFF2-40B4-BE49-F238E27FC236}">
                <a16:creationId xmlns:a16="http://schemas.microsoft.com/office/drawing/2014/main" id="{A0FC473A-6D38-0048-9F1F-95E2D3F4D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7" name="Oval 8">
            <a:extLst>
              <a:ext uri="{FF2B5EF4-FFF2-40B4-BE49-F238E27FC236}">
                <a16:creationId xmlns:a16="http://schemas.microsoft.com/office/drawing/2014/main" id="{32DEEE0B-D3CC-B140-8631-3C38899AD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8" name="Text Box 9">
            <a:extLst>
              <a:ext uri="{FF2B5EF4-FFF2-40B4-BE49-F238E27FC236}">
                <a16:creationId xmlns:a16="http://schemas.microsoft.com/office/drawing/2014/main" id="{26D0F68D-9C2A-604F-B703-94EBE31F4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19" name="Text Box 10">
            <a:extLst>
              <a:ext uri="{FF2B5EF4-FFF2-40B4-BE49-F238E27FC236}">
                <a16:creationId xmlns:a16="http://schemas.microsoft.com/office/drawing/2014/main" id="{F0B478D8-968A-054C-A1D2-8DDB4C0E7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20" name="Text Box 12">
            <a:extLst>
              <a:ext uri="{FF2B5EF4-FFF2-40B4-BE49-F238E27FC236}">
                <a16:creationId xmlns:a16="http://schemas.microsoft.com/office/drawing/2014/main" id="{0B59BD28-ED4C-1040-84B0-87BECA32F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21" name="Oval 13">
            <a:extLst>
              <a:ext uri="{FF2B5EF4-FFF2-40B4-BE49-F238E27FC236}">
                <a16:creationId xmlns:a16="http://schemas.microsoft.com/office/drawing/2014/main" id="{899CB54F-C30D-C547-8E46-34D2B391B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581400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2" name="Text Box 14">
            <a:extLst>
              <a:ext uri="{FF2B5EF4-FFF2-40B4-BE49-F238E27FC236}">
                <a16:creationId xmlns:a16="http://schemas.microsoft.com/office/drawing/2014/main" id="{3388B30B-452B-364B-A12A-CBF338369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23" name="Oval 15">
            <a:extLst>
              <a:ext uri="{FF2B5EF4-FFF2-40B4-BE49-F238E27FC236}">
                <a16:creationId xmlns:a16="http://schemas.microsoft.com/office/drawing/2014/main" id="{FEBEA0E7-93F9-7946-B8D7-18E9A1B83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3</a:t>
            </a:r>
          </a:p>
        </p:txBody>
      </p:sp>
      <p:sp>
        <p:nvSpPr>
          <p:cNvPr id="24" name="Oval 16">
            <a:extLst>
              <a:ext uri="{FF2B5EF4-FFF2-40B4-BE49-F238E27FC236}">
                <a16:creationId xmlns:a16="http://schemas.microsoft.com/office/drawing/2014/main" id="{686C973D-2707-2841-A476-B02B192EF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5</a:t>
            </a:r>
          </a:p>
        </p:txBody>
      </p:sp>
      <p:sp>
        <p:nvSpPr>
          <p:cNvPr id="25" name="Text Box 17">
            <a:extLst>
              <a:ext uri="{FF2B5EF4-FFF2-40B4-BE49-F238E27FC236}">
                <a16:creationId xmlns:a16="http://schemas.microsoft.com/office/drawing/2014/main" id="{9095B526-0E45-5A49-93F7-579F65253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26" name="Text Box 18">
            <a:extLst>
              <a:ext uri="{FF2B5EF4-FFF2-40B4-BE49-F238E27FC236}">
                <a16:creationId xmlns:a16="http://schemas.microsoft.com/office/drawing/2014/main" id="{6B2B8EB7-3495-2E45-952A-B347B4190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27" name="Line 20">
            <a:extLst>
              <a:ext uri="{FF2B5EF4-FFF2-40B4-BE49-F238E27FC236}">
                <a16:creationId xmlns:a16="http://schemas.microsoft.com/office/drawing/2014/main" id="{6F3C076A-2447-464D-982D-41CE166DBC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1">
            <a:extLst>
              <a:ext uri="{FF2B5EF4-FFF2-40B4-BE49-F238E27FC236}">
                <a16:creationId xmlns:a16="http://schemas.microsoft.com/office/drawing/2014/main" id="{FBEDBEAF-0FFC-1B40-9F5C-0468C5B212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2">
            <a:extLst>
              <a:ext uri="{FF2B5EF4-FFF2-40B4-BE49-F238E27FC236}">
                <a16:creationId xmlns:a16="http://schemas.microsoft.com/office/drawing/2014/main" id="{FC1F3D38-27F5-B044-9B37-F5751DDC07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3">
            <a:extLst>
              <a:ext uri="{FF2B5EF4-FFF2-40B4-BE49-F238E27FC236}">
                <a16:creationId xmlns:a16="http://schemas.microsoft.com/office/drawing/2014/main" id="{62D11A33-D08C-E24E-8FC2-2537526817A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24">
            <a:extLst>
              <a:ext uri="{FF2B5EF4-FFF2-40B4-BE49-F238E27FC236}">
                <a16:creationId xmlns:a16="http://schemas.microsoft.com/office/drawing/2014/main" id="{61564FBB-AC8F-6C46-A6BC-04F6C4533DD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25">
            <a:extLst>
              <a:ext uri="{FF2B5EF4-FFF2-40B4-BE49-F238E27FC236}">
                <a16:creationId xmlns:a16="http://schemas.microsoft.com/office/drawing/2014/main" id="{65B67819-F954-0A47-BE6B-F6B282ACCF4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26">
            <a:extLst>
              <a:ext uri="{FF2B5EF4-FFF2-40B4-BE49-F238E27FC236}">
                <a16:creationId xmlns:a16="http://schemas.microsoft.com/office/drawing/2014/main" id="{2861D2A5-2D45-B64D-B29E-2FA9FF7AF66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9052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27">
            <a:extLst>
              <a:ext uri="{FF2B5EF4-FFF2-40B4-BE49-F238E27FC236}">
                <a16:creationId xmlns:a16="http://schemas.microsoft.com/office/drawing/2014/main" id="{594421B0-0E34-6A4E-A6C0-D943359252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28">
            <a:extLst>
              <a:ext uri="{FF2B5EF4-FFF2-40B4-BE49-F238E27FC236}">
                <a16:creationId xmlns:a16="http://schemas.microsoft.com/office/drawing/2014/main" id="{2ED4ACDB-F758-A248-B3BB-D15B992BF3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6" name="Straight Connector 7">
            <a:extLst>
              <a:ext uri="{FF2B5EF4-FFF2-40B4-BE49-F238E27FC236}">
                <a16:creationId xmlns:a16="http://schemas.microsoft.com/office/drawing/2014/main" id="{0090F630-3BD8-894B-8AF3-3208F786E83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477000" y="5486400"/>
            <a:ext cx="1588" cy="5476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Straight Connector 9">
            <a:extLst>
              <a:ext uri="{FF2B5EF4-FFF2-40B4-BE49-F238E27FC236}">
                <a16:creationId xmlns:a16="http://schemas.microsoft.com/office/drawing/2014/main" id="{FE487CEC-324A-DA44-8898-79543DAF2E5A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6021388"/>
            <a:ext cx="137160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Straight Connector 9">
            <a:extLst>
              <a:ext uri="{FF2B5EF4-FFF2-40B4-BE49-F238E27FC236}">
                <a16:creationId xmlns:a16="http://schemas.microsoft.com/office/drawing/2014/main" id="{17B84DE8-E5E1-4C45-9E88-223E47BC1CBC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791200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Box 7">
            <a:extLst>
              <a:ext uri="{FF2B5EF4-FFF2-40B4-BE49-F238E27FC236}">
                <a16:creationId xmlns:a16="http://schemas.microsoft.com/office/drawing/2014/main" id="{05017976-2087-0D47-9108-1F40FF041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7150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00CC"/>
                </a:solidFill>
              </a:rPr>
              <a:t>v</a:t>
            </a:r>
          </a:p>
        </p:txBody>
      </p:sp>
      <p:cxnSp>
        <p:nvCxnSpPr>
          <p:cNvPr id="40" name="Straight Connector 7">
            <a:extLst>
              <a:ext uri="{FF2B5EF4-FFF2-40B4-BE49-F238E27FC236}">
                <a16:creationId xmlns:a16="http://schemas.microsoft.com/office/drawing/2014/main" id="{21743482-7083-694B-A263-2C322134AF3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48600" y="5486400"/>
            <a:ext cx="1588" cy="5476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Connector 9">
            <a:extLst>
              <a:ext uri="{FF2B5EF4-FFF2-40B4-BE49-F238E27FC236}">
                <a16:creationId xmlns:a16="http://schemas.microsoft.com/office/drawing/2014/main" id="{A224DE6E-A053-A242-BF60-5E8916C7CAA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791200"/>
            <a:ext cx="1371600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Text Box 7">
            <a:extLst>
              <a:ext uri="{FF2B5EF4-FFF2-40B4-BE49-F238E27FC236}">
                <a16:creationId xmlns:a16="http://schemas.microsoft.com/office/drawing/2014/main" id="{C087393E-5717-6C46-9E96-C0B501EB0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4864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00CC"/>
                </a:solidFill>
              </a:rPr>
              <a:t>x</a:t>
            </a:r>
          </a:p>
        </p:txBody>
      </p:sp>
      <p:sp>
        <p:nvSpPr>
          <p:cNvPr id="43" name="Rectangle 30">
            <a:extLst>
              <a:ext uri="{FF2B5EF4-FFF2-40B4-BE49-F238E27FC236}">
                <a16:creationId xmlns:a16="http://schemas.microsoft.com/office/drawing/2014/main" id="{4175C078-9E89-9B46-AA10-F1866EBC0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681288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4" name="Line 19">
            <a:extLst>
              <a:ext uri="{FF2B5EF4-FFF2-40B4-BE49-F238E27FC236}">
                <a16:creationId xmlns:a16="http://schemas.microsoft.com/office/drawing/2014/main" id="{2666876B-4377-4B4A-BF44-481342614F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47863" y="266700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Oval 5">
            <a:extLst>
              <a:ext uri="{FF2B5EF4-FFF2-40B4-BE49-F238E27FC236}">
                <a16:creationId xmlns:a16="http://schemas.microsoft.com/office/drawing/2014/main" id="{F063CF9B-D796-5541-81DC-7275A3FBF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358140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1</a:t>
            </a:r>
          </a:p>
        </p:txBody>
      </p:sp>
      <p:cxnSp>
        <p:nvCxnSpPr>
          <p:cNvPr id="46" name="Straight Connector 7">
            <a:extLst>
              <a:ext uri="{FF2B5EF4-FFF2-40B4-BE49-F238E27FC236}">
                <a16:creationId xmlns:a16="http://schemas.microsoft.com/office/drawing/2014/main" id="{072E66E6-5E7A-C045-9F8C-49D011336D5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477000" y="5119688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Straight Connector 7">
            <a:extLst>
              <a:ext uri="{FF2B5EF4-FFF2-40B4-BE49-F238E27FC236}">
                <a16:creationId xmlns:a16="http://schemas.microsoft.com/office/drawing/2014/main" id="{6A649D13-12AF-CF43-9C4D-5B830471F8D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48600" y="5105400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Straight Connector 9">
            <a:extLst>
              <a:ext uri="{FF2B5EF4-FFF2-40B4-BE49-F238E27FC236}">
                <a16:creationId xmlns:a16="http://schemas.microsoft.com/office/drawing/2014/main" id="{E3C94F8A-9FD8-3F49-A0DD-0923F1E5602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548313"/>
            <a:ext cx="137160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" name="Text Box 7">
            <a:extLst>
              <a:ext uri="{FF2B5EF4-FFF2-40B4-BE49-F238E27FC236}">
                <a16:creationId xmlns:a16="http://schemas.microsoft.com/office/drawing/2014/main" id="{5C791D19-71ED-9540-85A9-59FE4C516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243513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00CC"/>
                </a:solidFill>
              </a:rPr>
              <a:t>y</a:t>
            </a:r>
          </a:p>
        </p:txBody>
      </p:sp>
      <p:cxnSp>
        <p:nvCxnSpPr>
          <p:cNvPr id="50" name="Straight Connector 9">
            <a:extLst>
              <a:ext uri="{FF2B5EF4-FFF2-40B4-BE49-F238E27FC236}">
                <a16:creationId xmlns:a16="http://schemas.microsoft.com/office/drawing/2014/main" id="{A5F289A8-05CD-5341-BB3A-A08D1486759C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305425"/>
            <a:ext cx="1371600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605716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65DAD1-856A-4A42-8ADA-DEFFAC97D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1CD06CFE-9CC6-B54B-AEB7-C773FA1B1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7225" y="266700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5E6664A6-EF02-0D46-80C3-8D9EAB5A3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38100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BDC0BBF2-AD17-BE46-A4C4-BC07D954EC5C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5049838" y="243840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BBFD791A-0ED3-5440-A7C0-2AD53D4BB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681288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FA1EA494-7DE0-C24C-8572-FB05D2861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Rectangle 31">
            <a:extLst>
              <a:ext uri="{FF2B5EF4-FFF2-40B4-BE49-F238E27FC236}">
                <a16:creationId xmlns:a16="http://schemas.microsoft.com/office/drawing/2014/main" id="{E49EB139-DD16-0246-85C5-F1A3DD648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8100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E8E8BD68-26A0-954B-ABA9-96C415413A5C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733800" y="243840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Rectangle 30">
            <a:extLst>
              <a:ext uri="{FF2B5EF4-FFF2-40B4-BE49-F238E27FC236}">
                <a16:creationId xmlns:a16="http://schemas.microsoft.com/office/drawing/2014/main" id="{B24C7A9C-9F67-E845-A0CB-2FE69F845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825" y="2714625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" name="Rectangle 31">
            <a:extLst>
              <a:ext uri="{FF2B5EF4-FFF2-40B4-BE49-F238E27FC236}">
                <a16:creationId xmlns:a16="http://schemas.microsoft.com/office/drawing/2014/main" id="{5A5AB711-3782-4A4B-87AA-A56ADCF04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003CF3B-8D86-2F4E-830C-54D70A1A98BE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13" name="Oval 3">
            <a:extLst>
              <a:ext uri="{FF2B5EF4-FFF2-40B4-BE49-F238E27FC236}">
                <a16:creationId xmlns:a16="http://schemas.microsoft.com/office/drawing/2014/main" id="{AE46368C-BB01-4D49-9CDE-7C7D77A77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6E4B31D7-712C-E746-8A4E-C672ED0D4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15" name="Oval 5">
            <a:extLst>
              <a:ext uri="{FF2B5EF4-FFF2-40B4-BE49-F238E27FC236}">
                <a16:creationId xmlns:a16="http://schemas.microsoft.com/office/drawing/2014/main" id="{1E1739D2-0A42-2B4B-9397-C8123F1EE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0CBC31DF-CAE3-B24F-8F82-6C7FEC4B3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17" name="Oval 7">
            <a:extLst>
              <a:ext uri="{FF2B5EF4-FFF2-40B4-BE49-F238E27FC236}">
                <a16:creationId xmlns:a16="http://schemas.microsoft.com/office/drawing/2014/main" id="{9BD30348-D2AA-4C4B-AD8B-B9659FAAD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8" name="Oval 8">
            <a:extLst>
              <a:ext uri="{FF2B5EF4-FFF2-40B4-BE49-F238E27FC236}">
                <a16:creationId xmlns:a16="http://schemas.microsoft.com/office/drawing/2014/main" id="{E1528F37-0556-EA4E-82A4-B6A9D053F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9" name="Text Box 9">
            <a:extLst>
              <a:ext uri="{FF2B5EF4-FFF2-40B4-BE49-F238E27FC236}">
                <a16:creationId xmlns:a16="http://schemas.microsoft.com/office/drawing/2014/main" id="{D79355D1-7130-DE47-A678-85CC1D48F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20" name="Text Box 10">
            <a:extLst>
              <a:ext uri="{FF2B5EF4-FFF2-40B4-BE49-F238E27FC236}">
                <a16:creationId xmlns:a16="http://schemas.microsoft.com/office/drawing/2014/main" id="{7AE2EE32-2A35-F34E-97A6-C3B02856F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21" name="Text Box 12">
            <a:extLst>
              <a:ext uri="{FF2B5EF4-FFF2-40B4-BE49-F238E27FC236}">
                <a16:creationId xmlns:a16="http://schemas.microsoft.com/office/drawing/2014/main" id="{3D72052F-A612-EA4C-A007-40B56F8BC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22" name="Oval 13">
            <a:extLst>
              <a:ext uri="{FF2B5EF4-FFF2-40B4-BE49-F238E27FC236}">
                <a16:creationId xmlns:a16="http://schemas.microsoft.com/office/drawing/2014/main" id="{9E1E0D73-7ACD-B142-83FC-2FFBB4B5A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581400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3" name="Text Box 14">
            <a:extLst>
              <a:ext uri="{FF2B5EF4-FFF2-40B4-BE49-F238E27FC236}">
                <a16:creationId xmlns:a16="http://schemas.microsoft.com/office/drawing/2014/main" id="{DA35642F-3A13-D441-8530-7D35A0D7D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24" name="Oval 15">
            <a:extLst>
              <a:ext uri="{FF2B5EF4-FFF2-40B4-BE49-F238E27FC236}">
                <a16:creationId xmlns:a16="http://schemas.microsoft.com/office/drawing/2014/main" id="{FD06AD7E-7822-6042-B7F6-52C3E9CB4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3</a:t>
            </a:r>
          </a:p>
        </p:txBody>
      </p:sp>
      <p:sp>
        <p:nvSpPr>
          <p:cNvPr id="25" name="Oval 16">
            <a:extLst>
              <a:ext uri="{FF2B5EF4-FFF2-40B4-BE49-F238E27FC236}">
                <a16:creationId xmlns:a16="http://schemas.microsoft.com/office/drawing/2014/main" id="{56EDC180-1799-6B45-A363-487B50B3C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6" name="Text Box 17">
            <a:extLst>
              <a:ext uri="{FF2B5EF4-FFF2-40B4-BE49-F238E27FC236}">
                <a16:creationId xmlns:a16="http://schemas.microsoft.com/office/drawing/2014/main" id="{A651C73A-92E0-9440-B91B-C8102306C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27" name="Text Box 18">
            <a:extLst>
              <a:ext uri="{FF2B5EF4-FFF2-40B4-BE49-F238E27FC236}">
                <a16:creationId xmlns:a16="http://schemas.microsoft.com/office/drawing/2014/main" id="{C425B640-5666-8A49-B10C-765BC6CE1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28" name="Line 20">
            <a:extLst>
              <a:ext uri="{FF2B5EF4-FFF2-40B4-BE49-F238E27FC236}">
                <a16:creationId xmlns:a16="http://schemas.microsoft.com/office/drawing/2014/main" id="{36D6D368-7CEB-E24E-80A4-3393AAF7B7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1">
            <a:extLst>
              <a:ext uri="{FF2B5EF4-FFF2-40B4-BE49-F238E27FC236}">
                <a16:creationId xmlns:a16="http://schemas.microsoft.com/office/drawing/2014/main" id="{14B03272-1AE0-AD48-8ACA-A51D97B2A4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2">
            <a:extLst>
              <a:ext uri="{FF2B5EF4-FFF2-40B4-BE49-F238E27FC236}">
                <a16:creationId xmlns:a16="http://schemas.microsoft.com/office/drawing/2014/main" id="{83AE6627-8538-F24C-83EF-EAA8DF7B29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23">
            <a:extLst>
              <a:ext uri="{FF2B5EF4-FFF2-40B4-BE49-F238E27FC236}">
                <a16:creationId xmlns:a16="http://schemas.microsoft.com/office/drawing/2014/main" id="{5DDE31F0-35D3-A049-8436-1C683D35680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24">
            <a:extLst>
              <a:ext uri="{FF2B5EF4-FFF2-40B4-BE49-F238E27FC236}">
                <a16:creationId xmlns:a16="http://schemas.microsoft.com/office/drawing/2014/main" id="{58D9B431-D1E3-674A-8940-65537A6CB10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25">
            <a:extLst>
              <a:ext uri="{FF2B5EF4-FFF2-40B4-BE49-F238E27FC236}">
                <a16:creationId xmlns:a16="http://schemas.microsoft.com/office/drawing/2014/main" id="{6A3C65C3-29DC-E94A-A788-5EFEECF824F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26">
            <a:extLst>
              <a:ext uri="{FF2B5EF4-FFF2-40B4-BE49-F238E27FC236}">
                <a16:creationId xmlns:a16="http://schemas.microsoft.com/office/drawing/2014/main" id="{8F7F0631-85CA-BC47-AC20-93700EA14A2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9052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27">
            <a:extLst>
              <a:ext uri="{FF2B5EF4-FFF2-40B4-BE49-F238E27FC236}">
                <a16:creationId xmlns:a16="http://schemas.microsoft.com/office/drawing/2014/main" id="{FCFAE769-4358-A14F-8157-B4AF6845FA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28">
            <a:extLst>
              <a:ext uri="{FF2B5EF4-FFF2-40B4-BE49-F238E27FC236}">
                <a16:creationId xmlns:a16="http://schemas.microsoft.com/office/drawing/2014/main" id="{9BC09E60-3279-BC48-87B5-598CCC04B3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7" name="Straight Connector 7">
            <a:extLst>
              <a:ext uri="{FF2B5EF4-FFF2-40B4-BE49-F238E27FC236}">
                <a16:creationId xmlns:a16="http://schemas.microsoft.com/office/drawing/2014/main" id="{8A082088-8C1D-6841-9C78-2F2BC25DF31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477000" y="5486400"/>
            <a:ext cx="1588" cy="5476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Straight Connector 9">
            <a:extLst>
              <a:ext uri="{FF2B5EF4-FFF2-40B4-BE49-F238E27FC236}">
                <a16:creationId xmlns:a16="http://schemas.microsoft.com/office/drawing/2014/main" id="{78D1AF74-2F06-054C-9D61-FC50728CAD1A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6021388"/>
            <a:ext cx="137160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Straight Connector 9">
            <a:extLst>
              <a:ext uri="{FF2B5EF4-FFF2-40B4-BE49-F238E27FC236}">
                <a16:creationId xmlns:a16="http://schemas.microsoft.com/office/drawing/2014/main" id="{A22A960C-2405-6847-B911-0AB4D568136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791200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Text Box 7">
            <a:extLst>
              <a:ext uri="{FF2B5EF4-FFF2-40B4-BE49-F238E27FC236}">
                <a16:creationId xmlns:a16="http://schemas.microsoft.com/office/drawing/2014/main" id="{48404C69-D270-314C-BFCC-1F7F2313B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7150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00CC"/>
                </a:solidFill>
              </a:rPr>
              <a:t>v</a:t>
            </a:r>
          </a:p>
        </p:txBody>
      </p:sp>
      <p:cxnSp>
        <p:nvCxnSpPr>
          <p:cNvPr id="41" name="Straight Connector 7">
            <a:extLst>
              <a:ext uri="{FF2B5EF4-FFF2-40B4-BE49-F238E27FC236}">
                <a16:creationId xmlns:a16="http://schemas.microsoft.com/office/drawing/2014/main" id="{B7F15FDC-040C-4C4D-9461-A930C78B9FC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48600" y="5486400"/>
            <a:ext cx="1588" cy="5476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Straight Connector 9">
            <a:extLst>
              <a:ext uri="{FF2B5EF4-FFF2-40B4-BE49-F238E27FC236}">
                <a16:creationId xmlns:a16="http://schemas.microsoft.com/office/drawing/2014/main" id="{22202D31-1E0F-6E45-B7F5-AD55435C839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791200"/>
            <a:ext cx="1371600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Text Box 7">
            <a:extLst>
              <a:ext uri="{FF2B5EF4-FFF2-40B4-BE49-F238E27FC236}">
                <a16:creationId xmlns:a16="http://schemas.microsoft.com/office/drawing/2014/main" id="{5C933BD4-C0A7-D844-B0EC-D9CEB3F93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4864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00CC"/>
                </a:solidFill>
              </a:rPr>
              <a:t>x</a:t>
            </a:r>
          </a:p>
        </p:txBody>
      </p:sp>
      <p:sp>
        <p:nvSpPr>
          <p:cNvPr id="44" name="Rectangle 30">
            <a:extLst>
              <a:ext uri="{FF2B5EF4-FFF2-40B4-BE49-F238E27FC236}">
                <a16:creationId xmlns:a16="http://schemas.microsoft.com/office/drawing/2014/main" id="{434739AD-251B-C742-9278-C4B2838B2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681288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5" name="Line 19">
            <a:extLst>
              <a:ext uri="{FF2B5EF4-FFF2-40B4-BE49-F238E27FC236}">
                <a16:creationId xmlns:a16="http://schemas.microsoft.com/office/drawing/2014/main" id="{A4D9CBC1-06E5-3947-98F4-5BEC5C67F4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47863" y="266700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Oval 5">
            <a:extLst>
              <a:ext uri="{FF2B5EF4-FFF2-40B4-BE49-F238E27FC236}">
                <a16:creationId xmlns:a16="http://schemas.microsoft.com/office/drawing/2014/main" id="{13C638C7-9E3D-8E44-9A1A-36C174C49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358140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1</a:t>
            </a:r>
          </a:p>
        </p:txBody>
      </p:sp>
      <p:cxnSp>
        <p:nvCxnSpPr>
          <p:cNvPr id="47" name="Straight Connector 7">
            <a:extLst>
              <a:ext uri="{FF2B5EF4-FFF2-40B4-BE49-F238E27FC236}">
                <a16:creationId xmlns:a16="http://schemas.microsoft.com/office/drawing/2014/main" id="{B4D0EBEA-8100-3D44-99F1-50552FC88DB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477000" y="5119688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Straight Connector 7">
            <a:extLst>
              <a:ext uri="{FF2B5EF4-FFF2-40B4-BE49-F238E27FC236}">
                <a16:creationId xmlns:a16="http://schemas.microsoft.com/office/drawing/2014/main" id="{A328A053-AE72-5047-9BD3-0B8AF93F95A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48600" y="5105400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Straight Connector 9">
            <a:extLst>
              <a:ext uri="{FF2B5EF4-FFF2-40B4-BE49-F238E27FC236}">
                <a16:creationId xmlns:a16="http://schemas.microsoft.com/office/drawing/2014/main" id="{A959E4B6-06A2-C14E-8FC7-E472906D6D6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548313"/>
            <a:ext cx="137160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314573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9DADA4-F06A-DD47-97A4-21BB8E13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C0245CA1-6FE8-2844-80C4-89284B33B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7225" y="266700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110FCAC0-0CAF-2B4C-9C60-8A48A1FE0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38100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D6362FF9-FFDC-B24D-AF89-D468567BCB4E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5049838" y="243840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C520F79B-94BF-6C47-8290-13EFED0A9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681288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E4513F2B-6009-2940-A5BD-DF5A24AF6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Rectangle 31">
            <a:extLst>
              <a:ext uri="{FF2B5EF4-FFF2-40B4-BE49-F238E27FC236}">
                <a16:creationId xmlns:a16="http://schemas.microsoft.com/office/drawing/2014/main" id="{A6EAAA30-75E0-CD4C-B858-905F34896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8100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9BC70959-D754-F64A-8678-9ABAE9E47FE0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733800" y="243840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Rectangle 30">
            <a:extLst>
              <a:ext uri="{FF2B5EF4-FFF2-40B4-BE49-F238E27FC236}">
                <a16:creationId xmlns:a16="http://schemas.microsoft.com/office/drawing/2014/main" id="{12C1A7C7-60EA-2F46-AB41-6C56F36B5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825" y="2714625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" name="Rectangle 31">
            <a:extLst>
              <a:ext uri="{FF2B5EF4-FFF2-40B4-BE49-F238E27FC236}">
                <a16:creationId xmlns:a16="http://schemas.microsoft.com/office/drawing/2014/main" id="{FB50A788-0855-2048-AC79-3E6116A61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5D5BD925-E4E4-2144-912C-3544D0C89080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13" name="Oval 3">
            <a:extLst>
              <a:ext uri="{FF2B5EF4-FFF2-40B4-BE49-F238E27FC236}">
                <a16:creationId xmlns:a16="http://schemas.microsoft.com/office/drawing/2014/main" id="{6130A9E6-65F7-0C4E-9015-D26A79D13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2D733769-1C83-5849-8538-F313FE400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15" name="Oval 5">
            <a:extLst>
              <a:ext uri="{FF2B5EF4-FFF2-40B4-BE49-F238E27FC236}">
                <a16:creationId xmlns:a16="http://schemas.microsoft.com/office/drawing/2014/main" id="{B7466E9C-E3B8-CA4B-A6BB-7F8935F63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0626B4CE-DBEF-9E4D-A775-FADC5B743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17" name="Oval 7">
            <a:extLst>
              <a:ext uri="{FF2B5EF4-FFF2-40B4-BE49-F238E27FC236}">
                <a16:creationId xmlns:a16="http://schemas.microsoft.com/office/drawing/2014/main" id="{C67421CA-673F-0B4E-8EB0-0B01486EB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8" name="Oval 8">
            <a:extLst>
              <a:ext uri="{FF2B5EF4-FFF2-40B4-BE49-F238E27FC236}">
                <a16:creationId xmlns:a16="http://schemas.microsoft.com/office/drawing/2014/main" id="{6EC539DE-A431-2748-8A5C-19DC2E179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9" name="Text Box 9">
            <a:extLst>
              <a:ext uri="{FF2B5EF4-FFF2-40B4-BE49-F238E27FC236}">
                <a16:creationId xmlns:a16="http://schemas.microsoft.com/office/drawing/2014/main" id="{88FE8BA3-F3B6-7D42-9C94-B01BD0F36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20" name="Text Box 10">
            <a:extLst>
              <a:ext uri="{FF2B5EF4-FFF2-40B4-BE49-F238E27FC236}">
                <a16:creationId xmlns:a16="http://schemas.microsoft.com/office/drawing/2014/main" id="{7D008DC5-C3D4-CD48-BC5B-516E7005F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21" name="Text Box 12">
            <a:extLst>
              <a:ext uri="{FF2B5EF4-FFF2-40B4-BE49-F238E27FC236}">
                <a16:creationId xmlns:a16="http://schemas.microsoft.com/office/drawing/2014/main" id="{05FFE643-8E34-D341-8C2B-6202897A6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22" name="Oval 13">
            <a:extLst>
              <a:ext uri="{FF2B5EF4-FFF2-40B4-BE49-F238E27FC236}">
                <a16:creationId xmlns:a16="http://schemas.microsoft.com/office/drawing/2014/main" id="{E279E9F7-B1A6-3F4E-8324-0597FA59D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581400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3" name="Text Box 14">
            <a:extLst>
              <a:ext uri="{FF2B5EF4-FFF2-40B4-BE49-F238E27FC236}">
                <a16:creationId xmlns:a16="http://schemas.microsoft.com/office/drawing/2014/main" id="{13D0586F-71B1-484B-B601-DFDB6A0C9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24" name="Oval 15">
            <a:extLst>
              <a:ext uri="{FF2B5EF4-FFF2-40B4-BE49-F238E27FC236}">
                <a16:creationId xmlns:a16="http://schemas.microsoft.com/office/drawing/2014/main" id="{05012ED5-5F20-CC40-B785-2E4240674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5" name="Oval 16">
            <a:extLst>
              <a:ext uri="{FF2B5EF4-FFF2-40B4-BE49-F238E27FC236}">
                <a16:creationId xmlns:a16="http://schemas.microsoft.com/office/drawing/2014/main" id="{CBCFBF8B-5938-D147-839D-166428140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6" name="Text Box 17">
            <a:extLst>
              <a:ext uri="{FF2B5EF4-FFF2-40B4-BE49-F238E27FC236}">
                <a16:creationId xmlns:a16="http://schemas.microsoft.com/office/drawing/2014/main" id="{8F458CDA-08C3-BF4C-94B6-EC4439D6C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27" name="Text Box 18">
            <a:extLst>
              <a:ext uri="{FF2B5EF4-FFF2-40B4-BE49-F238E27FC236}">
                <a16:creationId xmlns:a16="http://schemas.microsoft.com/office/drawing/2014/main" id="{9F7B2DAC-48A7-D04C-BE08-10128EFE3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28" name="Line 20">
            <a:extLst>
              <a:ext uri="{FF2B5EF4-FFF2-40B4-BE49-F238E27FC236}">
                <a16:creationId xmlns:a16="http://schemas.microsoft.com/office/drawing/2014/main" id="{F04DCD4B-B320-6C4C-BCEC-D50115A564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1">
            <a:extLst>
              <a:ext uri="{FF2B5EF4-FFF2-40B4-BE49-F238E27FC236}">
                <a16:creationId xmlns:a16="http://schemas.microsoft.com/office/drawing/2014/main" id="{245BE760-39D3-264D-A75E-34FAC22F8C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2">
            <a:extLst>
              <a:ext uri="{FF2B5EF4-FFF2-40B4-BE49-F238E27FC236}">
                <a16:creationId xmlns:a16="http://schemas.microsoft.com/office/drawing/2014/main" id="{8C8634B7-2D20-4C4B-B25B-3D4E152DE6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23">
            <a:extLst>
              <a:ext uri="{FF2B5EF4-FFF2-40B4-BE49-F238E27FC236}">
                <a16:creationId xmlns:a16="http://schemas.microsoft.com/office/drawing/2014/main" id="{7623F603-8EBC-AA4A-9203-1B8C196680F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24">
            <a:extLst>
              <a:ext uri="{FF2B5EF4-FFF2-40B4-BE49-F238E27FC236}">
                <a16:creationId xmlns:a16="http://schemas.microsoft.com/office/drawing/2014/main" id="{C7A0754C-B4A7-7C44-B048-91561AEA336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25">
            <a:extLst>
              <a:ext uri="{FF2B5EF4-FFF2-40B4-BE49-F238E27FC236}">
                <a16:creationId xmlns:a16="http://schemas.microsoft.com/office/drawing/2014/main" id="{D96850AE-3526-F345-8838-06CDBACEA23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26">
            <a:extLst>
              <a:ext uri="{FF2B5EF4-FFF2-40B4-BE49-F238E27FC236}">
                <a16:creationId xmlns:a16="http://schemas.microsoft.com/office/drawing/2014/main" id="{D20CD2A1-4746-F045-87B3-267B7AD3543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9052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27">
            <a:extLst>
              <a:ext uri="{FF2B5EF4-FFF2-40B4-BE49-F238E27FC236}">
                <a16:creationId xmlns:a16="http://schemas.microsoft.com/office/drawing/2014/main" id="{4CA47044-BFE3-174D-ABB9-A25533FAC2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28">
            <a:extLst>
              <a:ext uri="{FF2B5EF4-FFF2-40B4-BE49-F238E27FC236}">
                <a16:creationId xmlns:a16="http://schemas.microsoft.com/office/drawing/2014/main" id="{58ED26A6-22AE-DA4B-AB1B-50C6496462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7" name="Straight Connector 7">
            <a:extLst>
              <a:ext uri="{FF2B5EF4-FFF2-40B4-BE49-F238E27FC236}">
                <a16:creationId xmlns:a16="http://schemas.microsoft.com/office/drawing/2014/main" id="{75093E07-33CD-E14B-8B1D-5BC47471419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477000" y="5486400"/>
            <a:ext cx="1588" cy="5476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Straight Connector 9">
            <a:extLst>
              <a:ext uri="{FF2B5EF4-FFF2-40B4-BE49-F238E27FC236}">
                <a16:creationId xmlns:a16="http://schemas.microsoft.com/office/drawing/2014/main" id="{AA1081CB-4627-4D45-B49F-1DA823543EF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6021388"/>
            <a:ext cx="137160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Straight Connector 9">
            <a:extLst>
              <a:ext uri="{FF2B5EF4-FFF2-40B4-BE49-F238E27FC236}">
                <a16:creationId xmlns:a16="http://schemas.microsoft.com/office/drawing/2014/main" id="{F81EA479-1A9C-8748-8B7C-7F423D92699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791200"/>
            <a:ext cx="1371600" cy="1588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Text Box 7">
            <a:extLst>
              <a:ext uri="{FF2B5EF4-FFF2-40B4-BE49-F238E27FC236}">
                <a16:creationId xmlns:a16="http://schemas.microsoft.com/office/drawing/2014/main" id="{E9F14743-81BF-0E48-8341-2E6213714C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7150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0000CC"/>
                </a:solidFill>
              </a:rPr>
              <a:t>v</a:t>
            </a:r>
          </a:p>
        </p:txBody>
      </p:sp>
      <p:cxnSp>
        <p:nvCxnSpPr>
          <p:cNvPr id="41" name="Straight Connector 7">
            <a:extLst>
              <a:ext uri="{FF2B5EF4-FFF2-40B4-BE49-F238E27FC236}">
                <a16:creationId xmlns:a16="http://schemas.microsoft.com/office/drawing/2014/main" id="{A49D67A9-9A79-7D4A-904E-2EFE99E9C1A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48600" y="5486400"/>
            <a:ext cx="1588" cy="5476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Straight Connector 9">
            <a:extLst>
              <a:ext uri="{FF2B5EF4-FFF2-40B4-BE49-F238E27FC236}">
                <a16:creationId xmlns:a16="http://schemas.microsoft.com/office/drawing/2014/main" id="{C573DD55-FB4F-2046-BC8A-C96FA61964F5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5791200"/>
            <a:ext cx="1371600" cy="15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Rectangle 30">
            <a:extLst>
              <a:ext uri="{FF2B5EF4-FFF2-40B4-BE49-F238E27FC236}">
                <a16:creationId xmlns:a16="http://schemas.microsoft.com/office/drawing/2014/main" id="{C9570EAF-EDC0-4243-B7B4-C6E58B849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681288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4" name="Line 19">
            <a:extLst>
              <a:ext uri="{FF2B5EF4-FFF2-40B4-BE49-F238E27FC236}">
                <a16:creationId xmlns:a16="http://schemas.microsoft.com/office/drawing/2014/main" id="{BA94B0A0-A362-9A4E-ABA1-9DC4AD4CBB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47863" y="266700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Oval 5">
            <a:extLst>
              <a:ext uri="{FF2B5EF4-FFF2-40B4-BE49-F238E27FC236}">
                <a16:creationId xmlns:a16="http://schemas.microsoft.com/office/drawing/2014/main" id="{80EED50D-44E0-C84D-B1EA-659A28DFF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3581400"/>
            <a:ext cx="762000" cy="685800"/>
          </a:xfrm>
          <a:prstGeom prst="ellipse">
            <a:avLst/>
          </a:prstGeom>
          <a:solidFill>
            <a:srgbClr val="DDDDDD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/>
              <a:t>1</a:t>
            </a:r>
          </a:p>
        </p:txBody>
      </p:sp>
      <p:cxnSp>
        <p:nvCxnSpPr>
          <p:cNvPr id="46" name="Straight Connector 7">
            <a:extLst>
              <a:ext uri="{FF2B5EF4-FFF2-40B4-BE49-F238E27FC236}">
                <a16:creationId xmlns:a16="http://schemas.microsoft.com/office/drawing/2014/main" id="{6711FAD1-461C-1E44-88DA-B225839D37C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477000" y="5119688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Straight Connector 7">
            <a:extLst>
              <a:ext uri="{FF2B5EF4-FFF2-40B4-BE49-F238E27FC236}">
                <a16:creationId xmlns:a16="http://schemas.microsoft.com/office/drawing/2014/main" id="{ADF60368-4A37-1D46-8928-FFAACC8341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48600" y="5105400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15355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280169-AFA8-A846-A1AE-EC82CC699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D23290AB-7136-694C-928D-26CB1FEAB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7225" y="2667000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530D078D-DAE1-5342-BAA1-9DD49353D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8713" y="38100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1A85B9EB-D918-9C41-9782-89FCFF63FFFC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5049838" y="243840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D5B4C794-336A-574A-9E34-EAAC71CE6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681288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C3A40CC5-B266-B34B-985F-072760BC0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Rectangle 31">
            <a:extLst>
              <a:ext uri="{FF2B5EF4-FFF2-40B4-BE49-F238E27FC236}">
                <a16:creationId xmlns:a16="http://schemas.microsoft.com/office/drawing/2014/main" id="{6D753EDE-B9D0-6047-8C3A-9AF4008B6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8100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9809D43C-30CA-2644-944C-B9F617816544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3733800" y="2438400"/>
            <a:ext cx="346075" cy="1371600"/>
          </a:xfrm>
          <a:prstGeom prst="parallelogram">
            <a:avLst>
              <a:gd name="adj" fmla="val 250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Rectangle 30">
            <a:extLst>
              <a:ext uri="{FF2B5EF4-FFF2-40B4-BE49-F238E27FC236}">
                <a16:creationId xmlns:a16="http://schemas.microsoft.com/office/drawing/2014/main" id="{42F12990-402A-8F47-B5F8-2C5DCDC12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825" y="2714625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" name="Rectangle 31">
            <a:extLst>
              <a:ext uri="{FF2B5EF4-FFF2-40B4-BE49-F238E27FC236}">
                <a16:creationId xmlns:a16="http://schemas.microsoft.com/office/drawing/2014/main" id="{DC34898D-E984-1C49-9511-F372F83AF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09800"/>
            <a:ext cx="533400" cy="2286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B0D100FB-636F-A44C-9591-E80B2E441217}"/>
              </a:ext>
            </a:extLst>
          </p:cNvPr>
          <p:cNvSpPr txBox="1">
            <a:spLocks/>
          </p:cNvSpPr>
          <p:nvPr/>
        </p:nvSpPr>
        <p:spPr bwMode="auto">
          <a:xfrm>
            <a:off x="457200" y="-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DFS Example</a:t>
            </a:r>
          </a:p>
        </p:txBody>
      </p:sp>
      <p:sp>
        <p:nvSpPr>
          <p:cNvPr id="13" name="Oval 3">
            <a:extLst>
              <a:ext uri="{FF2B5EF4-FFF2-40B4-BE49-F238E27FC236}">
                <a16:creationId xmlns:a16="http://schemas.microsoft.com/office/drawing/2014/main" id="{7B1A4891-6BDB-8747-A297-7807FB335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000250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4DE9B2EA-2227-7F44-AD93-CB2E4BB5F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15319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r</a:t>
            </a:r>
          </a:p>
        </p:txBody>
      </p:sp>
      <p:sp>
        <p:nvSpPr>
          <p:cNvPr id="15" name="Oval 5">
            <a:extLst>
              <a:ext uri="{FF2B5EF4-FFF2-40B4-BE49-F238E27FC236}">
                <a16:creationId xmlns:a16="http://schemas.microsoft.com/office/drawing/2014/main" id="{0819E731-C90F-9E42-8CC9-BA5A50B72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011363"/>
            <a:ext cx="762000" cy="685800"/>
          </a:xfrm>
          <a:prstGeom prst="ellipse">
            <a:avLst/>
          </a:prstGeom>
          <a:solidFill>
            <a:srgbClr val="0000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65ACCDFC-29DE-8B41-B938-479E6BD12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5" y="154305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s</a:t>
            </a:r>
          </a:p>
        </p:txBody>
      </p:sp>
      <p:sp>
        <p:nvSpPr>
          <p:cNvPr id="17" name="Oval 7">
            <a:extLst>
              <a:ext uri="{FF2B5EF4-FFF2-40B4-BE49-F238E27FC236}">
                <a16:creationId xmlns:a16="http://schemas.microsoft.com/office/drawing/2014/main" id="{357C5D28-86CE-2B42-9ECD-C46408FCE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00250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8" name="Oval 8">
            <a:extLst>
              <a:ext uri="{FF2B5EF4-FFF2-40B4-BE49-F238E27FC236}">
                <a16:creationId xmlns:a16="http://schemas.microsoft.com/office/drawing/2014/main" id="{8FC0D9ED-5C8E-7444-8CCD-0F1BD715A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11363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9" name="Text Box 9">
            <a:extLst>
              <a:ext uri="{FF2B5EF4-FFF2-40B4-BE49-F238E27FC236}">
                <a16:creationId xmlns:a16="http://schemas.microsoft.com/office/drawing/2014/main" id="{8DE7642D-F515-4248-9D9E-AFD9D4D1F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163" y="1543050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u</a:t>
            </a:r>
          </a:p>
        </p:txBody>
      </p:sp>
      <p:sp>
        <p:nvSpPr>
          <p:cNvPr id="20" name="Text Box 10">
            <a:extLst>
              <a:ext uri="{FF2B5EF4-FFF2-40B4-BE49-F238E27FC236}">
                <a16:creationId xmlns:a16="http://schemas.microsoft.com/office/drawing/2014/main" id="{71D9B920-BA67-8941-97DB-EB9FD3AC9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738" y="15430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t</a:t>
            </a:r>
          </a:p>
        </p:txBody>
      </p:sp>
      <p:sp>
        <p:nvSpPr>
          <p:cNvPr id="21" name="Text Box 12">
            <a:extLst>
              <a:ext uri="{FF2B5EF4-FFF2-40B4-BE49-F238E27FC236}">
                <a16:creationId xmlns:a16="http://schemas.microsoft.com/office/drawing/2014/main" id="{F1F02FE3-BDCA-E24B-BBD4-1B7886394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3" y="41941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v</a:t>
            </a:r>
          </a:p>
        </p:txBody>
      </p:sp>
      <p:sp>
        <p:nvSpPr>
          <p:cNvPr id="22" name="Oval 13">
            <a:extLst>
              <a:ext uri="{FF2B5EF4-FFF2-40B4-BE49-F238E27FC236}">
                <a16:creationId xmlns:a16="http://schemas.microsoft.com/office/drawing/2014/main" id="{0BCD7F86-6BB7-AD41-AC6B-42B581C7B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581400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3" name="Text Box 14">
            <a:extLst>
              <a:ext uri="{FF2B5EF4-FFF2-40B4-BE49-F238E27FC236}">
                <a16:creationId xmlns:a16="http://schemas.microsoft.com/office/drawing/2014/main" id="{254BC39D-F696-A64E-8F93-F518A5204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42052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w</a:t>
            </a:r>
          </a:p>
        </p:txBody>
      </p:sp>
      <p:sp>
        <p:nvSpPr>
          <p:cNvPr id="24" name="Oval 15">
            <a:extLst>
              <a:ext uri="{FF2B5EF4-FFF2-40B4-BE49-F238E27FC236}">
                <a16:creationId xmlns:a16="http://schemas.microsoft.com/office/drawing/2014/main" id="{F3E3EABF-A728-6C4A-8751-82F3C0F83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592513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5" name="Oval 16">
            <a:extLst>
              <a:ext uri="{FF2B5EF4-FFF2-40B4-BE49-F238E27FC236}">
                <a16:creationId xmlns:a16="http://schemas.microsoft.com/office/drawing/2014/main" id="{C8308F03-3CDA-5940-8C64-A64AFC759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3" y="3603625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6" name="Text Box 17">
            <a:extLst>
              <a:ext uri="{FF2B5EF4-FFF2-40B4-BE49-F238E27FC236}">
                <a16:creationId xmlns:a16="http://schemas.microsoft.com/office/drawing/2014/main" id="{D85D9947-44EB-374D-853C-AE9A37E80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713" y="42052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y</a:t>
            </a:r>
          </a:p>
        </p:txBody>
      </p:sp>
      <p:sp>
        <p:nvSpPr>
          <p:cNvPr id="27" name="Text Box 18">
            <a:extLst>
              <a:ext uri="{FF2B5EF4-FFF2-40B4-BE49-F238E27FC236}">
                <a16:creationId xmlns:a16="http://schemas.microsoft.com/office/drawing/2014/main" id="{69FDD75B-3D62-6E4B-877B-4166E15FB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4205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800" b="1" i="1"/>
              <a:t>x</a:t>
            </a:r>
          </a:p>
        </p:txBody>
      </p:sp>
      <p:sp>
        <p:nvSpPr>
          <p:cNvPr id="28" name="Line 20">
            <a:extLst>
              <a:ext uri="{FF2B5EF4-FFF2-40B4-BE49-F238E27FC236}">
                <a16:creationId xmlns:a16="http://schemas.microsoft.com/office/drawing/2014/main" id="{EA27A645-BE1B-D245-BDF4-CFF6840180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1">
            <a:extLst>
              <a:ext uri="{FF2B5EF4-FFF2-40B4-BE49-F238E27FC236}">
                <a16:creationId xmlns:a16="http://schemas.microsoft.com/office/drawing/2014/main" id="{8745A75F-085B-424D-AA83-C23AA99649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2">
            <a:extLst>
              <a:ext uri="{FF2B5EF4-FFF2-40B4-BE49-F238E27FC236}">
                <a16:creationId xmlns:a16="http://schemas.microsoft.com/office/drawing/2014/main" id="{614CBEE3-1901-D84C-859C-0A0C321F6E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6450" y="268605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23">
            <a:extLst>
              <a:ext uri="{FF2B5EF4-FFF2-40B4-BE49-F238E27FC236}">
                <a16:creationId xmlns:a16="http://schemas.microsoft.com/office/drawing/2014/main" id="{E617D984-704C-2D41-83A0-47B3548CECC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622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24">
            <a:extLst>
              <a:ext uri="{FF2B5EF4-FFF2-40B4-BE49-F238E27FC236}">
                <a16:creationId xmlns:a16="http://schemas.microsoft.com/office/drawing/2014/main" id="{978358B2-4084-0D4E-9F3D-995F6754CB7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29025" y="391953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25">
            <a:extLst>
              <a:ext uri="{FF2B5EF4-FFF2-40B4-BE49-F238E27FC236}">
                <a16:creationId xmlns:a16="http://schemas.microsoft.com/office/drawing/2014/main" id="{0CC3CA38-0972-8C45-8C26-AB9F413CFD0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23050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26">
            <a:extLst>
              <a:ext uri="{FF2B5EF4-FFF2-40B4-BE49-F238E27FC236}">
                <a16:creationId xmlns:a16="http://schemas.microsoft.com/office/drawing/2014/main" id="{B87546A4-B6B4-C146-9CEC-0AE5D26FCB3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4425" y="390525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27">
            <a:extLst>
              <a:ext uri="{FF2B5EF4-FFF2-40B4-BE49-F238E27FC236}">
                <a16:creationId xmlns:a16="http://schemas.microsoft.com/office/drawing/2014/main" id="{7D502759-12A5-7248-8C73-F2F7555DE3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4888" y="260985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28">
            <a:extLst>
              <a:ext uri="{FF2B5EF4-FFF2-40B4-BE49-F238E27FC236}">
                <a16:creationId xmlns:a16="http://schemas.microsoft.com/office/drawing/2014/main" id="{B0944D55-E994-DF42-852E-224F10F45D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590800"/>
            <a:ext cx="76200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7" name="Straight Connector 7">
            <a:extLst>
              <a:ext uri="{FF2B5EF4-FFF2-40B4-BE49-F238E27FC236}">
                <a16:creationId xmlns:a16="http://schemas.microsoft.com/office/drawing/2014/main" id="{B9B8003A-BDFF-C443-A61B-73D596531B6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477000" y="5486400"/>
            <a:ext cx="1588" cy="5476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Straight Connector 9">
            <a:extLst>
              <a:ext uri="{FF2B5EF4-FFF2-40B4-BE49-F238E27FC236}">
                <a16:creationId xmlns:a16="http://schemas.microsoft.com/office/drawing/2014/main" id="{3E212A07-BC5B-DE4D-BFAF-9F9F1D3CF77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77000" y="6021388"/>
            <a:ext cx="1371600" cy="1587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Straight Connector 7">
            <a:extLst>
              <a:ext uri="{FF2B5EF4-FFF2-40B4-BE49-F238E27FC236}">
                <a16:creationId xmlns:a16="http://schemas.microsoft.com/office/drawing/2014/main" id="{3226A708-F189-F547-B564-C79DC0360CE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48600" y="5486400"/>
            <a:ext cx="1588" cy="547688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Rectangle 30">
            <a:extLst>
              <a:ext uri="{FF2B5EF4-FFF2-40B4-BE49-F238E27FC236}">
                <a16:creationId xmlns:a16="http://schemas.microsoft.com/office/drawing/2014/main" id="{F4F56716-086C-814B-81FD-409C911F1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681288"/>
            <a:ext cx="228600" cy="9144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" name="Line 19">
            <a:extLst>
              <a:ext uri="{FF2B5EF4-FFF2-40B4-BE49-F238E27FC236}">
                <a16:creationId xmlns:a16="http://schemas.microsoft.com/office/drawing/2014/main" id="{AC81F886-F0FB-E14C-A890-365430D715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47863" y="2667000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Oval 5">
            <a:extLst>
              <a:ext uri="{FF2B5EF4-FFF2-40B4-BE49-F238E27FC236}">
                <a16:creationId xmlns:a16="http://schemas.microsoft.com/office/drawing/2014/main" id="{50A411C3-36D2-AB42-A3B9-5EB55CE20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3581400"/>
            <a:ext cx="7620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43" name="Straight Connector 7">
            <a:extLst>
              <a:ext uri="{FF2B5EF4-FFF2-40B4-BE49-F238E27FC236}">
                <a16:creationId xmlns:a16="http://schemas.microsoft.com/office/drawing/2014/main" id="{38A94543-545E-0946-9F14-96EAE2B83AA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477000" y="5119688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Straight Connector 7">
            <a:extLst>
              <a:ext uri="{FF2B5EF4-FFF2-40B4-BE49-F238E27FC236}">
                <a16:creationId xmlns:a16="http://schemas.microsoft.com/office/drawing/2014/main" id="{15841F81-D68A-5349-9240-BD025EA4086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48600" y="5105400"/>
            <a:ext cx="1588" cy="914400"/>
          </a:xfrm>
          <a:prstGeom prst="line">
            <a:avLst/>
          </a:prstGeom>
          <a:noFill/>
          <a:ln w="381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74169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20D1EA-A214-714C-B4D8-E23D33CCB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75A68F-E334-5242-B4CF-90113A0C0469}"/>
              </a:ext>
            </a:extLst>
          </p:cNvPr>
          <p:cNvSpPr txBox="1">
            <a:spLocks/>
          </p:cNvSpPr>
          <p:nvPr/>
        </p:nvSpPr>
        <p:spPr bwMode="auto">
          <a:xfrm>
            <a:off x="457200" y="320675"/>
            <a:ext cx="7239000" cy="85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Dijkstra’s algorithm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D81BB2-47B6-6C42-B0B9-45C4457D3CBA}"/>
              </a:ext>
            </a:extLst>
          </p:cNvPr>
          <p:cNvSpPr/>
          <p:nvPr/>
        </p:nvSpPr>
        <p:spPr>
          <a:xfrm>
            <a:off x="1238249" y="2097702"/>
            <a:ext cx="712516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Dijkstra algorithm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dirty="0"/>
              <a:t>is a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greedy algorithm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dirty="0"/>
              <a:t>used to find the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shortest paths from a single source node</a:t>
            </a:r>
            <a:r>
              <a:rPr lang="en-US" sz="2400" dirty="0"/>
              <a:t> to all other nodes in a graph with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non-negative edge weights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233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20D1EA-A214-714C-B4D8-E23D33CCB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75A68F-E334-5242-B4CF-90113A0C0469}"/>
              </a:ext>
            </a:extLst>
          </p:cNvPr>
          <p:cNvSpPr txBox="1">
            <a:spLocks/>
          </p:cNvSpPr>
          <p:nvPr/>
        </p:nvSpPr>
        <p:spPr bwMode="auto">
          <a:xfrm>
            <a:off x="457200" y="320675"/>
            <a:ext cx="7239000" cy="85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Dijkstra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86CC4D-0E2E-A046-BFE1-FDFC43DC9C87}"/>
              </a:ext>
            </a:extLst>
          </p:cNvPr>
          <p:cNvSpPr txBox="1">
            <a:spLocks/>
          </p:cNvSpPr>
          <p:nvPr/>
        </p:nvSpPr>
        <p:spPr>
          <a:xfrm>
            <a:off x="304800" y="1323975"/>
            <a:ext cx="7772400" cy="50212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en-US" sz="2200" i="1" dirty="0"/>
              <a:t>N</a:t>
            </a:r>
            <a:r>
              <a:rPr lang="en-US" altLang="en-US" sz="2200" dirty="0"/>
              <a:t> : set of nodes for which shortest path already found</a:t>
            </a:r>
            <a:endParaRPr lang="en-US" altLang="en-US" sz="2200" i="1" dirty="0"/>
          </a:p>
          <a:p>
            <a:pPr marL="342900" indent="-342900"/>
            <a:r>
              <a:rPr lang="en-US" altLang="en-US" sz="2200" dirty="0"/>
              <a:t>Initialization:  (S</a:t>
            </a:r>
            <a:r>
              <a:rPr lang="en-US" altLang="en-US" sz="2200" i="1" dirty="0"/>
              <a:t>tart with source node s)</a:t>
            </a:r>
          </a:p>
          <a:p>
            <a:pPr marL="742950" lvl="1" indent="-285750"/>
            <a:r>
              <a:rPr lang="en-US" altLang="en-US" sz="2100" i="1" dirty="0"/>
              <a:t>N = {s}, D</a:t>
            </a:r>
            <a:r>
              <a:rPr lang="en-US" altLang="en-US" sz="2100" i="1" baseline="-25000" dirty="0"/>
              <a:t>s</a:t>
            </a:r>
            <a:r>
              <a:rPr lang="en-US" altLang="en-US" sz="2100" dirty="0"/>
              <a:t> = 0, “</a:t>
            </a:r>
            <a:r>
              <a:rPr lang="en-US" altLang="en-US" sz="2100" i="1" dirty="0"/>
              <a:t>s</a:t>
            </a:r>
            <a:r>
              <a:rPr lang="en-US" altLang="en-US" sz="2100" dirty="0"/>
              <a:t> is distance zero from itself”</a:t>
            </a:r>
          </a:p>
          <a:p>
            <a:pPr marL="742950" lvl="1" indent="-285750"/>
            <a:r>
              <a:rPr lang="en-US" altLang="en-US" sz="2100" i="1" dirty="0" err="1"/>
              <a:t>D</a:t>
            </a:r>
            <a:r>
              <a:rPr lang="en-US" altLang="en-US" sz="2100" i="1" baseline="-25000" dirty="0" err="1"/>
              <a:t>j</a:t>
            </a:r>
            <a:r>
              <a:rPr lang="en-US" altLang="en-US" sz="2100" i="1" dirty="0"/>
              <a:t>=</a:t>
            </a:r>
            <a:r>
              <a:rPr lang="en-US" altLang="en-US" sz="2100" i="1" dirty="0" err="1"/>
              <a:t>C</a:t>
            </a:r>
            <a:r>
              <a:rPr lang="en-US" altLang="en-US" sz="2100" i="1" baseline="-25000" dirty="0" err="1"/>
              <a:t>sj</a:t>
            </a:r>
            <a:r>
              <a:rPr lang="en-US" altLang="en-US" sz="2100" dirty="0"/>
              <a:t> for all </a:t>
            </a:r>
            <a:r>
              <a:rPr lang="en-US" altLang="en-US" sz="2100" i="1" dirty="0"/>
              <a:t>j </a:t>
            </a:r>
            <a:r>
              <a:rPr lang="en-US" altLang="en-US" sz="2100" i="1" dirty="0">
                <a:sym typeface="Symbol" pitchFamily="2" charset="2"/>
              </a:rPr>
              <a:t> s,  </a:t>
            </a:r>
            <a:r>
              <a:rPr lang="en-US" altLang="en-US" sz="2100" dirty="0">
                <a:sym typeface="Symbol" pitchFamily="2" charset="2"/>
              </a:rPr>
              <a:t>distances of directly-connected neighbors</a:t>
            </a:r>
          </a:p>
          <a:p>
            <a:pPr marL="342900" indent="-342900"/>
            <a:r>
              <a:rPr lang="en-US" altLang="en-US" sz="2200" dirty="0"/>
              <a:t>Step A: (</a:t>
            </a:r>
            <a:r>
              <a:rPr lang="en-US" altLang="en-US" sz="2200" i="1" dirty="0"/>
              <a:t>Find next closest node </a:t>
            </a:r>
            <a:r>
              <a:rPr lang="en-US" altLang="en-US" sz="2200" i="1" dirty="0" err="1"/>
              <a:t>i</a:t>
            </a:r>
            <a:r>
              <a:rPr lang="en-US" altLang="en-US" sz="2200" i="1" dirty="0"/>
              <a:t>  </a:t>
            </a:r>
            <a:r>
              <a:rPr lang="en-US" altLang="en-US" sz="2200" dirty="0"/>
              <a:t>) </a:t>
            </a:r>
          </a:p>
          <a:p>
            <a:pPr marL="742950" lvl="1" indent="-285750"/>
            <a:r>
              <a:rPr lang="en-US" altLang="en-US" sz="2100" dirty="0"/>
              <a:t>Find </a:t>
            </a:r>
            <a:r>
              <a:rPr lang="en-US" altLang="en-US" sz="2100" i="1" dirty="0" err="1"/>
              <a:t>i</a:t>
            </a:r>
            <a:r>
              <a:rPr lang="en-US" altLang="en-US" sz="2100" i="1" dirty="0"/>
              <a:t> </a:t>
            </a:r>
            <a:r>
              <a:rPr lang="en-US" altLang="en-US" sz="2100" i="1" dirty="0">
                <a:sym typeface="Symbol" pitchFamily="2" charset="2"/>
              </a:rPr>
              <a:t></a:t>
            </a:r>
            <a:r>
              <a:rPr lang="en-US" altLang="en-US" sz="2100" dirty="0">
                <a:sym typeface="Symbol" pitchFamily="2" charset="2"/>
              </a:rPr>
              <a:t> </a:t>
            </a:r>
            <a:r>
              <a:rPr lang="en-US" altLang="en-US" sz="2100" i="1" dirty="0">
                <a:sym typeface="Symbol" pitchFamily="2" charset="2"/>
              </a:rPr>
              <a:t>N</a:t>
            </a:r>
            <a:r>
              <a:rPr lang="en-US" altLang="en-US" sz="2100" dirty="0">
                <a:sym typeface="Symbol" pitchFamily="2" charset="2"/>
              </a:rPr>
              <a:t> such that</a:t>
            </a:r>
          </a:p>
          <a:p>
            <a:pPr marL="742950" lvl="1" indent="-285750"/>
            <a:r>
              <a:rPr lang="en-US" altLang="en-US" sz="2100" i="1" dirty="0"/>
              <a:t>D</a:t>
            </a:r>
            <a:r>
              <a:rPr lang="en-US" altLang="en-US" sz="2100" i="1" baseline="-25000" dirty="0"/>
              <a:t>i</a:t>
            </a:r>
            <a:r>
              <a:rPr lang="en-US" altLang="en-US" sz="2100" dirty="0"/>
              <a:t> = min </a:t>
            </a:r>
            <a:r>
              <a:rPr lang="en-US" altLang="en-US" sz="2100" i="1" dirty="0" err="1"/>
              <a:t>Dj</a:t>
            </a:r>
            <a:r>
              <a:rPr lang="en-US" altLang="en-US" sz="2100" dirty="0"/>
              <a:t>    for  </a:t>
            </a:r>
            <a:r>
              <a:rPr lang="en-US" altLang="en-US" sz="2100" i="1" dirty="0"/>
              <a:t>j </a:t>
            </a:r>
            <a:r>
              <a:rPr lang="en-US" altLang="en-US" sz="2100" i="1" dirty="0">
                <a:sym typeface="Symbol" pitchFamily="2" charset="2"/>
              </a:rPr>
              <a:t> N</a:t>
            </a:r>
            <a:r>
              <a:rPr lang="en-US" altLang="en-US" sz="2100" dirty="0">
                <a:sym typeface="Symbol" pitchFamily="2" charset="2"/>
              </a:rPr>
              <a:t> </a:t>
            </a:r>
          </a:p>
          <a:p>
            <a:pPr marL="742950" lvl="1" indent="-285750"/>
            <a:r>
              <a:rPr lang="en-US" altLang="en-US" sz="2100" dirty="0">
                <a:sym typeface="Symbol" pitchFamily="2" charset="2"/>
              </a:rPr>
              <a:t>Add </a:t>
            </a:r>
            <a:r>
              <a:rPr lang="en-US" altLang="en-US" sz="2100" i="1" dirty="0" err="1">
                <a:sym typeface="Symbol" pitchFamily="2" charset="2"/>
              </a:rPr>
              <a:t>i</a:t>
            </a:r>
            <a:r>
              <a:rPr lang="en-US" altLang="en-US" sz="2100" dirty="0">
                <a:sym typeface="Symbol" pitchFamily="2" charset="2"/>
              </a:rPr>
              <a:t> to </a:t>
            </a:r>
            <a:r>
              <a:rPr lang="en-US" altLang="en-US" sz="2100" i="1" dirty="0">
                <a:sym typeface="Symbol" pitchFamily="2" charset="2"/>
              </a:rPr>
              <a:t>N</a:t>
            </a:r>
            <a:endParaRPr lang="en-US" altLang="en-US" sz="2100" dirty="0">
              <a:sym typeface="Symbol" pitchFamily="2" charset="2"/>
            </a:endParaRPr>
          </a:p>
          <a:p>
            <a:pPr marL="742950" lvl="1" indent="-285750"/>
            <a:r>
              <a:rPr lang="en-US" altLang="en-US" sz="2100" dirty="0">
                <a:sym typeface="Symbol" pitchFamily="2" charset="2"/>
              </a:rPr>
              <a:t>If </a:t>
            </a:r>
            <a:r>
              <a:rPr lang="en-US" altLang="en-US" sz="2100" i="1" dirty="0">
                <a:sym typeface="Symbol" pitchFamily="2" charset="2"/>
              </a:rPr>
              <a:t>N</a:t>
            </a:r>
            <a:r>
              <a:rPr lang="en-US" altLang="en-US" sz="2100" dirty="0">
                <a:sym typeface="Symbol" pitchFamily="2" charset="2"/>
              </a:rPr>
              <a:t> contains all the nodes, stop</a:t>
            </a:r>
          </a:p>
          <a:p>
            <a:pPr marL="342900" indent="-342900"/>
            <a:r>
              <a:rPr lang="en-US" altLang="en-US" sz="2200" dirty="0"/>
              <a:t>Step B: (</a:t>
            </a:r>
            <a:r>
              <a:rPr lang="en-US" altLang="en-US" sz="2200" i="1" dirty="0"/>
              <a:t>update minimum costs)</a:t>
            </a:r>
          </a:p>
          <a:p>
            <a:pPr marL="742950" lvl="1" indent="-285750"/>
            <a:r>
              <a:rPr lang="en-US" altLang="en-US" sz="2100" dirty="0"/>
              <a:t>For each node </a:t>
            </a:r>
            <a:r>
              <a:rPr lang="en-US" altLang="en-US" sz="2100" i="1" dirty="0"/>
              <a:t>j </a:t>
            </a:r>
            <a:r>
              <a:rPr lang="en-US" altLang="en-US" sz="2100" i="1" dirty="0">
                <a:sym typeface="Symbol" pitchFamily="2" charset="2"/>
              </a:rPr>
              <a:t> N</a:t>
            </a:r>
            <a:endParaRPr lang="en-US" altLang="en-US" sz="2100" dirty="0">
              <a:sym typeface="Symbol" pitchFamily="2" charset="2"/>
            </a:endParaRPr>
          </a:p>
          <a:p>
            <a:pPr marL="742950" lvl="1" indent="-285750"/>
            <a:r>
              <a:rPr lang="en-US" altLang="en-US" sz="2100" i="1" dirty="0" err="1">
                <a:sym typeface="Symbol" pitchFamily="2" charset="2"/>
              </a:rPr>
              <a:t>D</a:t>
            </a:r>
            <a:r>
              <a:rPr lang="en-US" altLang="en-US" sz="2100" i="1" baseline="-25000" dirty="0" err="1">
                <a:sym typeface="Symbol" pitchFamily="2" charset="2"/>
              </a:rPr>
              <a:t>j</a:t>
            </a:r>
            <a:r>
              <a:rPr lang="en-US" altLang="en-US" sz="2100" dirty="0">
                <a:sym typeface="Symbol" pitchFamily="2" charset="2"/>
              </a:rPr>
              <a:t> = min (</a:t>
            </a:r>
            <a:r>
              <a:rPr lang="en-US" altLang="en-US" sz="2100" i="1" dirty="0" err="1"/>
              <a:t>D</a:t>
            </a:r>
            <a:r>
              <a:rPr lang="en-US" altLang="en-US" sz="2100" i="1" baseline="-25000" dirty="0" err="1"/>
              <a:t>j</a:t>
            </a:r>
            <a:r>
              <a:rPr lang="en-US" altLang="en-US" sz="2100" i="1" dirty="0"/>
              <a:t>, </a:t>
            </a:r>
            <a:r>
              <a:rPr lang="en-US" altLang="en-US" sz="2100" i="1" dirty="0" err="1"/>
              <a:t>D</a:t>
            </a:r>
            <a:r>
              <a:rPr lang="en-US" altLang="en-US" sz="2100" i="1" baseline="-25000" dirty="0" err="1"/>
              <a:t>i</a:t>
            </a:r>
            <a:r>
              <a:rPr lang="en-US" altLang="en-US" sz="2100" i="1" dirty="0" err="1"/>
              <a:t>+C</a:t>
            </a:r>
            <a:r>
              <a:rPr lang="en-US" altLang="en-US" sz="2100" i="1" baseline="-25000" dirty="0" err="1"/>
              <a:t>ij</a:t>
            </a:r>
            <a:r>
              <a:rPr lang="en-US" altLang="en-US" sz="2100" dirty="0"/>
              <a:t>)</a:t>
            </a:r>
          </a:p>
          <a:p>
            <a:pPr marL="742950" lvl="1" indent="-285750"/>
            <a:r>
              <a:rPr lang="en-US" altLang="en-US" sz="2100" dirty="0"/>
              <a:t>Go to Step A</a:t>
            </a:r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CB6A52AC-3DCC-0843-8978-D337C640D2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4750" y="5422900"/>
            <a:ext cx="704850" cy="2159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B29DB29B-34D2-0C49-96B6-315F03B44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5334000"/>
            <a:ext cx="39703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400" i="1">
                <a:latin typeface="Comic Sans MS" panose="030F0902030302020204" pitchFamily="66" charset="0"/>
              </a:rPr>
              <a:t>Minimum distance from s</a:t>
            </a:r>
            <a:r>
              <a:rPr lang="en-US" altLang="en-US" sz="2400">
                <a:latin typeface="Comic Sans MS" panose="030F0902030302020204" pitchFamily="66" charset="0"/>
              </a:rPr>
              <a:t> to </a:t>
            </a:r>
            <a:r>
              <a:rPr lang="en-US" altLang="en-US" sz="2400" i="1">
                <a:latin typeface="Comic Sans MS" panose="030F0902030302020204" pitchFamily="66" charset="0"/>
              </a:rPr>
              <a:t>j through node </a:t>
            </a:r>
            <a:r>
              <a:rPr lang="en-US" altLang="en-US" sz="2400" b="1" i="1">
                <a:latin typeface="Comic Sans MS" panose="030F0902030302020204" pitchFamily="66" charset="0"/>
              </a:rPr>
              <a:t>i</a:t>
            </a:r>
            <a:r>
              <a:rPr lang="en-US" altLang="en-US" sz="2400" i="1">
                <a:latin typeface="Comic Sans MS" panose="030F0902030302020204" pitchFamily="66" charset="0"/>
              </a:rPr>
              <a:t> in N</a:t>
            </a:r>
          </a:p>
        </p:txBody>
      </p:sp>
    </p:spTree>
    <p:extLst>
      <p:ext uri="{BB962C8B-B14F-4D97-AF65-F5344CB8AC3E}">
        <p14:creationId xmlns:p14="http://schemas.microsoft.com/office/powerpoint/2010/main" val="362806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4BFBBA-D503-7A4F-8415-9409753A9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9501D8-68E4-4047-A3A5-271EF1EE1446}"/>
              </a:ext>
            </a:extLst>
          </p:cNvPr>
          <p:cNvSpPr txBox="1">
            <a:spLocks/>
          </p:cNvSpPr>
          <p:nvPr/>
        </p:nvSpPr>
        <p:spPr bwMode="auto">
          <a:xfrm>
            <a:off x="457200" y="320675"/>
            <a:ext cx="7239000" cy="744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dirty="0"/>
              <a:t>Execution of Dijkstra algorithm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32B92F6A-C9F1-0940-AB55-066F95F999D4}"/>
              </a:ext>
            </a:extLst>
          </p:cNvPr>
          <p:cNvGraphicFramePr>
            <a:graphicFrameLocks/>
          </p:cNvGraphicFramePr>
          <p:nvPr/>
        </p:nvGraphicFramePr>
        <p:xfrm>
          <a:off x="228600" y="3200400"/>
          <a:ext cx="7848600" cy="297815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Iteration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Initial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{1}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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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{1,3}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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{1,2,3}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{1,2,3,6}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{1,2,3,4,6}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{1,2,3,4,5,6}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" name="Group 69">
            <a:extLst>
              <a:ext uri="{FF2B5EF4-FFF2-40B4-BE49-F238E27FC236}">
                <a16:creationId xmlns:a16="http://schemas.microsoft.com/office/drawing/2014/main" id="{46909A51-9FF7-F549-8207-081DF0F129C4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143000"/>
            <a:ext cx="3200400" cy="1895475"/>
            <a:chOff x="432" y="720"/>
            <a:chExt cx="2016" cy="1194"/>
          </a:xfrm>
        </p:grpSpPr>
        <p:sp>
          <p:nvSpPr>
            <p:cNvPr id="6" name="Oval 70">
              <a:extLst>
                <a:ext uri="{FF2B5EF4-FFF2-40B4-BE49-F238E27FC236}">
                  <a16:creationId xmlns:a16="http://schemas.microsoft.com/office/drawing/2014/main" id="{6C11F7C7-636F-5E45-B676-A86BA0620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" y="752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" name="Line 71">
              <a:extLst>
                <a:ext uri="{FF2B5EF4-FFF2-40B4-BE49-F238E27FC236}">
                  <a16:creationId xmlns:a16="http://schemas.microsoft.com/office/drawing/2014/main" id="{404B4E58-248C-5F44-BC0D-89D444DDDB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" y="849"/>
              <a:ext cx="711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72">
              <a:extLst>
                <a:ext uri="{FF2B5EF4-FFF2-40B4-BE49-F238E27FC236}">
                  <a16:creationId xmlns:a16="http://schemas.microsoft.com/office/drawing/2014/main" id="{88CD8327-6E8E-3348-BAC1-768B721296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960"/>
              <a:ext cx="64" cy="28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73">
              <a:extLst>
                <a:ext uri="{FF2B5EF4-FFF2-40B4-BE49-F238E27FC236}">
                  <a16:creationId xmlns:a16="http://schemas.microsoft.com/office/drawing/2014/main" id="{C95E8264-CB04-D14E-9BA2-90DF165CF1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8" y="1436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74">
              <a:extLst>
                <a:ext uri="{FF2B5EF4-FFF2-40B4-BE49-F238E27FC236}">
                  <a16:creationId xmlns:a16="http://schemas.microsoft.com/office/drawing/2014/main" id="{76473B50-D451-5548-BA22-E7D230E778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8" y="1052"/>
              <a:ext cx="496" cy="60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75">
              <a:extLst>
                <a:ext uri="{FF2B5EF4-FFF2-40B4-BE49-F238E27FC236}">
                  <a16:creationId xmlns:a16="http://schemas.microsoft.com/office/drawing/2014/main" id="{3DD0AEC0-9BE2-B046-B146-86764EA3B1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4" y="1702"/>
              <a:ext cx="911" cy="4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76">
              <a:extLst>
                <a:ext uri="{FF2B5EF4-FFF2-40B4-BE49-F238E27FC236}">
                  <a16:creationId xmlns:a16="http://schemas.microsoft.com/office/drawing/2014/main" id="{3FCF0CB2-CAEC-5141-B0F2-EDC04CDEE4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" y="943"/>
              <a:ext cx="0" cy="61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77">
              <a:extLst>
                <a:ext uri="{FF2B5EF4-FFF2-40B4-BE49-F238E27FC236}">
                  <a16:creationId xmlns:a16="http://schemas.microsoft.com/office/drawing/2014/main" id="{12C89605-5320-5748-A7C8-7E93CF99F5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" y="919"/>
              <a:ext cx="635" cy="36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 78">
              <a:extLst>
                <a:ext uri="{FF2B5EF4-FFF2-40B4-BE49-F238E27FC236}">
                  <a16:creationId xmlns:a16="http://schemas.microsoft.com/office/drawing/2014/main" id="{92CF3CA3-7BF1-D149-BBA1-53ED108A4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" y="797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5" name="Group 79">
              <a:extLst>
                <a:ext uri="{FF2B5EF4-FFF2-40B4-BE49-F238E27FC236}">
                  <a16:creationId xmlns:a16="http://schemas.microsoft.com/office/drawing/2014/main" id="{B4D3809F-C083-DB43-87F8-DDD8D4FAC5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536"/>
              <a:ext cx="227" cy="220"/>
              <a:chOff x="432" y="1536"/>
              <a:chExt cx="227" cy="220"/>
            </a:xfrm>
          </p:grpSpPr>
          <p:sp>
            <p:nvSpPr>
              <p:cNvPr id="39" name="Oval 80">
                <a:extLst>
                  <a:ext uri="{FF2B5EF4-FFF2-40B4-BE49-F238E27FC236}">
                    <a16:creationId xmlns:a16="http://schemas.microsoft.com/office/drawing/2014/main" id="{7E6CF6F3-EDB1-D14B-96E4-610C0425B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0" name="Rectangle 81">
                <a:extLst>
                  <a:ext uri="{FF2B5EF4-FFF2-40B4-BE49-F238E27FC236}">
                    <a16:creationId xmlns:a16="http://schemas.microsoft.com/office/drawing/2014/main" id="{CA47C069-539C-984A-A07C-3517E9CE7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" name="Group 82">
              <a:extLst>
                <a:ext uri="{FF2B5EF4-FFF2-40B4-BE49-F238E27FC236}">
                  <a16:creationId xmlns:a16="http://schemas.microsoft.com/office/drawing/2014/main" id="{A347618A-084C-2442-B8F0-DC1FB4FA67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6" y="1229"/>
              <a:ext cx="227" cy="224"/>
              <a:chOff x="1246" y="1229"/>
              <a:chExt cx="227" cy="224"/>
            </a:xfrm>
          </p:grpSpPr>
          <p:sp>
            <p:nvSpPr>
              <p:cNvPr id="37" name="Oval 83">
                <a:extLst>
                  <a:ext uri="{FF2B5EF4-FFF2-40B4-BE49-F238E27FC236}">
                    <a16:creationId xmlns:a16="http://schemas.microsoft.com/office/drawing/2014/main" id="{5D06B59E-BD8C-6C40-95F7-3D1527840E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8" name="Rectangle 84">
                <a:extLst>
                  <a:ext uri="{FF2B5EF4-FFF2-40B4-BE49-F238E27FC236}">
                    <a16:creationId xmlns:a16="http://schemas.microsoft.com/office/drawing/2014/main" id="{684D4619-5E9A-5447-939C-25BF015D9B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7" name="Group 85">
              <a:extLst>
                <a:ext uri="{FF2B5EF4-FFF2-40B4-BE49-F238E27FC236}">
                  <a16:creationId xmlns:a16="http://schemas.microsoft.com/office/drawing/2014/main" id="{FDFF1127-ADD1-E941-A74B-625294DDD5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0" y="1624"/>
              <a:ext cx="227" cy="228"/>
              <a:chOff x="1550" y="1624"/>
              <a:chExt cx="227" cy="228"/>
            </a:xfrm>
          </p:grpSpPr>
          <p:sp>
            <p:nvSpPr>
              <p:cNvPr id="35" name="Oval 86">
                <a:extLst>
                  <a:ext uri="{FF2B5EF4-FFF2-40B4-BE49-F238E27FC236}">
                    <a16:creationId xmlns:a16="http://schemas.microsoft.com/office/drawing/2014/main" id="{57AD3C7C-BA1D-E145-9F41-92973AD7CE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6" name="Rectangle 87">
                <a:extLst>
                  <a:ext uri="{FF2B5EF4-FFF2-40B4-BE49-F238E27FC236}">
                    <a16:creationId xmlns:a16="http://schemas.microsoft.com/office/drawing/2014/main" id="{7B95F327-6137-DC47-A17D-359BD86F7F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8" name="Group 88">
              <a:extLst>
                <a:ext uri="{FF2B5EF4-FFF2-40B4-BE49-F238E27FC236}">
                  <a16:creationId xmlns:a16="http://schemas.microsoft.com/office/drawing/2014/main" id="{A83F712E-86B9-C243-812A-F128930411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2" y="888"/>
              <a:ext cx="226" cy="205"/>
              <a:chOff x="2222" y="888"/>
              <a:chExt cx="226" cy="205"/>
            </a:xfrm>
          </p:grpSpPr>
          <p:sp>
            <p:nvSpPr>
              <p:cNvPr id="33" name="Oval 89">
                <a:extLst>
                  <a:ext uri="{FF2B5EF4-FFF2-40B4-BE49-F238E27FC236}">
                    <a16:creationId xmlns:a16="http://schemas.microsoft.com/office/drawing/2014/main" id="{2906B535-9A06-4749-82E3-53038E8A47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4" name="Rectangle 90">
                <a:extLst>
                  <a:ext uri="{FF2B5EF4-FFF2-40B4-BE49-F238E27FC236}">
                    <a16:creationId xmlns:a16="http://schemas.microsoft.com/office/drawing/2014/main" id="{41614B46-F3E8-294F-A92E-4E0C7C574B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" name="Rectangle 91">
              <a:extLst>
                <a:ext uri="{FF2B5EF4-FFF2-40B4-BE49-F238E27FC236}">
                  <a16:creationId xmlns:a16="http://schemas.microsoft.com/office/drawing/2014/main" id="{DD7B23BB-B20E-4844-9ABD-0CE6028A3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" y="134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0" name="Rectangle 92">
              <a:extLst>
                <a:ext uri="{FF2B5EF4-FFF2-40B4-BE49-F238E27FC236}">
                  <a16:creationId xmlns:a16="http://schemas.microsoft.com/office/drawing/2014/main" id="{D43B93A2-D1C8-2049-AF10-C367BF6A9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" y="76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93">
              <a:extLst>
                <a:ext uri="{FF2B5EF4-FFF2-40B4-BE49-F238E27FC236}">
                  <a16:creationId xmlns:a16="http://schemas.microsoft.com/office/drawing/2014/main" id="{E1A3E7F6-066C-AF4B-851F-A5CA495AC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9" y="1053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94">
              <a:extLst>
                <a:ext uri="{FF2B5EF4-FFF2-40B4-BE49-F238E27FC236}">
                  <a16:creationId xmlns:a16="http://schemas.microsoft.com/office/drawing/2014/main" id="{F56CB685-CD39-964D-9408-5F04D2F7A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4" y="1444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95">
              <a:extLst>
                <a:ext uri="{FF2B5EF4-FFF2-40B4-BE49-F238E27FC236}">
                  <a16:creationId xmlns:a16="http://schemas.microsoft.com/office/drawing/2014/main" id="{AA9512C0-F467-BE4C-A65B-F46DA00D2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9" y="135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96">
              <a:extLst>
                <a:ext uri="{FF2B5EF4-FFF2-40B4-BE49-F238E27FC236}">
                  <a16:creationId xmlns:a16="http://schemas.microsoft.com/office/drawing/2014/main" id="{4C9B5868-F3DE-0946-BB3B-E9CFD4BCA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" y="1178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97">
              <a:extLst>
                <a:ext uri="{FF2B5EF4-FFF2-40B4-BE49-F238E27FC236}">
                  <a16:creationId xmlns:a16="http://schemas.microsoft.com/office/drawing/2014/main" id="{BFEC6CFE-17AD-8141-A750-6A15DE24B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100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6" name="Rectangle 98">
              <a:extLst>
                <a:ext uri="{FF2B5EF4-FFF2-40B4-BE49-F238E27FC236}">
                  <a16:creationId xmlns:a16="http://schemas.microsoft.com/office/drawing/2014/main" id="{E53AF7D6-955F-294E-955D-55F8A21CB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72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7" name="Rectangle 99">
              <a:extLst>
                <a:ext uri="{FF2B5EF4-FFF2-40B4-BE49-F238E27FC236}">
                  <a16:creationId xmlns:a16="http://schemas.microsoft.com/office/drawing/2014/main" id="{AC0A29AD-7275-F049-99E1-272F16A68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" y="1741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8" name="Line 100">
              <a:extLst>
                <a:ext uri="{FF2B5EF4-FFF2-40B4-BE49-F238E27FC236}">
                  <a16:creationId xmlns:a16="http://schemas.microsoft.com/office/drawing/2014/main" id="{998F0BC3-99F3-BC41-9640-566812AF9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857"/>
              <a:ext cx="625" cy="10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01">
              <a:extLst>
                <a:ext uri="{FF2B5EF4-FFF2-40B4-BE49-F238E27FC236}">
                  <a16:creationId xmlns:a16="http://schemas.microsoft.com/office/drawing/2014/main" id="{1F9E35A0-7852-DF40-8DD1-2C6AB2AF08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1392"/>
              <a:ext cx="607" cy="21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0" name="Group 102">
              <a:extLst>
                <a:ext uri="{FF2B5EF4-FFF2-40B4-BE49-F238E27FC236}">
                  <a16:creationId xmlns:a16="http://schemas.microsoft.com/office/drawing/2014/main" id="{B68A844A-E301-8241-A6C0-89ACDA92FD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5" y="756"/>
              <a:ext cx="227" cy="204"/>
              <a:chOff x="1405" y="756"/>
              <a:chExt cx="227" cy="204"/>
            </a:xfrm>
          </p:grpSpPr>
          <p:sp>
            <p:nvSpPr>
              <p:cNvPr id="31" name="Rectangle 103">
                <a:extLst>
                  <a:ext uri="{FF2B5EF4-FFF2-40B4-BE49-F238E27FC236}">
                    <a16:creationId xmlns:a16="http://schemas.microsoft.com/office/drawing/2014/main" id="{7A243D2A-6545-DA4E-8530-ACBF4B490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" name="Oval 104">
                <a:extLst>
                  <a:ext uri="{FF2B5EF4-FFF2-40B4-BE49-F238E27FC236}">
                    <a16:creationId xmlns:a16="http://schemas.microsoft.com/office/drawing/2014/main" id="{CDDC5232-69F3-4B45-923D-A62E300950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</p:grpSp>
      <p:grpSp>
        <p:nvGrpSpPr>
          <p:cNvPr id="41" name="Group 105">
            <a:extLst>
              <a:ext uri="{FF2B5EF4-FFF2-40B4-BE49-F238E27FC236}">
                <a16:creationId xmlns:a16="http://schemas.microsoft.com/office/drawing/2014/main" id="{F4741F45-577A-E74A-9DC5-BBD0E7DF62E4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1152525"/>
            <a:ext cx="3200400" cy="1895475"/>
            <a:chOff x="432" y="240"/>
            <a:chExt cx="2016" cy="1194"/>
          </a:xfrm>
        </p:grpSpPr>
        <p:sp>
          <p:nvSpPr>
            <p:cNvPr id="42" name="Oval 106">
              <a:extLst>
                <a:ext uri="{FF2B5EF4-FFF2-40B4-BE49-F238E27FC236}">
                  <a16:creationId xmlns:a16="http://schemas.microsoft.com/office/drawing/2014/main" id="{859B9EAB-04A3-4140-98AB-B4610ADC4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" y="272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" name="Line 107">
              <a:extLst>
                <a:ext uri="{FF2B5EF4-FFF2-40B4-BE49-F238E27FC236}">
                  <a16:creationId xmlns:a16="http://schemas.microsoft.com/office/drawing/2014/main" id="{1791ECFA-1BCF-724E-B04B-15222D9E13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" y="369"/>
              <a:ext cx="711" cy="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108">
              <a:extLst>
                <a:ext uri="{FF2B5EF4-FFF2-40B4-BE49-F238E27FC236}">
                  <a16:creationId xmlns:a16="http://schemas.microsoft.com/office/drawing/2014/main" id="{59DBE6F2-1752-464B-AC31-A8F1F10E6E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480"/>
              <a:ext cx="64" cy="28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109">
              <a:extLst>
                <a:ext uri="{FF2B5EF4-FFF2-40B4-BE49-F238E27FC236}">
                  <a16:creationId xmlns:a16="http://schemas.microsoft.com/office/drawing/2014/main" id="{BDC82626-F024-804D-A402-8931882BC4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8" y="956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110">
              <a:extLst>
                <a:ext uri="{FF2B5EF4-FFF2-40B4-BE49-F238E27FC236}">
                  <a16:creationId xmlns:a16="http://schemas.microsoft.com/office/drawing/2014/main" id="{E68A9D59-9D16-F445-ADC5-38904202A0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8" y="572"/>
              <a:ext cx="496" cy="60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111">
              <a:extLst>
                <a:ext uri="{FF2B5EF4-FFF2-40B4-BE49-F238E27FC236}">
                  <a16:creationId xmlns:a16="http://schemas.microsoft.com/office/drawing/2014/main" id="{98A4C402-E85B-C446-8DFA-D5F71BECB7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4" y="1222"/>
              <a:ext cx="911" cy="4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112">
              <a:extLst>
                <a:ext uri="{FF2B5EF4-FFF2-40B4-BE49-F238E27FC236}">
                  <a16:creationId xmlns:a16="http://schemas.microsoft.com/office/drawing/2014/main" id="{91F9C6B9-4C5C-A34A-93CF-787386F4E6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" y="463"/>
              <a:ext cx="0" cy="612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113">
              <a:extLst>
                <a:ext uri="{FF2B5EF4-FFF2-40B4-BE49-F238E27FC236}">
                  <a16:creationId xmlns:a16="http://schemas.microsoft.com/office/drawing/2014/main" id="{730C471D-2663-0D43-82D4-DDC7493354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" y="439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Rectangle 114">
              <a:extLst>
                <a:ext uri="{FF2B5EF4-FFF2-40B4-BE49-F238E27FC236}">
                  <a16:creationId xmlns:a16="http://schemas.microsoft.com/office/drawing/2014/main" id="{473003F3-EC79-D743-A9C6-A3E59B76D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" y="317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51" name="Group 115">
              <a:extLst>
                <a:ext uri="{FF2B5EF4-FFF2-40B4-BE49-F238E27FC236}">
                  <a16:creationId xmlns:a16="http://schemas.microsoft.com/office/drawing/2014/main" id="{FDCA39F8-5093-714C-AB1D-E0FB2DAAB7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056"/>
              <a:ext cx="227" cy="220"/>
              <a:chOff x="432" y="1536"/>
              <a:chExt cx="227" cy="220"/>
            </a:xfrm>
          </p:grpSpPr>
          <p:sp>
            <p:nvSpPr>
              <p:cNvPr id="75" name="Oval 116">
                <a:extLst>
                  <a:ext uri="{FF2B5EF4-FFF2-40B4-BE49-F238E27FC236}">
                    <a16:creationId xmlns:a16="http://schemas.microsoft.com/office/drawing/2014/main" id="{595FA97C-AF90-B24F-8641-58D55F85D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6" name="Rectangle 117">
                <a:extLst>
                  <a:ext uri="{FF2B5EF4-FFF2-40B4-BE49-F238E27FC236}">
                    <a16:creationId xmlns:a16="http://schemas.microsoft.com/office/drawing/2014/main" id="{A04A9659-1354-8D4E-901E-687E561CE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2" name="Group 118">
              <a:extLst>
                <a:ext uri="{FF2B5EF4-FFF2-40B4-BE49-F238E27FC236}">
                  <a16:creationId xmlns:a16="http://schemas.microsoft.com/office/drawing/2014/main" id="{83C377E3-7A09-1C46-B679-B0E56EAEC5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6" y="749"/>
              <a:ext cx="227" cy="224"/>
              <a:chOff x="1246" y="1229"/>
              <a:chExt cx="227" cy="224"/>
            </a:xfrm>
          </p:grpSpPr>
          <p:sp>
            <p:nvSpPr>
              <p:cNvPr id="73" name="Oval 119">
                <a:extLst>
                  <a:ext uri="{FF2B5EF4-FFF2-40B4-BE49-F238E27FC236}">
                    <a16:creationId xmlns:a16="http://schemas.microsoft.com/office/drawing/2014/main" id="{05E5D02B-5AC7-604C-9EA5-487EB76E11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4" name="Rectangle 120">
                <a:extLst>
                  <a:ext uri="{FF2B5EF4-FFF2-40B4-BE49-F238E27FC236}">
                    <a16:creationId xmlns:a16="http://schemas.microsoft.com/office/drawing/2014/main" id="{0CDC7D98-95DB-684B-9194-63DF0C556B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3" name="Group 121">
              <a:extLst>
                <a:ext uri="{FF2B5EF4-FFF2-40B4-BE49-F238E27FC236}">
                  <a16:creationId xmlns:a16="http://schemas.microsoft.com/office/drawing/2014/main" id="{79779BD5-90FB-5B4F-BDC3-5004351414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0" y="1144"/>
              <a:ext cx="227" cy="228"/>
              <a:chOff x="1550" y="1624"/>
              <a:chExt cx="227" cy="228"/>
            </a:xfrm>
          </p:grpSpPr>
          <p:sp>
            <p:nvSpPr>
              <p:cNvPr id="71" name="Oval 122">
                <a:extLst>
                  <a:ext uri="{FF2B5EF4-FFF2-40B4-BE49-F238E27FC236}">
                    <a16:creationId xmlns:a16="http://schemas.microsoft.com/office/drawing/2014/main" id="{0280E2B3-E740-A747-92D5-B5DC157ED5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2" name="Rectangle 123">
                <a:extLst>
                  <a:ext uri="{FF2B5EF4-FFF2-40B4-BE49-F238E27FC236}">
                    <a16:creationId xmlns:a16="http://schemas.microsoft.com/office/drawing/2014/main" id="{7152D00A-226E-FE41-8131-5C36722A94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4" name="Group 124">
              <a:extLst>
                <a:ext uri="{FF2B5EF4-FFF2-40B4-BE49-F238E27FC236}">
                  <a16:creationId xmlns:a16="http://schemas.microsoft.com/office/drawing/2014/main" id="{220B65DD-D5E6-4844-B6A8-10ECAD93CE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2" y="408"/>
              <a:ext cx="226" cy="205"/>
              <a:chOff x="2222" y="888"/>
              <a:chExt cx="226" cy="205"/>
            </a:xfrm>
          </p:grpSpPr>
          <p:sp>
            <p:nvSpPr>
              <p:cNvPr id="69" name="Oval 125">
                <a:extLst>
                  <a:ext uri="{FF2B5EF4-FFF2-40B4-BE49-F238E27FC236}">
                    <a16:creationId xmlns:a16="http://schemas.microsoft.com/office/drawing/2014/main" id="{BBFF182B-27C9-3244-83EE-112425385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0" name="Rectangle 126">
                <a:extLst>
                  <a:ext uri="{FF2B5EF4-FFF2-40B4-BE49-F238E27FC236}">
                    <a16:creationId xmlns:a16="http://schemas.microsoft.com/office/drawing/2014/main" id="{33CCDD3B-8956-444B-9B1B-AB41B8B380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5" name="Rectangle 127">
              <a:extLst>
                <a:ext uri="{FF2B5EF4-FFF2-40B4-BE49-F238E27FC236}">
                  <a16:creationId xmlns:a16="http://schemas.microsoft.com/office/drawing/2014/main" id="{6B071593-A6CD-6F40-A298-F81554D09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" y="86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56" name="Rectangle 128">
              <a:extLst>
                <a:ext uri="{FF2B5EF4-FFF2-40B4-BE49-F238E27FC236}">
                  <a16:creationId xmlns:a16="http://schemas.microsoft.com/office/drawing/2014/main" id="{C23FE2C8-65C4-A04E-93AD-A6C977E6A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" y="28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57" name="Rectangle 129">
              <a:extLst>
                <a:ext uri="{FF2B5EF4-FFF2-40B4-BE49-F238E27FC236}">
                  <a16:creationId xmlns:a16="http://schemas.microsoft.com/office/drawing/2014/main" id="{8638FD3F-A4BF-074D-BA1E-1DE50097B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9" y="573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58" name="Rectangle 130">
              <a:extLst>
                <a:ext uri="{FF2B5EF4-FFF2-40B4-BE49-F238E27FC236}">
                  <a16:creationId xmlns:a16="http://schemas.microsoft.com/office/drawing/2014/main" id="{263F4F03-6320-3942-B861-A25918A5F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4" y="964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131">
              <a:extLst>
                <a:ext uri="{FF2B5EF4-FFF2-40B4-BE49-F238E27FC236}">
                  <a16:creationId xmlns:a16="http://schemas.microsoft.com/office/drawing/2014/main" id="{57FA508B-2830-B54B-9BAF-C70FF537C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9" y="87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60" name="Rectangle 132">
              <a:extLst>
                <a:ext uri="{FF2B5EF4-FFF2-40B4-BE49-F238E27FC236}">
                  <a16:creationId xmlns:a16="http://schemas.microsoft.com/office/drawing/2014/main" id="{2C2CD902-6ED3-E144-A066-28952379D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" y="698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61" name="Rectangle 133">
              <a:extLst>
                <a:ext uri="{FF2B5EF4-FFF2-40B4-BE49-F238E27FC236}">
                  <a16:creationId xmlns:a16="http://schemas.microsoft.com/office/drawing/2014/main" id="{DD4EF597-370A-644D-AD44-2979EA5F6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52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62" name="Rectangle 134">
              <a:extLst>
                <a:ext uri="{FF2B5EF4-FFF2-40B4-BE49-F238E27FC236}">
                  <a16:creationId xmlns:a16="http://schemas.microsoft.com/office/drawing/2014/main" id="{53A7BB9A-E25E-B648-BC6A-1ED658489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4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63" name="Rectangle 135">
              <a:extLst>
                <a:ext uri="{FF2B5EF4-FFF2-40B4-BE49-F238E27FC236}">
                  <a16:creationId xmlns:a16="http://schemas.microsoft.com/office/drawing/2014/main" id="{A6A0B047-A862-5144-9200-A40EC60C9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" y="1261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64" name="Line 136">
              <a:extLst>
                <a:ext uri="{FF2B5EF4-FFF2-40B4-BE49-F238E27FC236}">
                  <a16:creationId xmlns:a16="http://schemas.microsoft.com/office/drawing/2014/main" id="{AABDD91F-6042-8C4A-8A32-0B1504F7B7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377"/>
              <a:ext cx="625" cy="10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137">
              <a:extLst>
                <a:ext uri="{FF2B5EF4-FFF2-40B4-BE49-F238E27FC236}">
                  <a16:creationId xmlns:a16="http://schemas.microsoft.com/office/drawing/2014/main" id="{8638E5FD-FF1B-D94D-9D2E-8C8009F2AA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912"/>
              <a:ext cx="607" cy="21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6" name="Group 138">
              <a:extLst>
                <a:ext uri="{FF2B5EF4-FFF2-40B4-BE49-F238E27FC236}">
                  <a16:creationId xmlns:a16="http://schemas.microsoft.com/office/drawing/2014/main" id="{F2ED57BD-C103-5446-8111-91E6B0BABD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5" y="276"/>
              <a:ext cx="227" cy="204"/>
              <a:chOff x="1405" y="756"/>
              <a:chExt cx="227" cy="204"/>
            </a:xfrm>
          </p:grpSpPr>
          <p:sp>
            <p:nvSpPr>
              <p:cNvPr id="67" name="Rectangle 139">
                <a:extLst>
                  <a:ext uri="{FF2B5EF4-FFF2-40B4-BE49-F238E27FC236}">
                    <a16:creationId xmlns:a16="http://schemas.microsoft.com/office/drawing/2014/main" id="{9A7C16C8-8A36-EC4F-B48D-46153C3E52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8" name="Oval 140">
                <a:extLst>
                  <a:ext uri="{FF2B5EF4-FFF2-40B4-BE49-F238E27FC236}">
                    <a16:creationId xmlns:a16="http://schemas.microsoft.com/office/drawing/2014/main" id="{78AE93F7-955C-1044-B696-67D67A8F3E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</p:grpSp>
      <p:grpSp>
        <p:nvGrpSpPr>
          <p:cNvPr id="77" name="Group 141">
            <a:extLst>
              <a:ext uri="{FF2B5EF4-FFF2-40B4-BE49-F238E27FC236}">
                <a16:creationId xmlns:a16="http://schemas.microsoft.com/office/drawing/2014/main" id="{97E2E97D-620C-4D4B-BC9A-384BA9B83951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152525"/>
            <a:ext cx="3200400" cy="1895475"/>
            <a:chOff x="432" y="1494"/>
            <a:chExt cx="2016" cy="1194"/>
          </a:xfrm>
        </p:grpSpPr>
        <p:grpSp>
          <p:nvGrpSpPr>
            <p:cNvPr id="78" name="Group 142">
              <a:extLst>
                <a:ext uri="{FF2B5EF4-FFF2-40B4-BE49-F238E27FC236}">
                  <a16:creationId xmlns:a16="http://schemas.microsoft.com/office/drawing/2014/main" id="{01107958-2EE4-CD4E-9AAF-B3CB0691CB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5" y="1530"/>
              <a:ext cx="227" cy="204"/>
              <a:chOff x="1405" y="756"/>
              <a:chExt cx="227" cy="204"/>
            </a:xfrm>
          </p:grpSpPr>
          <p:sp>
            <p:nvSpPr>
              <p:cNvPr id="112" name="Rectangle 143">
                <a:extLst>
                  <a:ext uri="{FF2B5EF4-FFF2-40B4-BE49-F238E27FC236}">
                    <a16:creationId xmlns:a16="http://schemas.microsoft.com/office/drawing/2014/main" id="{FCAAA2F0-5E62-E041-8A38-5AB92BBB4F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3" name="Oval 144">
                <a:extLst>
                  <a:ext uri="{FF2B5EF4-FFF2-40B4-BE49-F238E27FC236}">
                    <a16:creationId xmlns:a16="http://schemas.microsoft.com/office/drawing/2014/main" id="{25F30844-0237-C944-8ABE-03C479B750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79" name="Oval 145">
              <a:extLst>
                <a:ext uri="{FF2B5EF4-FFF2-40B4-BE49-F238E27FC236}">
                  <a16:creationId xmlns:a16="http://schemas.microsoft.com/office/drawing/2014/main" id="{3586BC06-C655-F840-B7D9-11F868C57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" y="1526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0" name="Line 146">
              <a:extLst>
                <a:ext uri="{FF2B5EF4-FFF2-40B4-BE49-F238E27FC236}">
                  <a16:creationId xmlns:a16="http://schemas.microsoft.com/office/drawing/2014/main" id="{8DC4CC04-8150-3941-AB23-BB0578477E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" y="1623"/>
              <a:ext cx="71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147">
              <a:extLst>
                <a:ext uri="{FF2B5EF4-FFF2-40B4-BE49-F238E27FC236}">
                  <a16:creationId xmlns:a16="http://schemas.microsoft.com/office/drawing/2014/main" id="{7794D92A-B57A-B342-A485-DA74EA2285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1734"/>
              <a:ext cx="64" cy="282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148">
              <a:extLst>
                <a:ext uri="{FF2B5EF4-FFF2-40B4-BE49-F238E27FC236}">
                  <a16:creationId xmlns:a16="http://schemas.microsoft.com/office/drawing/2014/main" id="{6503E8C6-5F94-5842-BCAB-06DB7854F4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8" y="2210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149">
              <a:extLst>
                <a:ext uri="{FF2B5EF4-FFF2-40B4-BE49-F238E27FC236}">
                  <a16:creationId xmlns:a16="http://schemas.microsoft.com/office/drawing/2014/main" id="{F0C42A8F-A185-074A-82A3-5EAF41FA40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8" y="1826"/>
              <a:ext cx="496" cy="60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150">
              <a:extLst>
                <a:ext uri="{FF2B5EF4-FFF2-40B4-BE49-F238E27FC236}">
                  <a16:creationId xmlns:a16="http://schemas.microsoft.com/office/drawing/2014/main" id="{2FEAFC7E-6F30-E347-8597-0DED966F3C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4" y="2476"/>
              <a:ext cx="911" cy="4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151">
              <a:extLst>
                <a:ext uri="{FF2B5EF4-FFF2-40B4-BE49-F238E27FC236}">
                  <a16:creationId xmlns:a16="http://schemas.microsoft.com/office/drawing/2014/main" id="{9072FDCB-84CD-A043-BDEF-20851F150C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" y="1717"/>
              <a:ext cx="0" cy="612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152">
              <a:extLst>
                <a:ext uri="{FF2B5EF4-FFF2-40B4-BE49-F238E27FC236}">
                  <a16:creationId xmlns:a16="http://schemas.microsoft.com/office/drawing/2014/main" id="{ADF541FF-BB33-1440-AD12-4CA6042836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" y="1693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Rectangle 153">
              <a:extLst>
                <a:ext uri="{FF2B5EF4-FFF2-40B4-BE49-F238E27FC236}">
                  <a16:creationId xmlns:a16="http://schemas.microsoft.com/office/drawing/2014/main" id="{622A68EA-D8DE-F74D-862D-76166674F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" y="1571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88" name="Group 154">
              <a:extLst>
                <a:ext uri="{FF2B5EF4-FFF2-40B4-BE49-F238E27FC236}">
                  <a16:creationId xmlns:a16="http://schemas.microsoft.com/office/drawing/2014/main" id="{C826C752-CC4E-604B-93CC-5F578FC483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2310"/>
              <a:ext cx="227" cy="220"/>
              <a:chOff x="432" y="1536"/>
              <a:chExt cx="227" cy="220"/>
            </a:xfrm>
          </p:grpSpPr>
          <p:sp>
            <p:nvSpPr>
              <p:cNvPr id="110" name="Oval 155">
                <a:extLst>
                  <a:ext uri="{FF2B5EF4-FFF2-40B4-BE49-F238E27FC236}">
                    <a16:creationId xmlns:a16="http://schemas.microsoft.com/office/drawing/2014/main" id="{E7E3E417-8B82-7A44-AACB-B88CAA4EB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1" name="Rectangle 156">
                <a:extLst>
                  <a:ext uri="{FF2B5EF4-FFF2-40B4-BE49-F238E27FC236}">
                    <a16:creationId xmlns:a16="http://schemas.microsoft.com/office/drawing/2014/main" id="{05BBA1CE-78FA-3142-B4C9-2758F560DA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" name="Group 157">
              <a:extLst>
                <a:ext uri="{FF2B5EF4-FFF2-40B4-BE49-F238E27FC236}">
                  <a16:creationId xmlns:a16="http://schemas.microsoft.com/office/drawing/2014/main" id="{DB3A91A8-BC15-E84D-A866-B4015599F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6" y="2003"/>
              <a:ext cx="227" cy="224"/>
              <a:chOff x="1246" y="1229"/>
              <a:chExt cx="227" cy="224"/>
            </a:xfrm>
          </p:grpSpPr>
          <p:sp>
            <p:nvSpPr>
              <p:cNvPr id="108" name="Oval 158">
                <a:extLst>
                  <a:ext uri="{FF2B5EF4-FFF2-40B4-BE49-F238E27FC236}">
                    <a16:creationId xmlns:a16="http://schemas.microsoft.com/office/drawing/2014/main" id="{0EAE58BE-03B0-8E4F-8082-A3727FCE62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09" name="Rectangle 159">
                <a:extLst>
                  <a:ext uri="{FF2B5EF4-FFF2-40B4-BE49-F238E27FC236}">
                    <a16:creationId xmlns:a16="http://schemas.microsoft.com/office/drawing/2014/main" id="{4E116CEB-3573-6C4A-AAB2-FF985C4148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90" name="Group 160">
              <a:extLst>
                <a:ext uri="{FF2B5EF4-FFF2-40B4-BE49-F238E27FC236}">
                  <a16:creationId xmlns:a16="http://schemas.microsoft.com/office/drawing/2014/main" id="{A8375AFD-57F2-6649-BC6D-B22B30665D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0" y="2398"/>
              <a:ext cx="227" cy="228"/>
              <a:chOff x="1550" y="1624"/>
              <a:chExt cx="227" cy="228"/>
            </a:xfrm>
          </p:grpSpPr>
          <p:sp>
            <p:nvSpPr>
              <p:cNvPr id="106" name="Oval 161">
                <a:extLst>
                  <a:ext uri="{FF2B5EF4-FFF2-40B4-BE49-F238E27FC236}">
                    <a16:creationId xmlns:a16="http://schemas.microsoft.com/office/drawing/2014/main" id="{5C3A369D-CC28-DD44-A599-E7ED6DCB02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07" name="Rectangle 162">
                <a:extLst>
                  <a:ext uri="{FF2B5EF4-FFF2-40B4-BE49-F238E27FC236}">
                    <a16:creationId xmlns:a16="http://schemas.microsoft.com/office/drawing/2014/main" id="{2364DCC8-AE2E-1948-AFDA-3FCE2C128E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91" name="Group 163">
              <a:extLst>
                <a:ext uri="{FF2B5EF4-FFF2-40B4-BE49-F238E27FC236}">
                  <a16:creationId xmlns:a16="http://schemas.microsoft.com/office/drawing/2014/main" id="{876AB245-7355-E24C-A8E4-68B0729377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2" y="1662"/>
              <a:ext cx="226" cy="205"/>
              <a:chOff x="2222" y="888"/>
              <a:chExt cx="226" cy="205"/>
            </a:xfrm>
          </p:grpSpPr>
          <p:sp>
            <p:nvSpPr>
              <p:cNvPr id="104" name="Oval 164">
                <a:extLst>
                  <a:ext uri="{FF2B5EF4-FFF2-40B4-BE49-F238E27FC236}">
                    <a16:creationId xmlns:a16="http://schemas.microsoft.com/office/drawing/2014/main" id="{ED7C666D-288F-7446-8B07-69A7836CA9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05" name="Rectangle 165">
                <a:extLst>
                  <a:ext uri="{FF2B5EF4-FFF2-40B4-BE49-F238E27FC236}">
                    <a16:creationId xmlns:a16="http://schemas.microsoft.com/office/drawing/2014/main" id="{3316F0EF-A8E9-FE4B-A23E-C43445FCA8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92" name="Rectangle 166">
              <a:extLst>
                <a:ext uri="{FF2B5EF4-FFF2-40B4-BE49-F238E27FC236}">
                  <a16:creationId xmlns:a16="http://schemas.microsoft.com/office/drawing/2014/main" id="{DA499D22-D9A8-714C-BC27-A396A5F4A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" y="2119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93" name="Rectangle 167">
              <a:extLst>
                <a:ext uri="{FF2B5EF4-FFF2-40B4-BE49-F238E27FC236}">
                  <a16:creationId xmlns:a16="http://schemas.microsoft.com/office/drawing/2014/main" id="{AA9FED62-B2D1-524C-A701-0B64F1C21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" y="154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94" name="Rectangle 168">
              <a:extLst>
                <a:ext uri="{FF2B5EF4-FFF2-40B4-BE49-F238E27FC236}">
                  <a16:creationId xmlns:a16="http://schemas.microsoft.com/office/drawing/2014/main" id="{E3B1F66A-442B-2B4A-A9A8-85F5F25EC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9" y="1827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95" name="Rectangle 169">
              <a:extLst>
                <a:ext uri="{FF2B5EF4-FFF2-40B4-BE49-F238E27FC236}">
                  <a16:creationId xmlns:a16="http://schemas.microsoft.com/office/drawing/2014/main" id="{EB4473C1-03D0-744D-8775-700F8B3E8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4" y="2218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96" name="Rectangle 170">
              <a:extLst>
                <a:ext uri="{FF2B5EF4-FFF2-40B4-BE49-F238E27FC236}">
                  <a16:creationId xmlns:a16="http://schemas.microsoft.com/office/drawing/2014/main" id="{186FCAC0-E983-974A-9BB7-5C9BB47C8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9" y="2124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97" name="Rectangle 171">
              <a:extLst>
                <a:ext uri="{FF2B5EF4-FFF2-40B4-BE49-F238E27FC236}">
                  <a16:creationId xmlns:a16="http://schemas.microsoft.com/office/drawing/2014/main" id="{FEC21868-31FB-F243-8D57-F6E42F702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" y="1952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98" name="Rectangle 172">
              <a:extLst>
                <a:ext uri="{FF2B5EF4-FFF2-40B4-BE49-F238E27FC236}">
                  <a16:creationId xmlns:a16="http://schemas.microsoft.com/office/drawing/2014/main" id="{63F44A26-D739-3A45-9726-60F76EDAF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178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99" name="Rectangle 173">
              <a:extLst>
                <a:ext uri="{FF2B5EF4-FFF2-40B4-BE49-F238E27FC236}">
                  <a16:creationId xmlns:a16="http://schemas.microsoft.com/office/drawing/2014/main" id="{F9041EC5-807E-914C-A927-D8688DAEB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1494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00" name="Rectangle 174">
              <a:extLst>
                <a:ext uri="{FF2B5EF4-FFF2-40B4-BE49-F238E27FC236}">
                  <a16:creationId xmlns:a16="http://schemas.microsoft.com/office/drawing/2014/main" id="{667014A9-F78D-7040-8369-6EEAD52501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" y="251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01" name="Line 175">
              <a:extLst>
                <a:ext uri="{FF2B5EF4-FFF2-40B4-BE49-F238E27FC236}">
                  <a16:creationId xmlns:a16="http://schemas.microsoft.com/office/drawing/2014/main" id="{D995EEC8-74E8-7440-ADDD-BBCA83DF09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631"/>
              <a:ext cx="625" cy="103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Line 176">
              <a:extLst>
                <a:ext uri="{FF2B5EF4-FFF2-40B4-BE49-F238E27FC236}">
                  <a16:creationId xmlns:a16="http://schemas.microsoft.com/office/drawing/2014/main" id="{2084246D-1646-B940-BA71-2F06ED251E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2166"/>
              <a:ext cx="607" cy="21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Rectangle 177">
              <a:extLst>
                <a:ext uri="{FF2B5EF4-FFF2-40B4-BE49-F238E27FC236}">
                  <a16:creationId xmlns:a16="http://schemas.microsoft.com/office/drawing/2014/main" id="{BB8E4289-B5BD-F542-8B4A-5046BAB0C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55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4" name="Group 178">
            <a:extLst>
              <a:ext uri="{FF2B5EF4-FFF2-40B4-BE49-F238E27FC236}">
                <a16:creationId xmlns:a16="http://schemas.microsoft.com/office/drawing/2014/main" id="{5A2801A1-EDFD-264A-A824-7D15C36C95EA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1143000"/>
            <a:ext cx="3200400" cy="1895475"/>
            <a:chOff x="432" y="2748"/>
            <a:chExt cx="2016" cy="1194"/>
          </a:xfrm>
        </p:grpSpPr>
        <p:sp>
          <p:nvSpPr>
            <p:cNvPr id="115" name="Oval 179">
              <a:extLst>
                <a:ext uri="{FF2B5EF4-FFF2-40B4-BE49-F238E27FC236}">
                  <a16:creationId xmlns:a16="http://schemas.microsoft.com/office/drawing/2014/main" id="{839F0C4F-4E99-DB47-AF66-DCBC2F594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" y="2780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6" name="Line 180">
              <a:extLst>
                <a:ext uri="{FF2B5EF4-FFF2-40B4-BE49-F238E27FC236}">
                  <a16:creationId xmlns:a16="http://schemas.microsoft.com/office/drawing/2014/main" id="{80ED3E94-B2DF-5046-A49B-F83CD34175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" y="2877"/>
              <a:ext cx="71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Line 181">
              <a:extLst>
                <a:ext uri="{FF2B5EF4-FFF2-40B4-BE49-F238E27FC236}">
                  <a16:creationId xmlns:a16="http://schemas.microsoft.com/office/drawing/2014/main" id="{4B9F6438-E3B6-3945-A6C1-CA3E02F033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2988"/>
              <a:ext cx="64" cy="282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Line 182">
              <a:extLst>
                <a:ext uri="{FF2B5EF4-FFF2-40B4-BE49-F238E27FC236}">
                  <a16:creationId xmlns:a16="http://schemas.microsoft.com/office/drawing/2014/main" id="{CFBEEE9B-71D0-DC4E-AECD-00C2A3A45E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8" y="3464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Line 183">
              <a:extLst>
                <a:ext uri="{FF2B5EF4-FFF2-40B4-BE49-F238E27FC236}">
                  <a16:creationId xmlns:a16="http://schemas.microsoft.com/office/drawing/2014/main" id="{5A226F10-EDD9-1346-A062-B66F2DE172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8" y="3080"/>
              <a:ext cx="496" cy="60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Line 184">
              <a:extLst>
                <a:ext uri="{FF2B5EF4-FFF2-40B4-BE49-F238E27FC236}">
                  <a16:creationId xmlns:a16="http://schemas.microsoft.com/office/drawing/2014/main" id="{EBAAF8AA-C680-0940-8E75-5AA1911658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4" y="3730"/>
              <a:ext cx="911" cy="47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Line 185">
              <a:extLst>
                <a:ext uri="{FF2B5EF4-FFF2-40B4-BE49-F238E27FC236}">
                  <a16:creationId xmlns:a16="http://schemas.microsoft.com/office/drawing/2014/main" id="{41929CC5-C071-8342-A6D4-AEECA32DA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" y="2971"/>
              <a:ext cx="0" cy="61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Line 186">
              <a:extLst>
                <a:ext uri="{FF2B5EF4-FFF2-40B4-BE49-F238E27FC236}">
                  <a16:creationId xmlns:a16="http://schemas.microsoft.com/office/drawing/2014/main" id="{4C95BD8F-47F3-9C48-B7E4-1F06AFE2A7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" y="2947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Rectangle 187">
              <a:extLst>
                <a:ext uri="{FF2B5EF4-FFF2-40B4-BE49-F238E27FC236}">
                  <a16:creationId xmlns:a16="http://schemas.microsoft.com/office/drawing/2014/main" id="{E2586F3C-8CA1-7D48-8EAC-EAEB0D9BE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" y="282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24" name="Group 188">
              <a:extLst>
                <a:ext uri="{FF2B5EF4-FFF2-40B4-BE49-F238E27FC236}">
                  <a16:creationId xmlns:a16="http://schemas.microsoft.com/office/drawing/2014/main" id="{052531F8-1041-3044-A82A-D373A0318D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3564"/>
              <a:ext cx="227" cy="220"/>
              <a:chOff x="432" y="1536"/>
              <a:chExt cx="227" cy="220"/>
            </a:xfrm>
          </p:grpSpPr>
          <p:sp>
            <p:nvSpPr>
              <p:cNvPr id="149" name="Oval 189">
                <a:extLst>
                  <a:ext uri="{FF2B5EF4-FFF2-40B4-BE49-F238E27FC236}">
                    <a16:creationId xmlns:a16="http://schemas.microsoft.com/office/drawing/2014/main" id="{7CB0C61D-F727-EE44-929B-0BF46A9243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0" name="Rectangle 190">
                <a:extLst>
                  <a:ext uri="{FF2B5EF4-FFF2-40B4-BE49-F238E27FC236}">
                    <a16:creationId xmlns:a16="http://schemas.microsoft.com/office/drawing/2014/main" id="{4B38F239-CF28-4E47-AC16-1635C421AB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25" name="Group 191">
              <a:extLst>
                <a:ext uri="{FF2B5EF4-FFF2-40B4-BE49-F238E27FC236}">
                  <a16:creationId xmlns:a16="http://schemas.microsoft.com/office/drawing/2014/main" id="{45924757-3872-3D4F-8C4E-2BFA847D53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6" y="3257"/>
              <a:ext cx="227" cy="224"/>
              <a:chOff x="1246" y="1229"/>
              <a:chExt cx="227" cy="224"/>
            </a:xfrm>
          </p:grpSpPr>
          <p:sp>
            <p:nvSpPr>
              <p:cNvPr id="147" name="Oval 192">
                <a:extLst>
                  <a:ext uri="{FF2B5EF4-FFF2-40B4-BE49-F238E27FC236}">
                    <a16:creationId xmlns:a16="http://schemas.microsoft.com/office/drawing/2014/main" id="{9D82E3C3-DBEE-F348-A8BF-8C3A72468C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8" name="Rectangle 193">
                <a:extLst>
                  <a:ext uri="{FF2B5EF4-FFF2-40B4-BE49-F238E27FC236}">
                    <a16:creationId xmlns:a16="http://schemas.microsoft.com/office/drawing/2014/main" id="{350F2415-CD04-9F4D-B579-0E83915EA3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26" name="Group 194">
              <a:extLst>
                <a:ext uri="{FF2B5EF4-FFF2-40B4-BE49-F238E27FC236}">
                  <a16:creationId xmlns:a16="http://schemas.microsoft.com/office/drawing/2014/main" id="{68DD7A4F-512E-8647-9867-344E6FAD7B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0" y="3652"/>
              <a:ext cx="227" cy="228"/>
              <a:chOff x="1550" y="1624"/>
              <a:chExt cx="227" cy="228"/>
            </a:xfrm>
          </p:grpSpPr>
          <p:sp>
            <p:nvSpPr>
              <p:cNvPr id="145" name="Oval 195">
                <a:extLst>
                  <a:ext uri="{FF2B5EF4-FFF2-40B4-BE49-F238E27FC236}">
                    <a16:creationId xmlns:a16="http://schemas.microsoft.com/office/drawing/2014/main" id="{01D95B8B-0747-3A4E-BD54-B71BD62E5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6" name="Rectangle 196">
                <a:extLst>
                  <a:ext uri="{FF2B5EF4-FFF2-40B4-BE49-F238E27FC236}">
                    <a16:creationId xmlns:a16="http://schemas.microsoft.com/office/drawing/2014/main" id="{368CC5B7-EA54-7743-A58D-2BEA22BF2B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27" name="Group 197">
              <a:extLst>
                <a:ext uri="{FF2B5EF4-FFF2-40B4-BE49-F238E27FC236}">
                  <a16:creationId xmlns:a16="http://schemas.microsoft.com/office/drawing/2014/main" id="{6F64A25C-8B2F-2047-83B4-9AB433CEFC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2" y="2916"/>
              <a:ext cx="226" cy="205"/>
              <a:chOff x="2222" y="888"/>
              <a:chExt cx="226" cy="205"/>
            </a:xfrm>
          </p:grpSpPr>
          <p:sp>
            <p:nvSpPr>
              <p:cNvPr id="143" name="Oval 198">
                <a:extLst>
                  <a:ext uri="{FF2B5EF4-FFF2-40B4-BE49-F238E27FC236}">
                    <a16:creationId xmlns:a16="http://schemas.microsoft.com/office/drawing/2014/main" id="{6E6989FD-FB5F-9148-86E3-CF9B31D1B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4" name="Rectangle 199">
                <a:extLst>
                  <a:ext uri="{FF2B5EF4-FFF2-40B4-BE49-F238E27FC236}">
                    <a16:creationId xmlns:a16="http://schemas.microsoft.com/office/drawing/2014/main" id="{5540DFFA-4AD3-5C45-9401-A23694BC71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28" name="Rectangle 200">
              <a:extLst>
                <a:ext uri="{FF2B5EF4-FFF2-40B4-BE49-F238E27FC236}">
                  <a16:creationId xmlns:a16="http://schemas.microsoft.com/office/drawing/2014/main" id="{99733F54-8D46-954C-8124-AFF6B1E55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" y="3373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29" name="Rectangle 201">
              <a:extLst>
                <a:ext uri="{FF2B5EF4-FFF2-40B4-BE49-F238E27FC236}">
                  <a16:creationId xmlns:a16="http://schemas.microsoft.com/office/drawing/2014/main" id="{495B4CCE-CAF5-AD49-AB93-91ED071E3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" y="2794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30" name="Rectangle 202">
              <a:extLst>
                <a:ext uri="{FF2B5EF4-FFF2-40B4-BE49-F238E27FC236}">
                  <a16:creationId xmlns:a16="http://schemas.microsoft.com/office/drawing/2014/main" id="{4BA14904-A688-1F46-A159-74F312D81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9" y="3081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31" name="Rectangle 203">
              <a:extLst>
                <a:ext uri="{FF2B5EF4-FFF2-40B4-BE49-F238E27FC236}">
                  <a16:creationId xmlns:a16="http://schemas.microsoft.com/office/drawing/2014/main" id="{80A8173A-CBE2-E340-BC36-4F69481E7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4" y="3472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32" name="Rectangle 204">
              <a:extLst>
                <a:ext uri="{FF2B5EF4-FFF2-40B4-BE49-F238E27FC236}">
                  <a16:creationId xmlns:a16="http://schemas.microsoft.com/office/drawing/2014/main" id="{1DB41C20-B6AD-C849-BA97-2D4098E44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9" y="3378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33" name="Rectangle 205">
              <a:extLst>
                <a:ext uri="{FF2B5EF4-FFF2-40B4-BE49-F238E27FC236}">
                  <a16:creationId xmlns:a16="http://schemas.microsoft.com/office/drawing/2014/main" id="{A6FCFA01-659A-A04B-85B1-C1A898892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" y="320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34" name="Rectangle 206">
              <a:extLst>
                <a:ext uri="{FF2B5EF4-FFF2-40B4-BE49-F238E27FC236}">
                  <a16:creationId xmlns:a16="http://schemas.microsoft.com/office/drawing/2014/main" id="{1F8CD186-D6B2-E34D-BB67-FC983562D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3034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35" name="Rectangle 207">
              <a:extLst>
                <a:ext uri="{FF2B5EF4-FFF2-40B4-BE49-F238E27FC236}">
                  <a16:creationId xmlns:a16="http://schemas.microsoft.com/office/drawing/2014/main" id="{707A1BB6-038C-CB47-A9FC-623A4D472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748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36" name="Rectangle 208">
              <a:extLst>
                <a:ext uri="{FF2B5EF4-FFF2-40B4-BE49-F238E27FC236}">
                  <a16:creationId xmlns:a16="http://schemas.microsoft.com/office/drawing/2014/main" id="{D3E30069-A461-B549-AB49-8C52BBE2D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" y="3769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37" name="Line 209">
              <a:extLst>
                <a:ext uri="{FF2B5EF4-FFF2-40B4-BE49-F238E27FC236}">
                  <a16:creationId xmlns:a16="http://schemas.microsoft.com/office/drawing/2014/main" id="{D2C8F677-B923-DE41-9A9A-7016C9426D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885"/>
              <a:ext cx="625" cy="103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Line 210">
              <a:extLst>
                <a:ext uri="{FF2B5EF4-FFF2-40B4-BE49-F238E27FC236}">
                  <a16:creationId xmlns:a16="http://schemas.microsoft.com/office/drawing/2014/main" id="{53AACECB-78D9-7249-8C04-DE254430CA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3420"/>
              <a:ext cx="607" cy="219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9" name="Group 211">
              <a:extLst>
                <a:ext uri="{FF2B5EF4-FFF2-40B4-BE49-F238E27FC236}">
                  <a16:creationId xmlns:a16="http://schemas.microsoft.com/office/drawing/2014/main" id="{D83D1978-D4FC-3748-A396-0C8BB69030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5" y="2784"/>
              <a:ext cx="227" cy="204"/>
              <a:chOff x="1405" y="756"/>
              <a:chExt cx="227" cy="204"/>
            </a:xfrm>
          </p:grpSpPr>
          <p:sp>
            <p:nvSpPr>
              <p:cNvPr id="141" name="Rectangle 212">
                <a:extLst>
                  <a:ext uri="{FF2B5EF4-FFF2-40B4-BE49-F238E27FC236}">
                    <a16:creationId xmlns:a16="http://schemas.microsoft.com/office/drawing/2014/main" id="{31B9DBFF-710D-2F4B-9F2C-BB2CFA6BF3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2" name="Oval 213">
                <a:extLst>
                  <a:ext uri="{FF2B5EF4-FFF2-40B4-BE49-F238E27FC236}">
                    <a16:creationId xmlns:a16="http://schemas.microsoft.com/office/drawing/2014/main" id="{A1F0F733-7826-F840-9788-AD97CCC67D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140" name="Rectangle 214">
              <a:extLst>
                <a:ext uri="{FF2B5EF4-FFF2-40B4-BE49-F238E27FC236}">
                  <a16:creationId xmlns:a16="http://schemas.microsoft.com/office/drawing/2014/main" id="{9B62B76F-57E8-A94E-858B-C297708EE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803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1" name="Group 215">
            <a:extLst>
              <a:ext uri="{FF2B5EF4-FFF2-40B4-BE49-F238E27FC236}">
                <a16:creationId xmlns:a16="http://schemas.microsoft.com/office/drawing/2014/main" id="{204E898A-7AA7-D54E-9F96-546DF43E6501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143000"/>
            <a:ext cx="3200400" cy="1895475"/>
            <a:chOff x="3120" y="2790"/>
            <a:chExt cx="2016" cy="1194"/>
          </a:xfrm>
        </p:grpSpPr>
        <p:sp>
          <p:nvSpPr>
            <p:cNvPr id="152" name="Oval 216">
              <a:extLst>
                <a:ext uri="{FF2B5EF4-FFF2-40B4-BE49-F238E27FC236}">
                  <a16:creationId xmlns:a16="http://schemas.microsoft.com/office/drawing/2014/main" id="{11F7A110-A693-DD48-BDE7-83266F859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9" y="2822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" name="Line 217">
              <a:extLst>
                <a:ext uri="{FF2B5EF4-FFF2-40B4-BE49-F238E27FC236}">
                  <a16:creationId xmlns:a16="http://schemas.microsoft.com/office/drawing/2014/main" id="{B450018C-69B6-3545-8C47-91E001D08D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9" y="2919"/>
              <a:ext cx="71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Line 218">
              <a:extLst>
                <a:ext uri="{FF2B5EF4-FFF2-40B4-BE49-F238E27FC236}">
                  <a16:creationId xmlns:a16="http://schemas.microsoft.com/office/drawing/2014/main" id="{F6AF00EE-0135-AF4A-A86E-5048473F53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0" y="3030"/>
              <a:ext cx="64" cy="282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Line 219">
              <a:extLst>
                <a:ext uri="{FF2B5EF4-FFF2-40B4-BE49-F238E27FC236}">
                  <a16:creationId xmlns:a16="http://schemas.microsoft.com/office/drawing/2014/main" id="{E1E0D8D7-8660-BB45-8C36-AFC5D74B40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6" y="3506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Line 220">
              <a:extLst>
                <a:ext uri="{FF2B5EF4-FFF2-40B4-BE49-F238E27FC236}">
                  <a16:creationId xmlns:a16="http://schemas.microsoft.com/office/drawing/2014/main" id="{7173E467-3FBC-AF48-B698-12F6BD6588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36" y="3122"/>
              <a:ext cx="496" cy="603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Line 221">
              <a:extLst>
                <a:ext uri="{FF2B5EF4-FFF2-40B4-BE49-F238E27FC236}">
                  <a16:creationId xmlns:a16="http://schemas.microsoft.com/office/drawing/2014/main" id="{113EC482-225C-BD48-8E7A-3F9A99B1ED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2" y="3772"/>
              <a:ext cx="911" cy="47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Line 222">
              <a:extLst>
                <a:ext uri="{FF2B5EF4-FFF2-40B4-BE49-F238E27FC236}">
                  <a16:creationId xmlns:a16="http://schemas.microsoft.com/office/drawing/2014/main" id="{B6004459-7130-1A43-9A95-9497B79C70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1" y="3013"/>
              <a:ext cx="0" cy="61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Line 223">
              <a:extLst>
                <a:ext uri="{FF2B5EF4-FFF2-40B4-BE49-F238E27FC236}">
                  <a16:creationId xmlns:a16="http://schemas.microsoft.com/office/drawing/2014/main" id="{63D02B0D-BA06-EF43-9EF0-1B552747E2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2989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Rectangle 224">
              <a:extLst>
                <a:ext uri="{FF2B5EF4-FFF2-40B4-BE49-F238E27FC236}">
                  <a16:creationId xmlns:a16="http://schemas.microsoft.com/office/drawing/2014/main" id="{EFD0B56A-CEF2-ED4D-A94F-AEF3CF700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0" y="2867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61" name="Group 225">
              <a:extLst>
                <a:ext uri="{FF2B5EF4-FFF2-40B4-BE49-F238E27FC236}">
                  <a16:creationId xmlns:a16="http://schemas.microsoft.com/office/drawing/2014/main" id="{DF72BCFE-FF8F-244E-BB97-B1388AC649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3606"/>
              <a:ext cx="227" cy="220"/>
              <a:chOff x="432" y="1536"/>
              <a:chExt cx="227" cy="220"/>
            </a:xfrm>
          </p:grpSpPr>
          <p:sp>
            <p:nvSpPr>
              <p:cNvPr id="186" name="Oval 226">
                <a:extLst>
                  <a:ext uri="{FF2B5EF4-FFF2-40B4-BE49-F238E27FC236}">
                    <a16:creationId xmlns:a16="http://schemas.microsoft.com/office/drawing/2014/main" id="{2F138647-55D1-8848-A15B-0ABFF2D32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87" name="Rectangle 227">
                <a:extLst>
                  <a:ext uri="{FF2B5EF4-FFF2-40B4-BE49-F238E27FC236}">
                    <a16:creationId xmlns:a16="http://schemas.microsoft.com/office/drawing/2014/main" id="{CEFF420F-1579-FC41-A260-DFCF652DC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2" name="Group 228">
              <a:extLst>
                <a:ext uri="{FF2B5EF4-FFF2-40B4-BE49-F238E27FC236}">
                  <a16:creationId xmlns:a16="http://schemas.microsoft.com/office/drawing/2014/main" id="{876E4517-3081-5740-BB10-1DD992DB18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4" y="3299"/>
              <a:ext cx="227" cy="224"/>
              <a:chOff x="1246" y="1229"/>
              <a:chExt cx="227" cy="224"/>
            </a:xfrm>
          </p:grpSpPr>
          <p:sp>
            <p:nvSpPr>
              <p:cNvPr id="184" name="Oval 229">
                <a:extLst>
                  <a:ext uri="{FF2B5EF4-FFF2-40B4-BE49-F238E27FC236}">
                    <a16:creationId xmlns:a16="http://schemas.microsoft.com/office/drawing/2014/main" id="{ED372F99-DB04-AB4D-90B1-31D65B6F71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85" name="Rectangle 230">
                <a:extLst>
                  <a:ext uri="{FF2B5EF4-FFF2-40B4-BE49-F238E27FC236}">
                    <a16:creationId xmlns:a16="http://schemas.microsoft.com/office/drawing/2014/main" id="{72F28DEF-DA4D-9B40-A1CB-2B84D31498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3" name="Group 231">
              <a:extLst>
                <a:ext uri="{FF2B5EF4-FFF2-40B4-BE49-F238E27FC236}">
                  <a16:creationId xmlns:a16="http://schemas.microsoft.com/office/drawing/2014/main" id="{D3FD6963-CDBE-B343-87F1-AFA0099347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38" y="3694"/>
              <a:ext cx="227" cy="228"/>
              <a:chOff x="1550" y="1624"/>
              <a:chExt cx="227" cy="228"/>
            </a:xfrm>
          </p:grpSpPr>
          <p:sp>
            <p:nvSpPr>
              <p:cNvPr id="182" name="Oval 232">
                <a:extLst>
                  <a:ext uri="{FF2B5EF4-FFF2-40B4-BE49-F238E27FC236}">
                    <a16:creationId xmlns:a16="http://schemas.microsoft.com/office/drawing/2014/main" id="{B43ECA5A-C870-0047-BB4E-4373CAF7E0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83" name="Rectangle 233">
                <a:extLst>
                  <a:ext uri="{FF2B5EF4-FFF2-40B4-BE49-F238E27FC236}">
                    <a16:creationId xmlns:a16="http://schemas.microsoft.com/office/drawing/2014/main" id="{0EE27314-E697-CE48-B6E6-78EB14F582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4" name="Group 234">
              <a:extLst>
                <a:ext uri="{FF2B5EF4-FFF2-40B4-BE49-F238E27FC236}">
                  <a16:creationId xmlns:a16="http://schemas.microsoft.com/office/drawing/2014/main" id="{9CCA3068-1817-5E42-9FD8-672EB5BCD4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10" y="2958"/>
              <a:ext cx="226" cy="205"/>
              <a:chOff x="2222" y="888"/>
              <a:chExt cx="226" cy="205"/>
            </a:xfrm>
          </p:grpSpPr>
          <p:sp>
            <p:nvSpPr>
              <p:cNvPr id="180" name="Oval 235">
                <a:extLst>
                  <a:ext uri="{FF2B5EF4-FFF2-40B4-BE49-F238E27FC236}">
                    <a16:creationId xmlns:a16="http://schemas.microsoft.com/office/drawing/2014/main" id="{3E6A4D8A-DC65-7E43-B10D-2F519649BF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81" name="Rectangle 236">
                <a:extLst>
                  <a:ext uri="{FF2B5EF4-FFF2-40B4-BE49-F238E27FC236}">
                    <a16:creationId xmlns:a16="http://schemas.microsoft.com/office/drawing/2014/main" id="{E005A448-7079-5044-B85A-7B48252306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5" name="Rectangle 237">
              <a:extLst>
                <a:ext uri="{FF2B5EF4-FFF2-40B4-BE49-F238E27FC236}">
                  <a16:creationId xmlns:a16="http://schemas.microsoft.com/office/drawing/2014/main" id="{852F05C1-43D2-E648-8A97-2662E9150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8" y="341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66" name="Rectangle 238">
              <a:extLst>
                <a:ext uri="{FF2B5EF4-FFF2-40B4-BE49-F238E27FC236}">
                  <a16:creationId xmlns:a16="http://schemas.microsoft.com/office/drawing/2014/main" id="{3FFAD885-5835-7D4F-8F6B-599D9FD3B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2" y="283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67" name="Rectangle 239">
              <a:extLst>
                <a:ext uri="{FF2B5EF4-FFF2-40B4-BE49-F238E27FC236}">
                  <a16:creationId xmlns:a16="http://schemas.microsoft.com/office/drawing/2014/main" id="{247E28F2-FB69-E246-85B8-75A14CBE2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7" y="3123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68" name="Rectangle 240">
              <a:extLst>
                <a:ext uri="{FF2B5EF4-FFF2-40B4-BE49-F238E27FC236}">
                  <a16:creationId xmlns:a16="http://schemas.microsoft.com/office/drawing/2014/main" id="{2B863B11-1BAC-8743-B623-95CC61B0F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3514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69" name="Rectangle 241">
              <a:extLst>
                <a:ext uri="{FF2B5EF4-FFF2-40B4-BE49-F238E27FC236}">
                  <a16:creationId xmlns:a16="http://schemas.microsoft.com/office/drawing/2014/main" id="{B922EB61-E764-BE40-9E94-F57EDA5A9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7" y="342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70" name="Rectangle 242">
              <a:extLst>
                <a:ext uri="{FF2B5EF4-FFF2-40B4-BE49-F238E27FC236}">
                  <a16:creationId xmlns:a16="http://schemas.microsoft.com/office/drawing/2014/main" id="{DBB74274-D244-F745-8641-8ADEE3EE8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5" y="3248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71" name="Rectangle 243">
              <a:extLst>
                <a:ext uri="{FF2B5EF4-FFF2-40B4-BE49-F238E27FC236}">
                  <a16:creationId xmlns:a16="http://schemas.microsoft.com/office/drawing/2014/main" id="{7AF97A55-B6DB-2F41-A692-E0D1F7244B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307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72" name="Rectangle 244">
              <a:extLst>
                <a:ext uri="{FF2B5EF4-FFF2-40B4-BE49-F238E27FC236}">
                  <a16:creationId xmlns:a16="http://schemas.microsoft.com/office/drawing/2014/main" id="{D8C16717-36EC-0F43-A2A1-15467DEDE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3" y="279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73" name="Rectangle 245">
              <a:extLst>
                <a:ext uri="{FF2B5EF4-FFF2-40B4-BE49-F238E27FC236}">
                  <a16:creationId xmlns:a16="http://schemas.microsoft.com/office/drawing/2014/main" id="{6D204EC7-F927-7743-B33D-6CA03F238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0" y="3811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74" name="Line 246">
              <a:extLst>
                <a:ext uri="{FF2B5EF4-FFF2-40B4-BE49-F238E27FC236}">
                  <a16:creationId xmlns:a16="http://schemas.microsoft.com/office/drawing/2014/main" id="{EA9CC9F5-FF2B-A242-9BA6-2C5708ECA2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927"/>
              <a:ext cx="625" cy="103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Line 247">
              <a:extLst>
                <a:ext uri="{FF2B5EF4-FFF2-40B4-BE49-F238E27FC236}">
                  <a16:creationId xmlns:a16="http://schemas.microsoft.com/office/drawing/2014/main" id="{20AB4167-6CD3-DA4D-92E2-2492F53BDC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2" y="3462"/>
              <a:ext cx="607" cy="219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6" name="Group 248">
              <a:extLst>
                <a:ext uri="{FF2B5EF4-FFF2-40B4-BE49-F238E27FC236}">
                  <a16:creationId xmlns:a16="http://schemas.microsoft.com/office/drawing/2014/main" id="{81BA2B7A-A2F1-354D-BD84-6E88364B99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3" y="2826"/>
              <a:ext cx="227" cy="204"/>
              <a:chOff x="1405" y="756"/>
              <a:chExt cx="227" cy="204"/>
            </a:xfrm>
          </p:grpSpPr>
          <p:sp>
            <p:nvSpPr>
              <p:cNvPr id="178" name="Rectangle 249">
                <a:extLst>
                  <a:ext uri="{FF2B5EF4-FFF2-40B4-BE49-F238E27FC236}">
                    <a16:creationId xmlns:a16="http://schemas.microsoft.com/office/drawing/2014/main" id="{380F7110-091A-F948-8CE9-CBF9CD4EA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9" name="Oval 250">
                <a:extLst>
                  <a:ext uri="{FF2B5EF4-FFF2-40B4-BE49-F238E27FC236}">
                    <a16:creationId xmlns:a16="http://schemas.microsoft.com/office/drawing/2014/main" id="{260FFA8E-5565-204D-929A-C0207CC84E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177" name="Rectangle 251">
              <a:extLst>
                <a:ext uri="{FF2B5EF4-FFF2-40B4-BE49-F238E27FC236}">
                  <a16:creationId xmlns:a16="http://schemas.microsoft.com/office/drawing/2014/main" id="{6F54F586-C0FE-7F4B-ABC3-74E8AF4FC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84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8" name="Group 252">
            <a:extLst>
              <a:ext uri="{FF2B5EF4-FFF2-40B4-BE49-F238E27FC236}">
                <a16:creationId xmlns:a16="http://schemas.microsoft.com/office/drawing/2014/main" id="{5427C04B-43E9-B74B-A323-CA859D8678EB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1143000"/>
            <a:ext cx="3200400" cy="1895475"/>
            <a:chOff x="3072" y="1488"/>
            <a:chExt cx="2016" cy="1194"/>
          </a:xfrm>
        </p:grpSpPr>
        <p:sp>
          <p:nvSpPr>
            <p:cNvPr id="189" name="Oval 253">
              <a:extLst>
                <a:ext uri="{FF2B5EF4-FFF2-40B4-BE49-F238E27FC236}">
                  <a16:creationId xmlns:a16="http://schemas.microsoft.com/office/drawing/2014/main" id="{79ECEC62-94AF-9D41-88AF-64A1B6F7C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1" y="1520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0" name="Line 254">
              <a:extLst>
                <a:ext uri="{FF2B5EF4-FFF2-40B4-BE49-F238E27FC236}">
                  <a16:creationId xmlns:a16="http://schemas.microsoft.com/office/drawing/2014/main" id="{AF8DADA4-7959-8546-B0F7-5283973064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1" y="1617"/>
              <a:ext cx="71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1" name="Line 255">
              <a:extLst>
                <a:ext uri="{FF2B5EF4-FFF2-40B4-BE49-F238E27FC236}">
                  <a16:creationId xmlns:a16="http://schemas.microsoft.com/office/drawing/2014/main" id="{FAFC7E10-68BA-1C4E-8449-37DE4E7905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1728"/>
              <a:ext cx="64" cy="28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2" name="Line 256">
              <a:extLst>
                <a:ext uri="{FF2B5EF4-FFF2-40B4-BE49-F238E27FC236}">
                  <a16:creationId xmlns:a16="http://schemas.microsoft.com/office/drawing/2014/main" id="{E0F72699-7CAE-6446-8872-41386FB0E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8" y="2204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3" name="Line 257">
              <a:extLst>
                <a:ext uri="{FF2B5EF4-FFF2-40B4-BE49-F238E27FC236}">
                  <a16:creationId xmlns:a16="http://schemas.microsoft.com/office/drawing/2014/main" id="{23411357-44A0-0348-A109-A8BEE2F5A8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88" y="1820"/>
              <a:ext cx="496" cy="603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Line 258">
              <a:extLst>
                <a:ext uri="{FF2B5EF4-FFF2-40B4-BE49-F238E27FC236}">
                  <a16:creationId xmlns:a16="http://schemas.microsoft.com/office/drawing/2014/main" id="{3FEF69D0-2343-CA48-9A8B-FFDB4B9186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84" y="2470"/>
              <a:ext cx="911" cy="47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" name="Line 259">
              <a:extLst>
                <a:ext uri="{FF2B5EF4-FFF2-40B4-BE49-F238E27FC236}">
                  <a16:creationId xmlns:a16="http://schemas.microsoft.com/office/drawing/2014/main" id="{9E16CA2A-7948-3246-AE53-771303AB0A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3" y="1711"/>
              <a:ext cx="0" cy="61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" name="Line 260">
              <a:extLst>
                <a:ext uri="{FF2B5EF4-FFF2-40B4-BE49-F238E27FC236}">
                  <a16:creationId xmlns:a16="http://schemas.microsoft.com/office/drawing/2014/main" id="{403FD7A6-3AFE-FC48-A5B6-FBA036E84A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6" y="1687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Rectangle 261">
              <a:extLst>
                <a:ext uri="{FF2B5EF4-FFF2-40B4-BE49-F238E27FC236}">
                  <a16:creationId xmlns:a16="http://schemas.microsoft.com/office/drawing/2014/main" id="{3C9C9A7F-E503-DA46-BADA-DD22CECC2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2" y="156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98" name="Group 262">
              <a:extLst>
                <a:ext uri="{FF2B5EF4-FFF2-40B4-BE49-F238E27FC236}">
                  <a16:creationId xmlns:a16="http://schemas.microsoft.com/office/drawing/2014/main" id="{6F4E3930-23DB-AE48-9429-F77B4EA7D8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2304"/>
              <a:ext cx="227" cy="220"/>
              <a:chOff x="432" y="1536"/>
              <a:chExt cx="227" cy="220"/>
            </a:xfrm>
          </p:grpSpPr>
          <p:sp>
            <p:nvSpPr>
              <p:cNvPr id="223" name="Oval 263">
                <a:extLst>
                  <a:ext uri="{FF2B5EF4-FFF2-40B4-BE49-F238E27FC236}">
                    <a16:creationId xmlns:a16="http://schemas.microsoft.com/office/drawing/2014/main" id="{5D626AF2-3DD1-E04F-A060-769A533F6A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4" name="Rectangle 264">
                <a:extLst>
                  <a:ext uri="{FF2B5EF4-FFF2-40B4-BE49-F238E27FC236}">
                    <a16:creationId xmlns:a16="http://schemas.microsoft.com/office/drawing/2014/main" id="{0E370539-2630-344D-A169-9737E05BB2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9" name="Group 265">
              <a:extLst>
                <a:ext uri="{FF2B5EF4-FFF2-40B4-BE49-F238E27FC236}">
                  <a16:creationId xmlns:a16="http://schemas.microsoft.com/office/drawing/2014/main" id="{E5E4876D-B9CC-FA48-8E28-21CBD32FA3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6" y="1997"/>
              <a:ext cx="227" cy="224"/>
              <a:chOff x="1246" y="1229"/>
              <a:chExt cx="227" cy="224"/>
            </a:xfrm>
          </p:grpSpPr>
          <p:sp>
            <p:nvSpPr>
              <p:cNvPr id="221" name="Oval 266">
                <a:extLst>
                  <a:ext uri="{FF2B5EF4-FFF2-40B4-BE49-F238E27FC236}">
                    <a16:creationId xmlns:a16="http://schemas.microsoft.com/office/drawing/2014/main" id="{7F180113-DAFC-B645-B151-CFEB0BB75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2" name="Rectangle 267">
                <a:extLst>
                  <a:ext uri="{FF2B5EF4-FFF2-40B4-BE49-F238E27FC236}">
                    <a16:creationId xmlns:a16="http://schemas.microsoft.com/office/drawing/2014/main" id="{EF4A37D7-DC13-7E48-B542-E7D5068F3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00" name="Group 268">
              <a:extLst>
                <a:ext uri="{FF2B5EF4-FFF2-40B4-BE49-F238E27FC236}">
                  <a16:creationId xmlns:a16="http://schemas.microsoft.com/office/drawing/2014/main" id="{FD19DBDD-64FD-0A4C-9913-E978A0C561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0" y="2392"/>
              <a:ext cx="227" cy="228"/>
              <a:chOff x="1550" y="1624"/>
              <a:chExt cx="227" cy="228"/>
            </a:xfrm>
          </p:grpSpPr>
          <p:sp>
            <p:nvSpPr>
              <p:cNvPr id="219" name="Oval 269">
                <a:extLst>
                  <a:ext uri="{FF2B5EF4-FFF2-40B4-BE49-F238E27FC236}">
                    <a16:creationId xmlns:a16="http://schemas.microsoft.com/office/drawing/2014/main" id="{18AC544C-0ED8-4E4A-8476-6812FF71BD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0" name="Rectangle 270">
                <a:extLst>
                  <a:ext uri="{FF2B5EF4-FFF2-40B4-BE49-F238E27FC236}">
                    <a16:creationId xmlns:a16="http://schemas.microsoft.com/office/drawing/2014/main" id="{72506727-3C9D-B943-99EE-D6E618692E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01" name="Group 271">
              <a:extLst>
                <a:ext uri="{FF2B5EF4-FFF2-40B4-BE49-F238E27FC236}">
                  <a16:creationId xmlns:a16="http://schemas.microsoft.com/office/drawing/2014/main" id="{A5A5D118-F47D-8747-B5FF-752CCC460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2" y="1656"/>
              <a:ext cx="226" cy="205"/>
              <a:chOff x="2222" y="888"/>
              <a:chExt cx="226" cy="205"/>
            </a:xfrm>
          </p:grpSpPr>
          <p:sp>
            <p:nvSpPr>
              <p:cNvPr id="217" name="Oval 272">
                <a:extLst>
                  <a:ext uri="{FF2B5EF4-FFF2-40B4-BE49-F238E27FC236}">
                    <a16:creationId xmlns:a16="http://schemas.microsoft.com/office/drawing/2014/main" id="{3E3CB986-A78A-744F-B462-796EA9626D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18" name="Rectangle 273">
                <a:extLst>
                  <a:ext uri="{FF2B5EF4-FFF2-40B4-BE49-F238E27FC236}">
                    <a16:creationId xmlns:a16="http://schemas.microsoft.com/office/drawing/2014/main" id="{1BE975AD-DAEF-B245-84E2-C514AFDC3F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2" name="Rectangle 274">
              <a:extLst>
                <a:ext uri="{FF2B5EF4-FFF2-40B4-BE49-F238E27FC236}">
                  <a16:creationId xmlns:a16="http://schemas.microsoft.com/office/drawing/2014/main" id="{B9DBEBCA-1DF3-F246-8738-F4E96EF12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0" y="2113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03" name="Rectangle 275">
              <a:extLst>
                <a:ext uri="{FF2B5EF4-FFF2-40B4-BE49-F238E27FC236}">
                  <a16:creationId xmlns:a16="http://schemas.microsoft.com/office/drawing/2014/main" id="{0B490D7D-02E3-984D-BE34-CB51812BB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4" y="1534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04" name="Rectangle 276">
              <a:extLst>
                <a:ext uri="{FF2B5EF4-FFF2-40B4-BE49-F238E27FC236}">
                  <a16:creationId xmlns:a16="http://schemas.microsoft.com/office/drawing/2014/main" id="{CE3CD8B2-BE9B-4A44-B473-618BDD759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" y="1821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05" name="Rectangle 277">
              <a:extLst>
                <a:ext uri="{FF2B5EF4-FFF2-40B4-BE49-F238E27FC236}">
                  <a16:creationId xmlns:a16="http://schemas.microsoft.com/office/drawing/2014/main" id="{62CD195C-01DE-064E-A5E4-23CAD413A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4" y="2212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06" name="Rectangle 278">
              <a:extLst>
                <a:ext uri="{FF2B5EF4-FFF2-40B4-BE49-F238E27FC236}">
                  <a16:creationId xmlns:a16="http://schemas.microsoft.com/office/drawing/2014/main" id="{5E37580B-88DA-9044-BD06-CEBA67651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9" y="2118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07" name="Rectangle 279">
              <a:extLst>
                <a:ext uri="{FF2B5EF4-FFF2-40B4-BE49-F238E27FC236}">
                  <a16:creationId xmlns:a16="http://schemas.microsoft.com/office/drawing/2014/main" id="{38265E6E-FD46-914B-AFCD-120376416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7" y="194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08" name="Rectangle 280">
              <a:extLst>
                <a:ext uri="{FF2B5EF4-FFF2-40B4-BE49-F238E27FC236}">
                  <a16:creationId xmlns:a16="http://schemas.microsoft.com/office/drawing/2014/main" id="{B915AB6B-2461-0840-B24F-BC360F0CC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1774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09" name="Rectangle 281">
              <a:extLst>
                <a:ext uri="{FF2B5EF4-FFF2-40B4-BE49-F238E27FC236}">
                  <a16:creationId xmlns:a16="http://schemas.microsoft.com/office/drawing/2014/main" id="{8A93BAD6-8D16-CB45-B673-80C75A539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5" y="1488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10" name="Rectangle 282">
              <a:extLst>
                <a:ext uri="{FF2B5EF4-FFF2-40B4-BE49-F238E27FC236}">
                  <a16:creationId xmlns:a16="http://schemas.microsoft.com/office/drawing/2014/main" id="{8549F409-E8B4-4648-8E2A-F845BBFB1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2509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11" name="Line 283">
              <a:extLst>
                <a:ext uri="{FF2B5EF4-FFF2-40B4-BE49-F238E27FC236}">
                  <a16:creationId xmlns:a16="http://schemas.microsoft.com/office/drawing/2014/main" id="{02BBC65A-B881-0A43-96BE-0A0BEA290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625"/>
              <a:ext cx="625" cy="103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" name="Line 284">
              <a:extLst>
                <a:ext uri="{FF2B5EF4-FFF2-40B4-BE49-F238E27FC236}">
                  <a16:creationId xmlns:a16="http://schemas.microsoft.com/office/drawing/2014/main" id="{00BFC09A-CCD5-9F4C-94AE-4FBEF09339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2160"/>
              <a:ext cx="607" cy="219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3" name="Group 285">
              <a:extLst>
                <a:ext uri="{FF2B5EF4-FFF2-40B4-BE49-F238E27FC236}">
                  <a16:creationId xmlns:a16="http://schemas.microsoft.com/office/drawing/2014/main" id="{A4871298-DAD5-7E4D-9930-A194AB1E74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5" y="1524"/>
              <a:ext cx="227" cy="204"/>
              <a:chOff x="1405" y="756"/>
              <a:chExt cx="227" cy="204"/>
            </a:xfrm>
          </p:grpSpPr>
          <p:sp>
            <p:nvSpPr>
              <p:cNvPr id="215" name="Rectangle 286">
                <a:extLst>
                  <a:ext uri="{FF2B5EF4-FFF2-40B4-BE49-F238E27FC236}">
                    <a16:creationId xmlns:a16="http://schemas.microsoft.com/office/drawing/2014/main" id="{F81E53EB-33B0-C84B-B9FF-EE7B6D39A6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6" name="Oval 287">
                <a:extLst>
                  <a:ext uri="{FF2B5EF4-FFF2-40B4-BE49-F238E27FC236}">
                    <a16:creationId xmlns:a16="http://schemas.microsoft.com/office/drawing/2014/main" id="{3BCDA88A-A9E7-FA4E-A080-47118C4CB2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214" name="Rectangle 288">
              <a:extLst>
                <a:ext uri="{FF2B5EF4-FFF2-40B4-BE49-F238E27FC236}">
                  <a16:creationId xmlns:a16="http://schemas.microsoft.com/office/drawing/2014/main" id="{F6A8E4D3-DB42-144A-90E2-ED2329432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1543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5" name="Group 289">
            <a:extLst>
              <a:ext uri="{FF2B5EF4-FFF2-40B4-BE49-F238E27FC236}">
                <a16:creationId xmlns:a16="http://schemas.microsoft.com/office/drawing/2014/main" id="{A5414187-525C-0149-BFF1-728EB7EC60D6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152525"/>
            <a:ext cx="3200400" cy="1895475"/>
            <a:chOff x="3072" y="102"/>
            <a:chExt cx="2016" cy="1194"/>
          </a:xfrm>
        </p:grpSpPr>
        <p:sp>
          <p:nvSpPr>
            <p:cNvPr id="226" name="Oval 290">
              <a:extLst>
                <a:ext uri="{FF2B5EF4-FFF2-40B4-BE49-F238E27FC236}">
                  <a16:creationId xmlns:a16="http://schemas.microsoft.com/office/drawing/2014/main" id="{8826C1EC-7EC2-C445-9C44-0ACBF5441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1" y="134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7" name="Line 291">
              <a:extLst>
                <a:ext uri="{FF2B5EF4-FFF2-40B4-BE49-F238E27FC236}">
                  <a16:creationId xmlns:a16="http://schemas.microsoft.com/office/drawing/2014/main" id="{5F035050-F527-2D4B-9D55-1AD3906F19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1" y="231"/>
              <a:ext cx="71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Line 292">
              <a:extLst>
                <a:ext uri="{FF2B5EF4-FFF2-40B4-BE49-F238E27FC236}">
                  <a16:creationId xmlns:a16="http://schemas.microsoft.com/office/drawing/2014/main" id="{F7AFB507-C6CC-4945-93A0-6E9A290AB7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342"/>
              <a:ext cx="64" cy="28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" name="Line 293">
              <a:extLst>
                <a:ext uri="{FF2B5EF4-FFF2-40B4-BE49-F238E27FC236}">
                  <a16:creationId xmlns:a16="http://schemas.microsoft.com/office/drawing/2014/main" id="{27A63C56-7C9A-B64D-BE18-270A778B23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8" y="818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" name="Line 294">
              <a:extLst>
                <a:ext uri="{FF2B5EF4-FFF2-40B4-BE49-F238E27FC236}">
                  <a16:creationId xmlns:a16="http://schemas.microsoft.com/office/drawing/2014/main" id="{C8D1A876-64D8-464B-A5EF-C4A72091A8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88" y="434"/>
              <a:ext cx="496" cy="603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1" name="Line 295">
              <a:extLst>
                <a:ext uri="{FF2B5EF4-FFF2-40B4-BE49-F238E27FC236}">
                  <a16:creationId xmlns:a16="http://schemas.microsoft.com/office/drawing/2014/main" id="{97CEAB13-1981-9A4D-8F10-E6BD0A2E4D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84" y="1084"/>
              <a:ext cx="911" cy="47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2" name="Line 296">
              <a:extLst>
                <a:ext uri="{FF2B5EF4-FFF2-40B4-BE49-F238E27FC236}">
                  <a16:creationId xmlns:a16="http://schemas.microsoft.com/office/drawing/2014/main" id="{C80130CD-50B5-EA42-BC59-38D30B72B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3" y="325"/>
              <a:ext cx="0" cy="61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3" name="Line 297">
              <a:extLst>
                <a:ext uri="{FF2B5EF4-FFF2-40B4-BE49-F238E27FC236}">
                  <a16:creationId xmlns:a16="http://schemas.microsoft.com/office/drawing/2014/main" id="{18461EA5-EF09-5E4D-8F01-C6CD5CA845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6" y="301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Rectangle 298">
              <a:extLst>
                <a:ext uri="{FF2B5EF4-FFF2-40B4-BE49-F238E27FC236}">
                  <a16:creationId xmlns:a16="http://schemas.microsoft.com/office/drawing/2014/main" id="{2AC96446-65A5-6E48-8E37-4F747ECC5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2" y="179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235" name="Group 299">
              <a:extLst>
                <a:ext uri="{FF2B5EF4-FFF2-40B4-BE49-F238E27FC236}">
                  <a16:creationId xmlns:a16="http://schemas.microsoft.com/office/drawing/2014/main" id="{A681FACD-8E83-F642-B2DF-2150EFF7E2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918"/>
              <a:ext cx="227" cy="220"/>
              <a:chOff x="432" y="1536"/>
              <a:chExt cx="227" cy="220"/>
            </a:xfrm>
          </p:grpSpPr>
          <p:sp>
            <p:nvSpPr>
              <p:cNvPr id="260" name="Oval 300">
                <a:extLst>
                  <a:ext uri="{FF2B5EF4-FFF2-40B4-BE49-F238E27FC236}">
                    <a16:creationId xmlns:a16="http://schemas.microsoft.com/office/drawing/2014/main" id="{8A7ADC09-3FE5-1D48-9186-C7D4F5C82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61" name="Rectangle 301">
                <a:extLst>
                  <a:ext uri="{FF2B5EF4-FFF2-40B4-BE49-F238E27FC236}">
                    <a16:creationId xmlns:a16="http://schemas.microsoft.com/office/drawing/2014/main" id="{6A3B07E8-4E9E-3142-8659-0C09400486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6" name="Group 302">
              <a:extLst>
                <a:ext uri="{FF2B5EF4-FFF2-40B4-BE49-F238E27FC236}">
                  <a16:creationId xmlns:a16="http://schemas.microsoft.com/office/drawing/2014/main" id="{60D809FB-601B-0849-B574-5698995C42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6" y="611"/>
              <a:ext cx="227" cy="224"/>
              <a:chOff x="1246" y="1229"/>
              <a:chExt cx="227" cy="224"/>
            </a:xfrm>
          </p:grpSpPr>
          <p:sp>
            <p:nvSpPr>
              <p:cNvPr id="258" name="Oval 303">
                <a:extLst>
                  <a:ext uri="{FF2B5EF4-FFF2-40B4-BE49-F238E27FC236}">
                    <a16:creationId xmlns:a16="http://schemas.microsoft.com/office/drawing/2014/main" id="{9D51F0F2-E39E-064B-8668-78876A3BE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59" name="Rectangle 304">
                <a:extLst>
                  <a:ext uri="{FF2B5EF4-FFF2-40B4-BE49-F238E27FC236}">
                    <a16:creationId xmlns:a16="http://schemas.microsoft.com/office/drawing/2014/main" id="{6CC39992-B1AE-3041-BC6A-C55C838CA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7" name="Group 305">
              <a:extLst>
                <a:ext uri="{FF2B5EF4-FFF2-40B4-BE49-F238E27FC236}">
                  <a16:creationId xmlns:a16="http://schemas.microsoft.com/office/drawing/2014/main" id="{2302BD61-3129-D24D-89DF-AD88789EA6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0" y="1006"/>
              <a:ext cx="227" cy="228"/>
              <a:chOff x="1550" y="1624"/>
              <a:chExt cx="227" cy="228"/>
            </a:xfrm>
          </p:grpSpPr>
          <p:sp>
            <p:nvSpPr>
              <p:cNvPr id="256" name="Oval 306">
                <a:extLst>
                  <a:ext uri="{FF2B5EF4-FFF2-40B4-BE49-F238E27FC236}">
                    <a16:creationId xmlns:a16="http://schemas.microsoft.com/office/drawing/2014/main" id="{0EE6DD71-8A6A-6146-94C4-769530018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57" name="Rectangle 307">
                <a:extLst>
                  <a:ext uri="{FF2B5EF4-FFF2-40B4-BE49-F238E27FC236}">
                    <a16:creationId xmlns:a16="http://schemas.microsoft.com/office/drawing/2014/main" id="{33A2629D-E60E-9E48-824C-B709B7C9C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8" name="Group 308">
              <a:extLst>
                <a:ext uri="{FF2B5EF4-FFF2-40B4-BE49-F238E27FC236}">
                  <a16:creationId xmlns:a16="http://schemas.microsoft.com/office/drawing/2014/main" id="{EE180DD2-24E9-6C46-BAC6-E003C2580E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2" y="270"/>
              <a:ext cx="226" cy="205"/>
              <a:chOff x="2222" y="888"/>
              <a:chExt cx="226" cy="205"/>
            </a:xfrm>
          </p:grpSpPr>
          <p:sp>
            <p:nvSpPr>
              <p:cNvPr id="254" name="Oval 309">
                <a:extLst>
                  <a:ext uri="{FF2B5EF4-FFF2-40B4-BE49-F238E27FC236}">
                    <a16:creationId xmlns:a16="http://schemas.microsoft.com/office/drawing/2014/main" id="{89C44009-D7DB-0445-B141-F9036CDDC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55" name="Rectangle 310">
                <a:extLst>
                  <a:ext uri="{FF2B5EF4-FFF2-40B4-BE49-F238E27FC236}">
                    <a16:creationId xmlns:a16="http://schemas.microsoft.com/office/drawing/2014/main" id="{1501F7FA-7963-5245-A8E6-5D4CE9C6A1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39" name="Rectangle 311">
              <a:extLst>
                <a:ext uri="{FF2B5EF4-FFF2-40B4-BE49-F238E27FC236}">
                  <a16:creationId xmlns:a16="http://schemas.microsoft.com/office/drawing/2014/main" id="{6C87492A-DB7B-EC4E-A964-987B89F3D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0" y="727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40" name="Rectangle 312">
              <a:extLst>
                <a:ext uri="{FF2B5EF4-FFF2-40B4-BE49-F238E27FC236}">
                  <a16:creationId xmlns:a16="http://schemas.microsoft.com/office/drawing/2014/main" id="{655BC7A3-DE52-2943-95BB-5F460B8A4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4" y="148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41" name="Rectangle 313">
              <a:extLst>
                <a:ext uri="{FF2B5EF4-FFF2-40B4-BE49-F238E27FC236}">
                  <a16:creationId xmlns:a16="http://schemas.microsoft.com/office/drawing/2014/main" id="{8D6A48F7-C3A8-AE45-8D3B-19A456EFD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" y="43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42" name="Rectangle 314">
              <a:extLst>
                <a:ext uri="{FF2B5EF4-FFF2-40B4-BE49-F238E27FC236}">
                  <a16:creationId xmlns:a16="http://schemas.microsoft.com/office/drawing/2014/main" id="{9844F109-BFA0-1B47-8FF7-1D6F2685F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4" y="82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43" name="Rectangle 315">
              <a:extLst>
                <a:ext uri="{FF2B5EF4-FFF2-40B4-BE49-F238E27FC236}">
                  <a16:creationId xmlns:a16="http://schemas.microsoft.com/office/drawing/2014/main" id="{4FB15DDA-0F75-AD4A-8A7C-03482FF74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9" y="732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44" name="Rectangle 316">
              <a:extLst>
                <a:ext uri="{FF2B5EF4-FFF2-40B4-BE49-F238E27FC236}">
                  <a16:creationId xmlns:a16="http://schemas.microsoft.com/office/drawing/2014/main" id="{CE328CE2-C63A-D842-8655-F38B0D0F8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7" y="56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45" name="Rectangle 317">
              <a:extLst>
                <a:ext uri="{FF2B5EF4-FFF2-40B4-BE49-F238E27FC236}">
                  <a16:creationId xmlns:a16="http://schemas.microsoft.com/office/drawing/2014/main" id="{69C7EA44-E387-E342-B369-763EF30BB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388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46" name="Rectangle 318">
              <a:extLst>
                <a:ext uri="{FF2B5EF4-FFF2-40B4-BE49-F238E27FC236}">
                  <a16:creationId xmlns:a16="http://schemas.microsoft.com/office/drawing/2014/main" id="{9E9B3B57-3BFE-484D-AB73-DD4F736DE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5" y="102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47" name="Rectangle 319">
              <a:extLst>
                <a:ext uri="{FF2B5EF4-FFF2-40B4-BE49-F238E27FC236}">
                  <a16:creationId xmlns:a16="http://schemas.microsoft.com/office/drawing/2014/main" id="{370D5F79-FD03-074E-BC6F-B19E1EDB1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1123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48" name="Line 320">
              <a:extLst>
                <a:ext uri="{FF2B5EF4-FFF2-40B4-BE49-F238E27FC236}">
                  <a16:creationId xmlns:a16="http://schemas.microsoft.com/office/drawing/2014/main" id="{639F6751-2EEF-C046-AADE-E65E97B34C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39"/>
              <a:ext cx="625" cy="103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" name="Line 321">
              <a:extLst>
                <a:ext uri="{FF2B5EF4-FFF2-40B4-BE49-F238E27FC236}">
                  <a16:creationId xmlns:a16="http://schemas.microsoft.com/office/drawing/2014/main" id="{82C46585-5062-694F-9DF4-952BAA0B1A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774"/>
              <a:ext cx="607" cy="219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0" name="Group 322">
              <a:extLst>
                <a:ext uri="{FF2B5EF4-FFF2-40B4-BE49-F238E27FC236}">
                  <a16:creationId xmlns:a16="http://schemas.microsoft.com/office/drawing/2014/main" id="{22288A59-4B69-1D4B-9045-15DF2D7863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5" y="138"/>
              <a:ext cx="227" cy="204"/>
              <a:chOff x="1405" y="756"/>
              <a:chExt cx="227" cy="204"/>
            </a:xfrm>
          </p:grpSpPr>
          <p:sp>
            <p:nvSpPr>
              <p:cNvPr id="252" name="Rectangle 323">
                <a:extLst>
                  <a:ext uri="{FF2B5EF4-FFF2-40B4-BE49-F238E27FC236}">
                    <a16:creationId xmlns:a16="http://schemas.microsoft.com/office/drawing/2014/main" id="{5B1D2FA1-5CF3-B04E-AD8D-0897B3851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3" name="Oval 324">
                <a:extLst>
                  <a:ext uri="{FF2B5EF4-FFF2-40B4-BE49-F238E27FC236}">
                    <a16:creationId xmlns:a16="http://schemas.microsoft.com/office/drawing/2014/main" id="{B47F97CA-BA18-0940-9152-79C1CD71CF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251" name="Rectangle 325">
              <a:extLst>
                <a:ext uri="{FF2B5EF4-FFF2-40B4-BE49-F238E27FC236}">
                  <a16:creationId xmlns:a16="http://schemas.microsoft.com/office/drawing/2014/main" id="{E1B70B16-02AF-1D4D-B919-B1CBFE09C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157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262" name="Text Box 326">
            <a:extLst>
              <a:ext uri="{FF2B5EF4-FFF2-40B4-BE49-F238E27FC236}">
                <a16:creationId xmlns:a16="http://schemas.microsoft.com/office/drawing/2014/main" id="{90C43CF7-17A6-424E-9ED2-835DC75A7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6763" y="3648075"/>
            <a:ext cx="384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1"/>
              </a:buClr>
              <a:buSzPct val="70000"/>
              <a:buFont typeface="Wingdings" pitchFamily="2" charset="2"/>
              <a:buNone/>
            </a:pPr>
            <a:r>
              <a:rPr lang="en-US" altLang="en-US" sz="2000">
                <a:solidFill>
                  <a:srgbClr val="FF3300"/>
                </a:solidFill>
                <a:sym typeface="Wingdings" pitchFamily="2" charset="2"/>
              </a:rPr>
              <a:t></a:t>
            </a:r>
          </a:p>
        </p:txBody>
      </p:sp>
      <p:sp>
        <p:nvSpPr>
          <p:cNvPr id="263" name="Text Box 327">
            <a:extLst>
              <a:ext uri="{FF2B5EF4-FFF2-40B4-BE49-F238E27FC236}">
                <a16:creationId xmlns:a16="http://schemas.microsoft.com/office/drawing/2014/main" id="{81750DE1-0AC9-6940-9AC0-0BC2F863AC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2988" y="1914525"/>
            <a:ext cx="384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1"/>
              </a:buClr>
              <a:buSzPct val="70000"/>
              <a:buFont typeface="Wingdings" pitchFamily="2" charset="2"/>
              <a:buNone/>
            </a:pPr>
            <a:r>
              <a:rPr lang="en-US" altLang="en-US" sz="2000">
                <a:solidFill>
                  <a:srgbClr val="FF3300"/>
                </a:solidFill>
                <a:sym typeface="Wingdings" pitchFamily="2" charset="2"/>
              </a:rPr>
              <a:t></a:t>
            </a:r>
          </a:p>
        </p:txBody>
      </p:sp>
      <p:sp>
        <p:nvSpPr>
          <p:cNvPr id="264" name="Text Box 328">
            <a:extLst>
              <a:ext uri="{FF2B5EF4-FFF2-40B4-BE49-F238E27FC236}">
                <a16:creationId xmlns:a16="http://schemas.microsoft.com/office/drawing/2014/main" id="{2F1AC41B-321F-0644-9632-8448D0C05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225" y="2673350"/>
            <a:ext cx="384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1"/>
              </a:buClr>
              <a:buSzPct val="70000"/>
              <a:buFont typeface="Wingdings" pitchFamily="2" charset="2"/>
              <a:buNone/>
            </a:pPr>
            <a:r>
              <a:rPr lang="en-US" altLang="en-US" sz="2000">
                <a:solidFill>
                  <a:srgbClr val="FF3300"/>
                </a:solidFill>
                <a:sym typeface="Wingdings" pitchFamily="2" charset="2"/>
              </a:rPr>
              <a:t></a:t>
            </a:r>
          </a:p>
        </p:txBody>
      </p:sp>
      <p:sp>
        <p:nvSpPr>
          <p:cNvPr id="265" name="Text Box 329">
            <a:extLst>
              <a:ext uri="{FF2B5EF4-FFF2-40B4-BE49-F238E27FC236}">
                <a16:creationId xmlns:a16="http://schemas.microsoft.com/office/drawing/2014/main" id="{E62EDC5D-366D-204A-B546-6FB9CD73B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613" y="4105275"/>
            <a:ext cx="384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1"/>
              </a:buClr>
              <a:buSzPct val="70000"/>
              <a:buFont typeface="Wingdings" pitchFamily="2" charset="2"/>
              <a:buNone/>
            </a:pPr>
            <a:r>
              <a:rPr lang="en-US" altLang="en-US" sz="2000">
                <a:solidFill>
                  <a:srgbClr val="FF3300"/>
                </a:solidFill>
                <a:sym typeface="Wingdings" pitchFamily="2" charset="2"/>
              </a:rPr>
              <a:t></a:t>
            </a:r>
          </a:p>
        </p:txBody>
      </p:sp>
      <p:sp>
        <p:nvSpPr>
          <p:cNvPr id="266" name="Text Box 330">
            <a:extLst>
              <a:ext uri="{FF2B5EF4-FFF2-40B4-BE49-F238E27FC236}">
                <a16:creationId xmlns:a16="http://schemas.microsoft.com/office/drawing/2014/main" id="{FBD16506-E9DA-0449-9EBE-D59CA5019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8988" y="973138"/>
            <a:ext cx="384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1"/>
              </a:buClr>
              <a:buSzPct val="70000"/>
              <a:buFont typeface="Wingdings" pitchFamily="2" charset="2"/>
              <a:buNone/>
            </a:pPr>
            <a:r>
              <a:rPr lang="en-US" altLang="en-US" sz="2000">
                <a:solidFill>
                  <a:srgbClr val="FF3300"/>
                </a:solidFill>
                <a:sym typeface="Wingdings" pitchFamily="2" charset="2"/>
              </a:rPr>
              <a:t></a:t>
            </a:r>
          </a:p>
        </p:txBody>
      </p:sp>
      <p:grpSp>
        <p:nvGrpSpPr>
          <p:cNvPr id="267" name="Group 331">
            <a:extLst>
              <a:ext uri="{FF2B5EF4-FFF2-40B4-BE49-F238E27FC236}">
                <a16:creationId xmlns:a16="http://schemas.microsoft.com/office/drawing/2014/main" id="{E336652D-E517-0C45-B87F-D75D78A0E0FD}"/>
              </a:ext>
            </a:extLst>
          </p:cNvPr>
          <p:cNvGrpSpPr>
            <a:grpSpLocks/>
          </p:cNvGrpSpPr>
          <p:nvPr/>
        </p:nvGrpSpPr>
        <p:grpSpPr bwMode="auto">
          <a:xfrm>
            <a:off x="2420938" y="1808163"/>
            <a:ext cx="5346700" cy="2452687"/>
            <a:chOff x="1525" y="1139"/>
            <a:chExt cx="3368" cy="1545"/>
          </a:xfrm>
        </p:grpSpPr>
        <p:sp>
          <p:nvSpPr>
            <p:cNvPr id="268" name="Line 332">
              <a:extLst>
                <a:ext uri="{FF2B5EF4-FFF2-40B4-BE49-F238E27FC236}">
                  <a16:creationId xmlns:a16="http://schemas.microsoft.com/office/drawing/2014/main" id="{F70BA598-566C-8949-8AD6-81564D6A69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25" y="1331"/>
              <a:ext cx="190" cy="5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9" name="Line 333">
              <a:extLst>
                <a:ext uri="{FF2B5EF4-FFF2-40B4-BE49-F238E27FC236}">
                  <a16:creationId xmlns:a16="http://schemas.microsoft.com/office/drawing/2014/main" id="{7A0DF482-8AA5-2B4F-B547-EB8680CC68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16" y="1139"/>
              <a:ext cx="117" cy="133"/>
            </a:xfrm>
            <a:prstGeom prst="line">
              <a:avLst/>
            </a:prstGeom>
            <a:noFill/>
            <a:ln w="19050">
              <a:solidFill>
                <a:srgbClr val="66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0" name="Line 334">
              <a:extLst>
                <a:ext uri="{FF2B5EF4-FFF2-40B4-BE49-F238E27FC236}">
                  <a16:creationId xmlns:a16="http://schemas.microsoft.com/office/drawing/2014/main" id="{A3C2CFEC-9CE1-654D-9DEE-2C5D26337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2" y="2567"/>
              <a:ext cx="271" cy="102"/>
            </a:xfrm>
            <a:prstGeom prst="line">
              <a:avLst/>
            </a:prstGeom>
            <a:noFill/>
            <a:ln w="19050">
              <a:solidFill>
                <a:srgbClr val="66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1" name="Line 335">
              <a:extLst>
                <a:ext uri="{FF2B5EF4-FFF2-40B4-BE49-F238E27FC236}">
                  <a16:creationId xmlns:a16="http://schemas.microsoft.com/office/drawing/2014/main" id="{D60F5384-E84C-464F-8631-C59C2C7E34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3" y="2570"/>
              <a:ext cx="184" cy="11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2" name="Text Box 336">
            <a:extLst>
              <a:ext uri="{FF2B5EF4-FFF2-40B4-BE49-F238E27FC236}">
                <a16:creationId xmlns:a16="http://schemas.microsoft.com/office/drawing/2014/main" id="{69B14831-211F-9349-A53D-EA5B7234D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4775" y="1298575"/>
            <a:ext cx="384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1"/>
              </a:buClr>
              <a:buSzPct val="70000"/>
              <a:buFont typeface="Wingdings" pitchFamily="2" charset="2"/>
              <a:buNone/>
            </a:pPr>
            <a:r>
              <a:rPr lang="en-US" altLang="en-US" sz="2000">
                <a:solidFill>
                  <a:srgbClr val="FF3300"/>
                </a:solidFill>
                <a:sym typeface="Wingdings" pitchFamily="2" charset="2"/>
              </a:rPr>
              <a:t></a:t>
            </a:r>
          </a:p>
        </p:txBody>
      </p:sp>
      <p:sp>
        <p:nvSpPr>
          <p:cNvPr id="273" name="Text Box 337">
            <a:extLst>
              <a:ext uri="{FF2B5EF4-FFF2-40B4-BE49-F238E27FC236}">
                <a16:creationId xmlns:a16="http://schemas.microsoft.com/office/drawing/2014/main" id="{697C1421-4E9D-7142-A88F-1AB9E359A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2550" y="4497388"/>
            <a:ext cx="384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1"/>
              </a:buClr>
              <a:buSzPct val="70000"/>
              <a:buFont typeface="Wingdings" pitchFamily="2" charset="2"/>
              <a:buNone/>
            </a:pPr>
            <a:r>
              <a:rPr lang="en-US" altLang="en-US" sz="2000">
                <a:solidFill>
                  <a:srgbClr val="FF3300"/>
                </a:solidFill>
                <a:sym typeface="Wingdings" pitchFamily="2" charset="2"/>
              </a:rPr>
              <a:t></a:t>
            </a:r>
          </a:p>
        </p:txBody>
      </p:sp>
      <p:grpSp>
        <p:nvGrpSpPr>
          <p:cNvPr id="274" name="Group 338">
            <a:extLst>
              <a:ext uri="{FF2B5EF4-FFF2-40B4-BE49-F238E27FC236}">
                <a16:creationId xmlns:a16="http://schemas.microsoft.com/office/drawing/2014/main" id="{D917CBA5-AC01-354B-B959-6A0C33D81323}"/>
              </a:ext>
            </a:extLst>
          </p:cNvPr>
          <p:cNvGrpSpPr>
            <a:grpSpLocks/>
          </p:cNvGrpSpPr>
          <p:nvPr/>
        </p:nvGrpSpPr>
        <p:grpSpPr bwMode="auto">
          <a:xfrm>
            <a:off x="6267450" y="2805113"/>
            <a:ext cx="808038" cy="1884362"/>
            <a:chOff x="3948" y="1767"/>
            <a:chExt cx="509" cy="1187"/>
          </a:xfrm>
        </p:grpSpPr>
        <p:sp>
          <p:nvSpPr>
            <p:cNvPr id="275" name="Line 339">
              <a:extLst>
                <a:ext uri="{FF2B5EF4-FFF2-40B4-BE49-F238E27FC236}">
                  <a16:creationId xmlns:a16="http://schemas.microsoft.com/office/drawing/2014/main" id="{67C35845-09F9-3D49-AA45-4BBFDFDC57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8" y="2846"/>
              <a:ext cx="272" cy="108"/>
            </a:xfrm>
            <a:prstGeom prst="line">
              <a:avLst/>
            </a:prstGeom>
            <a:noFill/>
            <a:ln w="19050">
              <a:solidFill>
                <a:srgbClr val="FF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" name="Line 340">
              <a:extLst>
                <a:ext uri="{FF2B5EF4-FFF2-40B4-BE49-F238E27FC236}">
                  <a16:creationId xmlns:a16="http://schemas.microsoft.com/office/drawing/2014/main" id="{1A515DC7-88F3-9640-B770-89A128AAA7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89" y="1767"/>
              <a:ext cx="168" cy="22"/>
            </a:xfrm>
            <a:prstGeom prst="line">
              <a:avLst/>
            </a:prstGeom>
            <a:noFill/>
            <a:ln w="19050">
              <a:solidFill>
                <a:srgbClr val="FF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7" name="Text Box 341">
            <a:extLst>
              <a:ext uri="{FF2B5EF4-FFF2-40B4-BE49-F238E27FC236}">
                <a16:creationId xmlns:a16="http://schemas.microsoft.com/office/drawing/2014/main" id="{3EB0FDEA-42E0-0B43-810B-AF571E9EB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2138" y="4930775"/>
            <a:ext cx="384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1"/>
              </a:buClr>
              <a:buSzPct val="70000"/>
              <a:buFont typeface="Wingdings" pitchFamily="2" charset="2"/>
              <a:buNone/>
            </a:pPr>
            <a:r>
              <a:rPr lang="en-US" altLang="en-US" sz="2000">
                <a:solidFill>
                  <a:srgbClr val="FF3300"/>
                </a:solidFill>
                <a:sym typeface="Wingdings" pitchFamily="2" charset="2"/>
              </a:rPr>
              <a:t></a:t>
            </a:r>
          </a:p>
        </p:txBody>
      </p:sp>
      <p:sp>
        <p:nvSpPr>
          <p:cNvPr id="278" name="Text Box 342">
            <a:extLst>
              <a:ext uri="{FF2B5EF4-FFF2-40B4-BE49-F238E27FC236}">
                <a16:creationId xmlns:a16="http://schemas.microsoft.com/office/drawing/2014/main" id="{BAF37667-8573-2B42-972C-AFB930D65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7663" y="5365750"/>
            <a:ext cx="384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1"/>
              </a:buClr>
              <a:buSzPct val="70000"/>
              <a:buFont typeface="Wingdings" pitchFamily="2" charset="2"/>
              <a:buNone/>
            </a:pPr>
            <a:r>
              <a:rPr lang="en-US" altLang="en-US" sz="2000">
                <a:solidFill>
                  <a:srgbClr val="FF3300"/>
                </a:solidFill>
                <a:sym typeface="Wingdings" pitchFamily="2" charset="2"/>
              </a:rPr>
              <a:t></a:t>
            </a:r>
          </a:p>
        </p:txBody>
      </p:sp>
    </p:spTree>
    <p:extLst>
      <p:ext uri="{BB962C8B-B14F-4D97-AF65-F5344CB8AC3E}">
        <p14:creationId xmlns:p14="http://schemas.microsoft.com/office/powerpoint/2010/main" val="3953933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8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1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4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2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80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4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9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1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" grpId="0"/>
      <p:bldP spid="263" grpId="0"/>
      <p:bldP spid="264" grpId="0"/>
      <p:bldP spid="264" grpId="1"/>
      <p:bldP spid="265" grpId="0"/>
      <p:bldP spid="266" grpId="0"/>
      <p:bldP spid="266" grpId="1"/>
      <p:bldP spid="272" grpId="0"/>
      <p:bldP spid="272" grpId="1"/>
      <p:bldP spid="273" grpId="0"/>
      <p:bldP spid="277" grpId="0"/>
      <p:bldP spid="27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B7D4AE-404E-3043-874C-2E675CE9E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A2F7F-F8B3-1E44-B739-E45720090FCE}"/>
              </a:ext>
            </a:extLst>
          </p:cNvPr>
          <p:cNvSpPr txBox="1">
            <a:spLocks/>
          </p:cNvSpPr>
          <p:nvPr/>
        </p:nvSpPr>
        <p:spPr bwMode="auto">
          <a:xfrm>
            <a:off x="193675" y="228600"/>
            <a:ext cx="8715375" cy="690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/>
              <a:t>Shortest Paths in  Dijkstra’s Algorithm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03F9750-05D0-A54D-AA0D-12ABE7CA3B95}"/>
              </a:ext>
            </a:extLst>
          </p:cNvPr>
          <p:cNvGrpSpPr>
            <a:grpSpLocks/>
          </p:cNvGrpSpPr>
          <p:nvPr/>
        </p:nvGrpSpPr>
        <p:grpSpPr bwMode="auto">
          <a:xfrm>
            <a:off x="1069975" y="1109663"/>
            <a:ext cx="3200400" cy="1895475"/>
            <a:chOff x="432" y="240"/>
            <a:chExt cx="2016" cy="119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E7AB540-7349-F247-A6DC-95D3EEB94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" y="272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37FEB8AE-EF60-6042-8AD3-99CAD4DA18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" y="369"/>
              <a:ext cx="711" cy="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573DFD8E-87F2-FB4F-9C27-BA957F4FC8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480"/>
              <a:ext cx="64" cy="28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A2E91D7B-A116-A44A-BDD3-5053298D18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8" y="956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55287378-78C0-774F-8653-431B122A1D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8" y="572"/>
              <a:ext cx="496" cy="60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6FCEA897-2C37-DA4C-B5ED-8445A283BC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4" y="1222"/>
              <a:ext cx="911" cy="4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CC96526D-E8A2-3741-98BE-055A9EE467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" y="463"/>
              <a:ext cx="0" cy="612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663EC169-5CC9-9143-991B-B1CFCD317A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" y="439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C9FB03E-C61A-544C-9A97-337843738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" y="317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FABB36-63A8-E746-B06C-100A128E09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056"/>
              <a:ext cx="227" cy="220"/>
              <a:chOff x="432" y="1536"/>
              <a:chExt cx="227" cy="220"/>
            </a:xfrm>
          </p:grpSpPr>
          <p:sp>
            <p:nvSpPr>
              <p:cNvPr id="38" name="Oval 14">
                <a:extLst>
                  <a:ext uri="{FF2B5EF4-FFF2-40B4-BE49-F238E27FC236}">
                    <a16:creationId xmlns:a16="http://schemas.microsoft.com/office/drawing/2014/main" id="{7D5A8B33-0843-2D4B-A75D-3031442A28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9" name="Rectangle 15">
                <a:extLst>
                  <a:ext uri="{FF2B5EF4-FFF2-40B4-BE49-F238E27FC236}">
                    <a16:creationId xmlns:a16="http://schemas.microsoft.com/office/drawing/2014/main" id="{EA68A971-D4A6-BC41-BFAD-9B78C8F6B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5" name="Group 16">
              <a:extLst>
                <a:ext uri="{FF2B5EF4-FFF2-40B4-BE49-F238E27FC236}">
                  <a16:creationId xmlns:a16="http://schemas.microsoft.com/office/drawing/2014/main" id="{895B76EA-4EE5-404E-809A-62EAA4C368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6" y="749"/>
              <a:ext cx="227" cy="224"/>
              <a:chOff x="1246" y="1229"/>
              <a:chExt cx="227" cy="224"/>
            </a:xfrm>
          </p:grpSpPr>
          <p:sp>
            <p:nvSpPr>
              <p:cNvPr id="36" name="Oval 17">
                <a:extLst>
                  <a:ext uri="{FF2B5EF4-FFF2-40B4-BE49-F238E27FC236}">
                    <a16:creationId xmlns:a16="http://schemas.microsoft.com/office/drawing/2014/main" id="{121DB66C-84E1-6B4D-B632-D0FDDD6C5B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" name="Rectangle 18">
                <a:extLst>
                  <a:ext uri="{FF2B5EF4-FFF2-40B4-BE49-F238E27FC236}">
                    <a16:creationId xmlns:a16="http://schemas.microsoft.com/office/drawing/2014/main" id="{A16B75B7-9EC7-8A40-9AD9-A9EC5B656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" name="Group 19">
              <a:extLst>
                <a:ext uri="{FF2B5EF4-FFF2-40B4-BE49-F238E27FC236}">
                  <a16:creationId xmlns:a16="http://schemas.microsoft.com/office/drawing/2014/main" id="{14A7D799-6B30-EF49-A557-E01F54385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0" y="1144"/>
              <a:ext cx="227" cy="228"/>
              <a:chOff x="1550" y="1624"/>
              <a:chExt cx="227" cy="228"/>
            </a:xfrm>
          </p:grpSpPr>
          <p:sp>
            <p:nvSpPr>
              <p:cNvPr id="34" name="Oval 20">
                <a:extLst>
                  <a:ext uri="{FF2B5EF4-FFF2-40B4-BE49-F238E27FC236}">
                    <a16:creationId xmlns:a16="http://schemas.microsoft.com/office/drawing/2014/main" id="{9C948D50-CA2D-E44F-A4E2-C4C45AD16A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" name="Rectangle 21">
                <a:extLst>
                  <a:ext uri="{FF2B5EF4-FFF2-40B4-BE49-F238E27FC236}">
                    <a16:creationId xmlns:a16="http://schemas.microsoft.com/office/drawing/2014/main" id="{FFB9D310-9177-D643-A1DE-B0AD9B163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7" name="Group 22">
              <a:extLst>
                <a:ext uri="{FF2B5EF4-FFF2-40B4-BE49-F238E27FC236}">
                  <a16:creationId xmlns:a16="http://schemas.microsoft.com/office/drawing/2014/main" id="{326721F7-C58C-864C-9598-E6EB3E99C8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2" y="408"/>
              <a:ext cx="226" cy="205"/>
              <a:chOff x="2222" y="888"/>
              <a:chExt cx="226" cy="205"/>
            </a:xfrm>
          </p:grpSpPr>
          <p:sp>
            <p:nvSpPr>
              <p:cNvPr id="32" name="Oval 23">
                <a:extLst>
                  <a:ext uri="{FF2B5EF4-FFF2-40B4-BE49-F238E27FC236}">
                    <a16:creationId xmlns:a16="http://schemas.microsoft.com/office/drawing/2014/main" id="{66207C76-9F88-A54A-8E33-3B9C76958D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3" name="Rectangle 24">
                <a:extLst>
                  <a:ext uri="{FF2B5EF4-FFF2-40B4-BE49-F238E27FC236}">
                    <a16:creationId xmlns:a16="http://schemas.microsoft.com/office/drawing/2014/main" id="{069BFFA1-2F9D-5C47-82D3-C7DE19903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8" name="Rectangle 25">
              <a:extLst>
                <a:ext uri="{FF2B5EF4-FFF2-40B4-BE49-F238E27FC236}">
                  <a16:creationId xmlns:a16="http://schemas.microsoft.com/office/drawing/2014/main" id="{31686113-FB3D-2244-90CE-263C57E62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" y="86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9" name="Rectangle 26">
              <a:extLst>
                <a:ext uri="{FF2B5EF4-FFF2-40B4-BE49-F238E27FC236}">
                  <a16:creationId xmlns:a16="http://schemas.microsoft.com/office/drawing/2014/main" id="{814F9943-1C3D-264B-9AF3-FB8D7EBD6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" y="28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BF051EC1-7E70-484B-A563-97524BFF6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9" y="573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28">
              <a:extLst>
                <a:ext uri="{FF2B5EF4-FFF2-40B4-BE49-F238E27FC236}">
                  <a16:creationId xmlns:a16="http://schemas.microsoft.com/office/drawing/2014/main" id="{00B363FE-54B3-0242-8E0E-D2C653E61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4" y="964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id="{7CF61C63-0DC8-5044-B151-FF6E053B0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9" y="87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30">
              <a:extLst>
                <a:ext uri="{FF2B5EF4-FFF2-40B4-BE49-F238E27FC236}">
                  <a16:creationId xmlns:a16="http://schemas.microsoft.com/office/drawing/2014/main" id="{58FC0A59-91FA-124A-9542-E36D49DDF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" y="698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31">
              <a:extLst>
                <a:ext uri="{FF2B5EF4-FFF2-40B4-BE49-F238E27FC236}">
                  <a16:creationId xmlns:a16="http://schemas.microsoft.com/office/drawing/2014/main" id="{CF652873-2250-2341-8FA8-8BF593B59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52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32">
              <a:extLst>
                <a:ext uri="{FF2B5EF4-FFF2-40B4-BE49-F238E27FC236}">
                  <a16:creationId xmlns:a16="http://schemas.microsoft.com/office/drawing/2014/main" id="{14E7CD74-31FF-0243-B635-CF75ACBCC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4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6" name="Rectangle 33">
              <a:extLst>
                <a:ext uri="{FF2B5EF4-FFF2-40B4-BE49-F238E27FC236}">
                  <a16:creationId xmlns:a16="http://schemas.microsoft.com/office/drawing/2014/main" id="{B2AD8BCD-3DC4-F548-884C-7683CE1D4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" y="1261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7" name="Line 34">
              <a:extLst>
                <a:ext uri="{FF2B5EF4-FFF2-40B4-BE49-F238E27FC236}">
                  <a16:creationId xmlns:a16="http://schemas.microsoft.com/office/drawing/2014/main" id="{FEC4A624-54E1-9A40-B4E1-38624B2CD8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377"/>
              <a:ext cx="625" cy="10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35">
              <a:extLst>
                <a:ext uri="{FF2B5EF4-FFF2-40B4-BE49-F238E27FC236}">
                  <a16:creationId xmlns:a16="http://schemas.microsoft.com/office/drawing/2014/main" id="{F5E216E8-F7F6-2C4B-99BB-9ECC267E12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912"/>
              <a:ext cx="607" cy="21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" name="Group 36">
              <a:extLst>
                <a:ext uri="{FF2B5EF4-FFF2-40B4-BE49-F238E27FC236}">
                  <a16:creationId xmlns:a16="http://schemas.microsoft.com/office/drawing/2014/main" id="{2D0C3795-6E00-6D45-940C-B06FA95926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5" y="276"/>
              <a:ext cx="227" cy="204"/>
              <a:chOff x="1405" y="756"/>
              <a:chExt cx="227" cy="204"/>
            </a:xfrm>
          </p:grpSpPr>
          <p:sp>
            <p:nvSpPr>
              <p:cNvPr id="30" name="Rectangle 37">
                <a:extLst>
                  <a:ext uri="{FF2B5EF4-FFF2-40B4-BE49-F238E27FC236}">
                    <a16:creationId xmlns:a16="http://schemas.microsoft.com/office/drawing/2014/main" id="{FCC3DB60-A97E-EB4A-A3F2-52C27DE93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" name="Oval 38">
                <a:extLst>
                  <a:ext uri="{FF2B5EF4-FFF2-40B4-BE49-F238E27FC236}">
                    <a16:creationId xmlns:a16="http://schemas.microsoft.com/office/drawing/2014/main" id="{A3F1CB31-DA42-0647-A8F1-934C542EB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706E4E5-9B2D-674E-9C7C-D24C59C0585B}"/>
              </a:ext>
            </a:extLst>
          </p:cNvPr>
          <p:cNvGrpSpPr>
            <a:grpSpLocks/>
          </p:cNvGrpSpPr>
          <p:nvPr/>
        </p:nvGrpSpPr>
        <p:grpSpPr bwMode="auto">
          <a:xfrm>
            <a:off x="4775200" y="1108075"/>
            <a:ext cx="3200400" cy="1895475"/>
            <a:chOff x="432" y="1494"/>
            <a:chExt cx="2016" cy="1194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39BA0B75-2EB0-6548-AC2D-462FE76D35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5" y="1530"/>
              <a:ext cx="227" cy="204"/>
              <a:chOff x="1405" y="756"/>
              <a:chExt cx="227" cy="204"/>
            </a:xfrm>
          </p:grpSpPr>
          <p:sp>
            <p:nvSpPr>
              <p:cNvPr id="75" name="Rectangle 41">
                <a:extLst>
                  <a:ext uri="{FF2B5EF4-FFF2-40B4-BE49-F238E27FC236}">
                    <a16:creationId xmlns:a16="http://schemas.microsoft.com/office/drawing/2014/main" id="{730BF3A2-9656-2246-BAA2-C7B1773C7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6" name="Oval 42">
                <a:extLst>
                  <a:ext uri="{FF2B5EF4-FFF2-40B4-BE49-F238E27FC236}">
                    <a16:creationId xmlns:a16="http://schemas.microsoft.com/office/drawing/2014/main" id="{60D65512-8D13-1F45-8B02-AC556A1F9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42" name="Oval 43">
              <a:extLst>
                <a:ext uri="{FF2B5EF4-FFF2-40B4-BE49-F238E27FC236}">
                  <a16:creationId xmlns:a16="http://schemas.microsoft.com/office/drawing/2014/main" id="{E6057323-6468-C44E-8457-6C20E550F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" y="1526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" name="Line 44">
              <a:extLst>
                <a:ext uri="{FF2B5EF4-FFF2-40B4-BE49-F238E27FC236}">
                  <a16:creationId xmlns:a16="http://schemas.microsoft.com/office/drawing/2014/main" id="{07193056-7729-CD4A-A6F2-3CFFB31086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" y="1623"/>
              <a:ext cx="71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45">
              <a:extLst>
                <a:ext uri="{FF2B5EF4-FFF2-40B4-BE49-F238E27FC236}">
                  <a16:creationId xmlns:a16="http://schemas.microsoft.com/office/drawing/2014/main" id="{508AA34E-FA93-7D4F-AC54-22F2919B7F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1734"/>
              <a:ext cx="64" cy="282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46">
              <a:extLst>
                <a:ext uri="{FF2B5EF4-FFF2-40B4-BE49-F238E27FC236}">
                  <a16:creationId xmlns:a16="http://schemas.microsoft.com/office/drawing/2014/main" id="{585E2296-192B-CF40-8B30-EB6FD11224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8" y="2210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47">
              <a:extLst>
                <a:ext uri="{FF2B5EF4-FFF2-40B4-BE49-F238E27FC236}">
                  <a16:creationId xmlns:a16="http://schemas.microsoft.com/office/drawing/2014/main" id="{2669303F-2D5F-654A-B585-62F4F2BD31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8" y="1826"/>
              <a:ext cx="496" cy="60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48">
              <a:extLst>
                <a:ext uri="{FF2B5EF4-FFF2-40B4-BE49-F238E27FC236}">
                  <a16:creationId xmlns:a16="http://schemas.microsoft.com/office/drawing/2014/main" id="{8E7072EB-4AB9-9146-9527-31533031D2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4" y="2476"/>
              <a:ext cx="911" cy="4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49">
              <a:extLst>
                <a:ext uri="{FF2B5EF4-FFF2-40B4-BE49-F238E27FC236}">
                  <a16:creationId xmlns:a16="http://schemas.microsoft.com/office/drawing/2014/main" id="{47DC4CCC-D16F-3A46-8D02-9BEC15CA7A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" y="1717"/>
              <a:ext cx="0" cy="612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50">
              <a:extLst>
                <a:ext uri="{FF2B5EF4-FFF2-40B4-BE49-F238E27FC236}">
                  <a16:creationId xmlns:a16="http://schemas.microsoft.com/office/drawing/2014/main" id="{FF33FCB9-BB2D-4946-A7AF-6E1D4DB612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" y="1693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Rectangle 51">
              <a:extLst>
                <a:ext uri="{FF2B5EF4-FFF2-40B4-BE49-F238E27FC236}">
                  <a16:creationId xmlns:a16="http://schemas.microsoft.com/office/drawing/2014/main" id="{5780B88B-6C41-5A45-8555-1BB251FBD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" y="1571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51" name="Group 52">
              <a:extLst>
                <a:ext uri="{FF2B5EF4-FFF2-40B4-BE49-F238E27FC236}">
                  <a16:creationId xmlns:a16="http://schemas.microsoft.com/office/drawing/2014/main" id="{46560A66-F175-084C-9B47-32F72B1A58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2310"/>
              <a:ext cx="227" cy="220"/>
              <a:chOff x="432" y="1536"/>
              <a:chExt cx="227" cy="220"/>
            </a:xfrm>
          </p:grpSpPr>
          <p:sp>
            <p:nvSpPr>
              <p:cNvPr id="73" name="Oval 53">
                <a:extLst>
                  <a:ext uri="{FF2B5EF4-FFF2-40B4-BE49-F238E27FC236}">
                    <a16:creationId xmlns:a16="http://schemas.microsoft.com/office/drawing/2014/main" id="{4884B325-EF4E-2E41-8DD5-BA5D216D51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4" name="Rectangle 54">
                <a:extLst>
                  <a:ext uri="{FF2B5EF4-FFF2-40B4-BE49-F238E27FC236}">
                    <a16:creationId xmlns:a16="http://schemas.microsoft.com/office/drawing/2014/main" id="{BEE58D20-1141-6F43-AF81-5F1F980AAE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2" name="Group 55">
              <a:extLst>
                <a:ext uri="{FF2B5EF4-FFF2-40B4-BE49-F238E27FC236}">
                  <a16:creationId xmlns:a16="http://schemas.microsoft.com/office/drawing/2014/main" id="{E8FBE703-8562-8C45-A6D1-A6F229A2B7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6" y="2003"/>
              <a:ext cx="227" cy="224"/>
              <a:chOff x="1246" y="1229"/>
              <a:chExt cx="227" cy="224"/>
            </a:xfrm>
          </p:grpSpPr>
          <p:sp>
            <p:nvSpPr>
              <p:cNvPr id="71" name="Oval 56">
                <a:extLst>
                  <a:ext uri="{FF2B5EF4-FFF2-40B4-BE49-F238E27FC236}">
                    <a16:creationId xmlns:a16="http://schemas.microsoft.com/office/drawing/2014/main" id="{F523810B-E9CA-F84C-AF61-16ECF75B4B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2" name="Rectangle 57">
                <a:extLst>
                  <a:ext uri="{FF2B5EF4-FFF2-40B4-BE49-F238E27FC236}">
                    <a16:creationId xmlns:a16="http://schemas.microsoft.com/office/drawing/2014/main" id="{B0BE95A9-1429-9943-8B33-C3B1AF66B5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3" name="Group 58">
              <a:extLst>
                <a:ext uri="{FF2B5EF4-FFF2-40B4-BE49-F238E27FC236}">
                  <a16:creationId xmlns:a16="http://schemas.microsoft.com/office/drawing/2014/main" id="{57261660-E5E5-664E-A23E-F0AFC17840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0" y="2398"/>
              <a:ext cx="227" cy="228"/>
              <a:chOff x="1550" y="1624"/>
              <a:chExt cx="227" cy="228"/>
            </a:xfrm>
          </p:grpSpPr>
          <p:sp>
            <p:nvSpPr>
              <p:cNvPr id="69" name="Oval 59">
                <a:extLst>
                  <a:ext uri="{FF2B5EF4-FFF2-40B4-BE49-F238E27FC236}">
                    <a16:creationId xmlns:a16="http://schemas.microsoft.com/office/drawing/2014/main" id="{0365F69E-9408-8E49-9C02-E1F2A80877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0" name="Rectangle 60">
                <a:extLst>
                  <a:ext uri="{FF2B5EF4-FFF2-40B4-BE49-F238E27FC236}">
                    <a16:creationId xmlns:a16="http://schemas.microsoft.com/office/drawing/2014/main" id="{9CA275FC-CCEB-B441-A22B-55D215000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4" name="Group 61">
              <a:extLst>
                <a:ext uri="{FF2B5EF4-FFF2-40B4-BE49-F238E27FC236}">
                  <a16:creationId xmlns:a16="http://schemas.microsoft.com/office/drawing/2014/main" id="{91DAFE58-4345-884E-804E-831717CC85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2" y="1662"/>
              <a:ext cx="226" cy="205"/>
              <a:chOff x="2222" y="888"/>
              <a:chExt cx="226" cy="205"/>
            </a:xfrm>
          </p:grpSpPr>
          <p:sp>
            <p:nvSpPr>
              <p:cNvPr id="67" name="Oval 62">
                <a:extLst>
                  <a:ext uri="{FF2B5EF4-FFF2-40B4-BE49-F238E27FC236}">
                    <a16:creationId xmlns:a16="http://schemas.microsoft.com/office/drawing/2014/main" id="{982FA93A-062E-3C43-8534-2F28756933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8" name="Rectangle 63">
                <a:extLst>
                  <a:ext uri="{FF2B5EF4-FFF2-40B4-BE49-F238E27FC236}">
                    <a16:creationId xmlns:a16="http://schemas.microsoft.com/office/drawing/2014/main" id="{DA10F7C6-362C-CD4C-A4CB-B359D16B1E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5" name="Rectangle 64">
              <a:extLst>
                <a:ext uri="{FF2B5EF4-FFF2-40B4-BE49-F238E27FC236}">
                  <a16:creationId xmlns:a16="http://schemas.microsoft.com/office/drawing/2014/main" id="{7A179935-85AC-3742-A151-86AD61799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" y="2119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56" name="Rectangle 65">
              <a:extLst>
                <a:ext uri="{FF2B5EF4-FFF2-40B4-BE49-F238E27FC236}">
                  <a16:creationId xmlns:a16="http://schemas.microsoft.com/office/drawing/2014/main" id="{73C4B44E-FAAA-8948-8E55-4475D3791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" y="154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57" name="Rectangle 66">
              <a:extLst>
                <a:ext uri="{FF2B5EF4-FFF2-40B4-BE49-F238E27FC236}">
                  <a16:creationId xmlns:a16="http://schemas.microsoft.com/office/drawing/2014/main" id="{6C0C4517-6930-694D-8F83-1F37DA4AA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9" y="1827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58" name="Rectangle 67">
              <a:extLst>
                <a:ext uri="{FF2B5EF4-FFF2-40B4-BE49-F238E27FC236}">
                  <a16:creationId xmlns:a16="http://schemas.microsoft.com/office/drawing/2014/main" id="{C58687C0-B9F8-A945-AADC-A7CD0F28E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4" y="2218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68">
              <a:extLst>
                <a:ext uri="{FF2B5EF4-FFF2-40B4-BE49-F238E27FC236}">
                  <a16:creationId xmlns:a16="http://schemas.microsoft.com/office/drawing/2014/main" id="{5234B1A4-8D7D-3A45-B27D-F3983C094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9" y="2124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60" name="Rectangle 69">
              <a:extLst>
                <a:ext uri="{FF2B5EF4-FFF2-40B4-BE49-F238E27FC236}">
                  <a16:creationId xmlns:a16="http://schemas.microsoft.com/office/drawing/2014/main" id="{17BEB33B-6B2C-CF4B-B99E-35A9EF236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" y="1952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61" name="Rectangle 70">
              <a:extLst>
                <a:ext uri="{FF2B5EF4-FFF2-40B4-BE49-F238E27FC236}">
                  <a16:creationId xmlns:a16="http://schemas.microsoft.com/office/drawing/2014/main" id="{21F66740-3F39-7C4F-8BF1-5BF1A3667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178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62" name="Rectangle 71">
              <a:extLst>
                <a:ext uri="{FF2B5EF4-FFF2-40B4-BE49-F238E27FC236}">
                  <a16:creationId xmlns:a16="http://schemas.microsoft.com/office/drawing/2014/main" id="{745A98A1-F827-B74B-A251-31322CDA7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1494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63" name="Rectangle 72">
              <a:extLst>
                <a:ext uri="{FF2B5EF4-FFF2-40B4-BE49-F238E27FC236}">
                  <a16:creationId xmlns:a16="http://schemas.microsoft.com/office/drawing/2014/main" id="{CF565549-EF07-E54D-B65F-291F2AEDF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" y="251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64" name="Line 73">
              <a:extLst>
                <a:ext uri="{FF2B5EF4-FFF2-40B4-BE49-F238E27FC236}">
                  <a16:creationId xmlns:a16="http://schemas.microsoft.com/office/drawing/2014/main" id="{AC63CA59-DBD9-6349-BF32-7E61EEEAF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631"/>
              <a:ext cx="625" cy="103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74">
              <a:extLst>
                <a:ext uri="{FF2B5EF4-FFF2-40B4-BE49-F238E27FC236}">
                  <a16:creationId xmlns:a16="http://schemas.microsoft.com/office/drawing/2014/main" id="{0816B89D-4375-3049-8B50-D1FEBE2422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2166"/>
              <a:ext cx="607" cy="21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Rectangle 75">
              <a:extLst>
                <a:ext uri="{FF2B5EF4-FFF2-40B4-BE49-F238E27FC236}">
                  <a16:creationId xmlns:a16="http://schemas.microsoft.com/office/drawing/2014/main" id="{61DE031B-09F7-AA46-9DBE-ADBC34696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55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7C18D2B-CC5D-DB44-B599-14A4E97518B3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2962275"/>
            <a:ext cx="3200400" cy="1895475"/>
            <a:chOff x="432" y="2748"/>
            <a:chExt cx="2016" cy="1194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B5D81E78-56D6-2E47-B9D8-021F7A148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" y="2780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9" name="Line 78">
              <a:extLst>
                <a:ext uri="{FF2B5EF4-FFF2-40B4-BE49-F238E27FC236}">
                  <a16:creationId xmlns:a16="http://schemas.microsoft.com/office/drawing/2014/main" id="{005E6961-3AC0-0E4B-96DD-6675D7B093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" y="2877"/>
              <a:ext cx="71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79">
              <a:extLst>
                <a:ext uri="{FF2B5EF4-FFF2-40B4-BE49-F238E27FC236}">
                  <a16:creationId xmlns:a16="http://schemas.microsoft.com/office/drawing/2014/main" id="{9083B3B1-6385-B346-A64A-D283797023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2988"/>
              <a:ext cx="64" cy="282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80">
              <a:extLst>
                <a:ext uri="{FF2B5EF4-FFF2-40B4-BE49-F238E27FC236}">
                  <a16:creationId xmlns:a16="http://schemas.microsoft.com/office/drawing/2014/main" id="{DE365AF5-5CA5-0B4F-8A6F-60DDA5A505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8" y="3464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81">
              <a:extLst>
                <a:ext uri="{FF2B5EF4-FFF2-40B4-BE49-F238E27FC236}">
                  <a16:creationId xmlns:a16="http://schemas.microsoft.com/office/drawing/2014/main" id="{B17EB25C-B5C6-1E47-A7BE-BA4FAD6F3F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8" y="3080"/>
              <a:ext cx="496" cy="60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82">
              <a:extLst>
                <a:ext uri="{FF2B5EF4-FFF2-40B4-BE49-F238E27FC236}">
                  <a16:creationId xmlns:a16="http://schemas.microsoft.com/office/drawing/2014/main" id="{3A58CAFC-8F43-994E-856A-5ABD12EFF3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4" y="3730"/>
              <a:ext cx="911" cy="47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83">
              <a:extLst>
                <a:ext uri="{FF2B5EF4-FFF2-40B4-BE49-F238E27FC236}">
                  <a16:creationId xmlns:a16="http://schemas.microsoft.com/office/drawing/2014/main" id="{EDCF7E76-B55D-7C49-B962-4D7CF741C1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" y="2971"/>
              <a:ext cx="0" cy="61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84">
              <a:extLst>
                <a:ext uri="{FF2B5EF4-FFF2-40B4-BE49-F238E27FC236}">
                  <a16:creationId xmlns:a16="http://schemas.microsoft.com/office/drawing/2014/main" id="{893D3B81-3E29-B64D-ABCA-DF1CD4B528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" y="2947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C193445-4217-F14A-AE52-0533DA152A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" y="282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1F18CC90-4747-F741-8245-1DF55DA62F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3564"/>
              <a:ext cx="227" cy="220"/>
              <a:chOff x="432" y="1536"/>
              <a:chExt cx="227" cy="220"/>
            </a:xfrm>
          </p:grpSpPr>
          <p:sp>
            <p:nvSpPr>
              <p:cNvPr id="112" name="Oval 87">
                <a:extLst>
                  <a:ext uri="{FF2B5EF4-FFF2-40B4-BE49-F238E27FC236}">
                    <a16:creationId xmlns:a16="http://schemas.microsoft.com/office/drawing/2014/main" id="{09FA1BAB-0D7A-414E-ADE1-ABD1F3DAC5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3" name="Rectangle 88">
                <a:extLst>
                  <a:ext uri="{FF2B5EF4-FFF2-40B4-BE49-F238E27FC236}">
                    <a16:creationId xmlns:a16="http://schemas.microsoft.com/office/drawing/2014/main" id="{E9DBCF93-C500-A144-BD63-910D84E80E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" name="Group 89">
              <a:extLst>
                <a:ext uri="{FF2B5EF4-FFF2-40B4-BE49-F238E27FC236}">
                  <a16:creationId xmlns:a16="http://schemas.microsoft.com/office/drawing/2014/main" id="{7ECFD150-5BF6-C64C-B00C-4C0295F042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6" y="3257"/>
              <a:ext cx="227" cy="224"/>
              <a:chOff x="1246" y="1229"/>
              <a:chExt cx="227" cy="224"/>
            </a:xfrm>
          </p:grpSpPr>
          <p:sp>
            <p:nvSpPr>
              <p:cNvPr id="110" name="Oval 90">
                <a:extLst>
                  <a:ext uri="{FF2B5EF4-FFF2-40B4-BE49-F238E27FC236}">
                    <a16:creationId xmlns:a16="http://schemas.microsoft.com/office/drawing/2014/main" id="{0575977B-2CFA-E44A-B6AC-7C8019F4AB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1" name="Rectangle 91">
                <a:extLst>
                  <a:ext uri="{FF2B5EF4-FFF2-40B4-BE49-F238E27FC236}">
                    <a16:creationId xmlns:a16="http://schemas.microsoft.com/office/drawing/2014/main" id="{041D7751-21D6-2C49-B2F9-12079E3890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" name="Group 92">
              <a:extLst>
                <a:ext uri="{FF2B5EF4-FFF2-40B4-BE49-F238E27FC236}">
                  <a16:creationId xmlns:a16="http://schemas.microsoft.com/office/drawing/2014/main" id="{6031E59E-8082-B74C-A81E-888318D83A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0" y="3652"/>
              <a:ext cx="227" cy="228"/>
              <a:chOff x="1550" y="1624"/>
              <a:chExt cx="227" cy="228"/>
            </a:xfrm>
          </p:grpSpPr>
          <p:sp>
            <p:nvSpPr>
              <p:cNvPr id="108" name="Oval 93">
                <a:extLst>
                  <a:ext uri="{FF2B5EF4-FFF2-40B4-BE49-F238E27FC236}">
                    <a16:creationId xmlns:a16="http://schemas.microsoft.com/office/drawing/2014/main" id="{E28FCCA1-004B-4D43-8421-C4A2F3896E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09" name="Rectangle 94">
                <a:extLst>
                  <a:ext uri="{FF2B5EF4-FFF2-40B4-BE49-F238E27FC236}">
                    <a16:creationId xmlns:a16="http://schemas.microsoft.com/office/drawing/2014/main" id="{076B8F21-64A8-9E45-A1B2-5C0686254F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90" name="Group 95">
              <a:extLst>
                <a:ext uri="{FF2B5EF4-FFF2-40B4-BE49-F238E27FC236}">
                  <a16:creationId xmlns:a16="http://schemas.microsoft.com/office/drawing/2014/main" id="{7CC12CAF-4DAE-2D45-8738-7AC05EE256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2" y="2916"/>
              <a:ext cx="226" cy="205"/>
              <a:chOff x="2222" y="888"/>
              <a:chExt cx="226" cy="205"/>
            </a:xfrm>
          </p:grpSpPr>
          <p:sp>
            <p:nvSpPr>
              <p:cNvPr id="106" name="Oval 96">
                <a:extLst>
                  <a:ext uri="{FF2B5EF4-FFF2-40B4-BE49-F238E27FC236}">
                    <a16:creationId xmlns:a16="http://schemas.microsoft.com/office/drawing/2014/main" id="{4F42DF22-D3B8-DD47-8ADB-8B5F143D35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07" name="Rectangle 97">
                <a:extLst>
                  <a:ext uri="{FF2B5EF4-FFF2-40B4-BE49-F238E27FC236}">
                    <a16:creationId xmlns:a16="http://schemas.microsoft.com/office/drawing/2014/main" id="{84E37FCA-2BBA-B24D-B99A-AEFD35BAB3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91" name="Rectangle 98">
              <a:extLst>
                <a:ext uri="{FF2B5EF4-FFF2-40B4-BE49-F238E27FC236}">
                  <a16:creationId xmlns:a16="http://schemas.microsoft.com/office/drawing/2014/main" id="{7F291EB8-432F-9340-8FB9-733A4C274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" y="3373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92" name="Rectangle 99">
              <a:extLst>
                <a:ext uri="{FF2B5EF4-FFF2-40B4-BE49-F238E27FC236}">
                  <a16:creationId xmlns:a16="http://schemas.microsoft.com/office/drawing/2014/main" id="{B45806DF-66AF-3F48-B863-746A4E9C1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" y="2794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93" name="Rectangle 100">
              <a:extLst>
                <a:ext uri="{FF2B5EF4-FFF2-40B4-BE49-F238E27FC236}">
                  <a16:creationId xmlns:a16="http://schemas.microsoft.com/office/drawing/2014/main" id="{CBB2D0E0-C131-5149-A1E0-FF11B830A4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9" y="3081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94" name="Rectangle 101">
              <a:extLst>
                <a:ext uri="{FF2B5EF4-FFF2-40B4-BE49-F238E27FC236}">
                  <a16:creationId xmlns:a16="http://schemas.microsoft.com/office/drawing/2014/main" id="{AD29F75C-C48B-6C4E-8663-115EBB4B1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4" y="3472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95" name="Rectangle 102">
              <a:extLst>
                <a:ext uri="{FF2B5EF4-FFF2-40B4-BE49-F238E27FC236}">
                  <a16:creationId xmlns:a16="http://schemas.microsoft.com/office/drawing/2014/main" id="{AFB81939-3AF7-A841-B817-566EDDA50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9" y="3378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96" name="Rectangle 103">
              <a:extLst>
                <a:ext uri="{FF2B5EF4-FFF2-40B4-BE49-F238E27FC236}">
                  <a16:creationId xmlns:a16="http://schemas.microsoft.com/office/drawing/2014/main" id="{3BE14DFB-6B0A-CE40-87A2-87CF12A39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" y="320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97" name="Rectangle 104">
              <a:extLst>
                <a:ext uri="{FF2B5EF4-FFF2-40B4-BE49-F238E27FC236}">
                  <a16:creationId xmlns:a16="http://schemas.microsoft.com/office/drawing/2014/main" id="{AEA03BA7-13D1-F14B-B94D-8E70F080C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3034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98" name="Rectangle 105">
              <a:extLst>
                <a:ext uri="{FF2B5EF4-FFF2-40B4-BE49-F238E27FC236}">
                  <a16:creationId xmlns:a16="http://schemas.microsoft.com/office/drawing/2014/main" id="{3F550628-8B1C-8A49-A11F-FD36AED49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748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99" name="Rectangle 106">
              <a:extLst>
                <a:ext uri="{FF2B5EF4-FFF2-40B4-BE49-F238E27FC236}">
                  <a16:creationId xmlns:a16="http://schemas.microsoft.com/office/drawing/2014/main" id="{3E491B98-73A5-A542-9989-929E3F5503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" y="3769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00" name="Line 107">
              <a:extLst>
                <a:ext uri="{FF2B5EF4-FFF2-40B4-BE49-F238E27FC236}">
                  <a16:creationId xmlns:a16="http://schemas.microsoft.com/office/drawing/2014/main" id="{56416C00-5364-B143-96CD-81F12AF272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885"/>
              <a:ext cx="625" cy="103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Line 108">
              <a:extLst>
                <a:ext uri="{FF2B5EF4-FFF2-40B4-BE49-F238E27FC236}">
                  <a16:creationId xmlns:a16="http://schemas.microsoft.com/office/drawing/2014/main" id="{C3FA05D7-8877-9149-8968-E89AA196D3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3420"/>
              <a:ext cx="607" cy="219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2" name="Group 109">
              <a:extLst>
                <a:ext uri="{FF2B5EF4-FFF2-40B4-BE49-F238E27FC236}">
                  <a16:creationId xmlns:a16="http://schemas.microsoft.com/office/drawing/2014/main" id="{C8A31095-76A9-2D44-90F2-95E1C9885C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5" y="2784"/>
              <a:ext cx="227" cy="204"/>
              <a:chOff x="1405" y="756"/>
              <a:chExt cx="227" cy="204"/>
            </a:xfrm>
          </p:grpSpPr>
          <p:sp>
            <p:nvSpPr>
              <p:cNvPr id="104" name="Rectangle 110">
                <a:extLst>
                  <a:ext uri="{FF2B5EF4-FFF2-40B4-BE49-F238E27FC236}">
                    <a16:creationId xmlns:a16="http://schemas.microsoft.com/office/drawing/2014/main" id="{C4307405-C9C8-AB42-98BB-689E004D6A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5" name="Oval 111">
                <a:extLst>
                  <a:ext uri="{FF2B5EF4-FFF2-40B4-BE49-F238E27FC236}">
                    <a16:creationId xmlns:a16="http://schemas.microsoft.com/office/drawing/2014/main" id="{616C0945-0FD1-F748-8406-DC65CD3BB6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103" name="Rectangle 112">
              <a:extLst>
                <a:ext uri="{FF2B5EF4-FFF2-40B4-BE49-F238E27FC236}">
                  <a16:creationId xmlns:a16="http://schemas.microsoft.com/office/drawing/2014/main" id="{01941C43-3204-CA4B-A918-2D3513394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803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87B99B1-0E76-5F41-AD65-730C71885C10}"/>
              </a:ext>
            </a:extLst>
          </p:cNvPr>
          <p:cNvGrpSpPr>
            <a:grpSpLocks/>
          </p:cNvGrpSpPr>
          <p:nvPr/>
        </p:nvGrpSpPr>
        <p:grpSpPr bwMode="auto">
          <a:xfrm>
            <a:off x="4845050" y="2970213"/>
            <a:ext cx="3200400" cy="1895475"/>
            <a:chOff x="3120" y="2790"/>
            <a:chExt cx="2016" cy="1194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A180B746-5A17-F640-A3C4-EFB4DF976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9" y="2822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6" name="Line 115">
              <a:extLst>
                <a:ext uri="{FF2B5EF4-FFF2-40B4-BE49-F238E27FC236}">
                  <a16:creationId xmlns:a16="http://schemas.microsoft.com/office/drawing/2014/main" id="{4D669C58-AD9B-D442-ACE7-1B8C39AF68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9" y="2919"/>
              <a:ext cx="71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Line 116">
              <a:extLst>
                <a:ext uri="{FF2B5EF4-FFF2-40B4-BE49-F238E27FC236}">
                  <a16:creationId xmlns:a16="http://schemas.microsoft.com/office/drawing/2014/main" id="{48CB5808-5465-A04B-94A7-4914B836A9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0" y="3030"/>
              <a:ext cx="64" cy="282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Line 117">
              <a:extLst>
                <a:ext uri="{FF2B5EF4-FFF2-40B4-BE49-F238E27FC236}">
                  <a16:creationId xmlns:a16="http://schemas.microsoft.com/office/drawing/2014/main" id="{0BE64224-E459-A448-9467-1B986C3CA8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6" y="3506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Line 118">
              <a:extLst>
                <a:ext uri="{FF2B5EF4-FFF2-40B4-BE49-F238E27FC236}">
                  <a16:creationId xmlns:a16="http://schemas.microsoft.com/office/drawing/2014/main" id="{290BF80E-D429-9646-86DC-72D9AD8527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36" y="3122"/>
              <a:ext cx="496" cy="603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Line 119">
              <a:extLst>
                <a:ext uri="{FF2B5EF4-FFF2-40B4-BE49-F238E27FC236}">
                  <a16:creationId xmlns:a16="http://schemas.microsoft.com/office/drawing/2014/main" id="{EE92D664-736E-E94C-A70D-569F0ED2DE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2" y="3772"/>
              <a:ext cx="911" cy="47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Line 120">
              <a:extLst>
                <a:ext uri="{FF2B5EF4-FFF2-40B4-BE49-F238E27FC236}">
                  <a16:creationId xmlns:a16="http://schemas.microsoft.com/office/drawing/2014/main" id="{FCAA6DEE-C08B-7D4D-874C-5553C954F1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1" y="3013"/>
              <a:ext cx="0" cy="61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Line 121">
              <a:extLst>
                <a:ext uri="{FF2B5EF4-FFF2-40B4-BE49-F238E27FC236}">
                  <a16:creationId xmlns:a16="http://schemas.microsoft.com/office/drawing/2014/main" id="{DA741FA9-70B4-4B4A-BCBD-29DC59178E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2989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E1FE2265-08B3-964A-9C5E-758BA9E23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0" y="2867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A76170D0-AB98-5A42-976E-FA3128F23D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3606"/>
              <a:ext cx="227" cy="220"/>
              <a:chOff x="432" y="1536"/>
              <a:chExt cx="227" cy="220"/>
            </a:xfrm>
          </p:grpSpPr>
          <p:sp>
            <p:nvSpPr>
              <p:cNvPr id="149" name="Oval 124">
                <a:extLst>
                  <a:ext uri="{FF2B5EF4-FFF2-40B4-BE49-F238E27FC236}">
                    <a16:creationId xmlns:a16="http://schemas.microsoft.com/office/drawing/2014/main" id="{A4183425-B70D-9846-839A-05444D1BD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0" name="Rectangle 125">
                <a:extLst>
                  <a:ext uri="{FF2B5EF4-FFF2-40B4-BE49-F238E27FC236}">
                    <a16:creationId xmlns:a16="http://schemas.microsoft.com/office/drawing/2014/main" id="{9319017B-BDDE-4E4B-AF3D-73875E90D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25" name="Group 126">
              <a:extLst>
                <a:ext uri="{FF2B5EF4-FFF2-40B4-BE49-F238E27FC236}">
                  <a16:creationId xmlns:a16="http://schemas.microsoft.com/office/drawing/2014/main" id="{420083A4-45AA-FF47-9F73-5E43C0F3F7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4" y="3299"/>
              <a:ext cx="227" cy="224"/>
              <a:chOff x="1246" y="1229"/>
              <a:chExt cx="227" cy="224"/>
            </a:xfrm>
          </p:grpSpPr>
          <p:sp>
            <p:nvSpPr>
              <p:cNvPr id="147" name="Oval 127">
                <a:extLst>
                  <a:ext uri="{FF2B5EF4-FFF2-40B4-BE49-F238E27FC236}">
                    <a16:creationId xmlns:a16="http://schemas.microsoft.com/office/drawing/2014/main" id="{9731E85A-F5D6-4D4D-9BED-14095B3F14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8" name="Rectangle 128">
                <a:extLst>
                  <a:ext uri="{FF2B5EF4-FFF2-40B4-BE49-F238E27FC236}">
                    <a16:creationId xmlns:a16="http://schemas.microsoft.com/office/drawing/2014/main" id="{9110E3C1-8AF2-CA4C-9884-252C6DC989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26" name="Group 129">
              <a:extLst>
                <a:ext uri="{FF2B5EF4-FFF2-40B4-BE49-F238E27FC236}">
                  <a16:creationId xmlns:a16="http://schemas.microsoft.com/office/drawing/2014/main" id="{728CAD43-294B-D044-BE4A-4368AB2599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38" y="3694"/>
              <a:ext cx="227" cy="228"/>
              <a:chOff x="1550" y="1624"/>
              <a:chExt cx="227" cy="228"/>
            </a:xfrm>
          </p:grpSpPr>
          <p:sp>
            <p:nvSpPr>
              <p:cNvPr id="145" name="Oval 130">
                <a:extLst>
                  <a:ext uri="{FF2B5EF4-FFF2-40B4-BE49-F238E27FC236}">
                    <a16:creationId xmlns:a16="http://schemas.microsoft.com/office/drawing/2014/main" id="{F1A4DAD8-1B87-8A46-B98F-E12988D5B6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6" name="Rectangle 131">
                <a:extLst>
                  <a:ext uri="{FF2B5EF4-FFF2-40B4-BE49-F238E27FC236}">
                    <a16:creationId xmlns:a16="http://schemas.microsoft.com/office/drawing/2014/main" id="{475AA38D-C322-7440-8922-8AA6B64E5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27" name="Group 132">
              <a:extLst>
                <a:ext uri="{FF2B5EF4-FFF2-40B4-BE49-F238E27FC236}">
                  <a16:creationId xmlns:a16="http://schemas.microsoft.com/office/drawing/2014/main" id="{E9B54411-7E62-0D48-970C-6B7A0873BA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10" y="2958"/>
              <a:ext cx="226" cy="205"/>
              <a:chOff x="2222" y="888"/>
              <a:chExt cx="226" cy="205"/>
            </a:xfrm>
          </p:grpSpPr>
          <p:sp>
            <p:nvSpPr>
              <p:cNvPr id="143" name="Oval 133">
                <a:extLst>
                  <a:ext uri="{FF2B5EF4-FFF2-40B4-BE49-F238E27FC236}">
                    <a16:creationId xmlns:a16="http://schemas.microsoft.com/office/drawing/2014/main" id="{EB40898C-6536-7E46-B21D-6A03BB59AC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4" name="Rectangle 134">
                <a:extLst>
                  <a:ext uri="{FF2B5EF4-FFF2-40B4-BE49-F238E27FC236}">
                    <a16:creationId xmlns:a16="http://schemas.microsoft.com/office/drawing/2014/main" id="{92D2BBB6-E4CF-8348-BD01-73DFA3281A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28" name="Rectangle 135">
              <a:extLst>
                <a:ext uri="{FF2B5EF4-FFF2-40B4-BE49-F238E27FC236}">
                  <a16:creationId xmlns:a16="http://schemas.microsoft.com/office/drawing/2014/main" id="{384FFED8-F919-FD4C-88CC-F228C4B73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8" y="341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29" name="Rectangle 136">
              <a:extLst>
                <a:ext uri="{FF2B5EF4-FFF2-40B4-BE49-F238E27FC236}">
                  <a16:creationId xmlns:a16="http://schemas.microsoft.com/office/drawing/2014/main" id="{D5FF830F-8C03-9745-9BD7-5931A734DE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2" y="283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30" name="Rectangle 137">
              <a:extLst>
                <a:ext uri="{FF2B5EF4-FFF2-40B4-BE49-F238E27FC236}">
                  <a16:creationId xmlns:a16="http://schemas.microsoft.com/office/drawing/2014/main" id="{105D6E3B-7DB8-7347-8DE2-57C48ABA1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7" y="3123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31" name="Rectangle 138">
              <a:extLst>
                <a:ext uri="{FF2B5EF4-FFF2-40B4-BE49-F238E27FC236}">
                  <a16:creationId xmlns:a16="http://schemas.microsoft.com/office/drawing/2014/main" id="{46E744E6-D6D6-7C4C-A41B-42BED14E0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3514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32" name="Rectangle 139">
              <a:extLst>
                <a:ext uri="{FF2B5EF4-FFF2-40B4-BE49-F238E27FC236}">
                  <a16:creationId xmlns:a16="http://schemas.microsoft.com/office/drawing/2014/main" id="{9DCF6B80-3B37-9149-B4D8-EF808E9C7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7" y="342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33" name="Rectangle 140">
              <a:extLst>
                <a:ext uri="{FF2B5EF4-FFF2-40B4-BE49-F238E27FC236}">
                  <a16:creationId xmlns:a16="http://schemas.microsoft.com/office/drawing/2014/main" id="{D6FC5310-9E8B-5441-90A1-7D7B108FD2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5" y="3248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34" name="Rectangle 141">
              <a:extLst>
                <a:ext uri="{FF2B5EF4-FFF2-40B4-BE49-F238E27FC236}">
                  <a16:creationId xmlns:a16="http://schemas.microsoft.com/office/drawing/2014/main" id="{F3F7DD75-87C5-D044-B86F-9EAF40F1B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307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35" name="Rectangle 142">
              <a:extLst>
                <a:ext uri="{FF2B5EF4-FFF2-40B4-BE49-F238E27FC236}">
                  <a16:creationId xmlns:a16="http://schemas.microsoft.com/office/drawing/2014/main" id="{88CE42DD-F987-C147-897A-F80B41768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3" y="279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36" name="Rectangle 143">
              <a:extLst>
                <a:ext uri="{FF2B5EF4-FFF2-40B4-BE49-F238E27FC236}">
                  <a16:creationId xmlns:a16="http://schemas.microsoft.com/office/drawing/2014/main" id="{EF7C5334-FE88-E849-A8B3-66F17616B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0" y="3811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37" name="Line 144">
              <a:extLst>
                <a:ext uri="{FF2B5EF4-FFF2-40B4-BE49-F238E27FC236}">
                  <a16:creationId xmlns:a16="http://schemas.microsoft.com/office/drawing/2014/main" id="{2CC2E5E5-8D6B-0D42-A681-8B1ABCA9A4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927"/>
              <a:ext cx="625" cy="103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Line 145">
              <a:extLst>
                <a:ext uri="{FF2B5EF4-FFF2-40B4-BE49-F238E27FC236}">
                  <a16:creationId xmlns:a16="http://schemas.microsoft.com/office/drawing/2014/main" id="{74BE8D57-96A0-8449-B433-9265917389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2" y="3462"/>
              <a:ext cx="607" cy="219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9" name="Group 146">
              <a:extLst>
                <a:ext uri="{FF2B5EF4-FFF2-40B4-BE49-F238E27FC236}">
                  <a16:creationId xmlns:a16="http://schemas.microsoft.com/office/drawing/2014/main" id="{40665661-98C2-A740-B03C-833C51BC2D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3" y="2826"/>
              <a:ext cx="227" cy="204"/>
              <a:chOff x="1405" y="756"/>
              <a:chExt cx="227" cy="204"/>
            </a:xfrm>
          </p:grpSpPr>
          <p:sp>
            <p:nvSpPr>
              <p:cNvPr id="141" name="Rectangle 147">
                <a:extLst>
                  <a:ext uri="{FF2B5EF4-FFF2-40B4-BE49-F238E27FC236}">
                    <a16:creationId xmlns:a16="http://schemas.microsoft.com/office/drawing/2014/main" id="{DF87E4BD-28E8-4644-A422-8D3920BF99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2" name="Oval 148">
                <a:extLst>
                  <a:ext uri="{FF2B5EF4-FFF2-40B4-BE49-F238E27FC236}">
                    <a16:creationId xmlns:a16="http://schemas.microsoft.com/office/drawing/2014/main" id="{E6190DEB-3428-6C48-A5E4-EA579D0BD6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140" name="Rectangle 149">
              <a:extLst>
                <a:ext uri="{FF2B5EF4-FFF2-40B4-BE49-F238E27FC236}">
                  <a16:creationId xmlns:a16="http://schemas.microsoft.com/office/drawing/2014/main" id="{93256F53-C243-FB44-8F56-13408D217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84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148925C0-ECE2-114E-8BC3-9796F9A2101D}"/>
              </a:ext>
            </a:extLst>
          </p:cNvPr>
          <p:cNvGrpSpPr>
            <a:grpSpLocks/>
          </p:cNvGrpSpPr>
          <p:nvPr/>
        </p:nvGrpSpPr>
        <p:grpSpPr bwMode="auto">
          <a:xfrm>
            <a:off x="992188" y="4962525"/>
            <a:ext cx="3200400" cy="1895475"/>
            <a:chOff x="3072" y="1488"/>
            <a:chExt cx="2016" cy="1194"/>
          </a:xfrm>
        </p:grpSpPr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EF35C27E-A5F1-3C4F-A8C6-D680D843F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1" y="1520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3" name="Line 152">
              <a:extLst>
                <a:ext uri="{FF2B5EF4-FFF2-40B4-BE49-F238E27FC236}">
                  <a16:creationId xmlns:a16="http://schemas.microsoft.com/office/drawing/2014/main" id="{354504F8-CA43-0547-9651-A3CA153BDD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1" y="1617"/>
              <a:ext cx="71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Line 153">
              <a:extLst>
                <a:ext uri="{FF2B5EF4-FFF2-40B4-BE49-F238E27FC236}">
                  <a16:creationId xmlns:a16="http://schemas.microsoft.com/office/drawing/2014/main" id="{3FDDDB6D-FC14-4B49-B332-1EBDBFB62B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1728"/>
              <a:ext cx="64" cy="28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Line 154">
              <a:extLst>
                <a:ext uri="{FF2B5EF4-FFF2-40B4-BE49-F238E27FC236}">
                  <a16:creationId xmlns:a16="http://schemas.microsoft.com/office/drawing/2014/main" id="{AF2D046A-7B09-8142-9FE3-149510040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8" y="2204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Line 155">
              <a:extLst>
                <a:ext uri="{FF2B5EF4-FFF2-40B4-BE49-F238E27FC236}">
                  <a16:creationId xmlns:a16="http://schemas.microsoft.com/office/drawing/2014/main" id="{922E09FD-5097-CB4C-8C7F-20E481B619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88" y="1820"/>
              <a:ext cx="496" cy="603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Line 156">
              <a:extLst>
                <a:ext uri="{FF2B5EF4-FFF2-40B4-BE49-F238E27FC236}">
                  <a16:creationId xmlns:a16="http://schemas.microsoft.com/office/drawing/2014/main" id="{00B31509-F756-7A42-9C51-31C993E216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84" y="2470"/>
              <a:ext cx="911" cy="47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Line 157">
              <a:extLst>
                <a:ext uri="{FF2B5EF4-FFF2-40B4-BE49-F238E27FC236}">
                  <a16:creationId xmlns:a16="http://schemas.microsoft.com/office/drawing/2014/main" id="{937E8CBB-0A1A-8647-B54F-7E920DE8BB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3" y="1711"/>
              <a:ext cx="0" cy="61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Line 158">
              <a:extLst>
                <a:ext uri="{FF2B5EF4-FFF2-40B4-BE49-F238E27FC236}">
                  <a16:creationId xmlns:a16="http://schemas.microsoft.com/office/drawing/2014/main" id="{7708A72D-E990-4748-9C7C-857FCF4EBE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6" y="1687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0C3CE5F7-1F22-0F4B-BDE7-C302FAE7F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2" y="156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CEAE421A-79EA-E74E-8EF7-F3D469B900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2304"/>
              <a:ext cx="227" cy="220"/>
              <a:chOff x="432" y="1536"/>
              <a:chExt cx="227" cy="220"/>
            </a:xfrm>
          </p:grpSpPr>
          <p:sp>
            <p:nvSpPr>
              <p:cNvPr id="186" name="Oval 161">
                <a:extLst>
                  <a:ext uri="{FF2B5EF4-FFF2-40B4-BE49-F238E27FC236}">
                    <a16:creationId xmlns:a16="http://schemas.microsoft.com/office/drawing/2014/main" id="{47E7AFAC-A05B-534F-9F11-D769E17176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87" name="Rectangle 162">
                <a:extLst>
                  <a:ext uri="{FF2B5EF4-FFF2-40B4-BE49-F238E27FC236}">
                    <a16:creationId xmlns:a16="http://schemas.microsoft.com/office/drawing/2014/main" id="{890719B9-27AC-904D-9CBA-9667DAEB7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2" name="Group 163">
              <a:extLst>
                <a:ext uri="{FF2B5EF4-FFF2-40B4-BE49-F238E27FC236}">
                  <a16:creationId xmlns:a16="http://schemas.microsoft.com/office/drawing/2014/main" id="{DCC706A9-FE86-3B4A-BF29-429CDA244C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6" y="1997"/>
              <a:ext cx="227" cy="224"/>
              <a:chOff x="1246" y="1229"/>
              <a:chExt cx="227" cy="224"/>
            </a:xfrm>
          </p:grpSpPr>
          <p:sp>
            <p:nvSpPr>
              <p:cNvPr id="184" name="Oval 164">
                <a:extLst>
                  <a:ext uri="{FF2B5EF4-FFF2-40B4-BE49-F238E27FC236}">
                    <a16:creationId xmlns:a16="http://schemas.microsoft.com/office/drawing/2014/main" id="{E740C76C-45EE-634A-9D0C-C315110E3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85" name="Rectangle 165">
                <a:extLst>
                  <a:ext uri="{FF2B5EF4-FFF2-40B4-BE49-F238E27FC236}">
                    <a16:creationId xmlns:a16="http://schemas.microsoft.com/office/drawing/2014/main" id="{1C60231B-A851-754D-B5BA-F88D124D3C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3" name="Group 166">
              <a:extLst>
                <a:ext uri="{FF2B5EF4-FFF2-40B4-BE49-F238E27FC236}">
                  <a16:creationId xmlns:a16="http://schemas.microsoft.com/office/drawing/2014/main" id="{659CABDC-734D-9842-9B9A-7AF02EBD1B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0" y="2392"/>
              <a:ext cx="227" cy="228"/>
              <a:chOff x="1550" y="1624"/>
              <a:chExt cx="227" cy="228"/>
            </a:xfrm>
          </p:grpSpPr>
          <p:sp>
            <p:nvSpPr>
              <p:cNvPr id="182" name="Oval 167">
                <a:extLst>
                  <a:ext uri="{FF2B5EF4-FFF2-40B4-BE49-F238E27FC236}">
                    <a16:creationId xmlns:a16="http://schemas.microsoft.com/office/drawing/2014/main" id="{A44DD7E8-B89F-E442-8511-63CCB47775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83" name="Rectangle 168">
                <a:extLst>
                  <a:ext uri="{FF2B5EF4-FFF2-40B4-BE49-F238E27FC236}">
                    <a16:creationId xmlns:a16="http://schemas.microsoft.com/office/drawing/2014/main" id="{6F4F0243-6E97-0D49-ACD5-CDAF564EC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4" name="Group 169">
              <a:extLst>
                <a:ext uri="{FF2B5EF4-FFF2-40B4-BE49-F238E27FC236}">
                  <a16:creationId xmlns:a16="http://schemas.microsoft.com/office/drawing/2014/main" id="{9FA51485-CE7F-8B4F-A239-340D84E1B9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2" y="1656"/>
              <a:ext cx="226" cy="205"/>
              <a:chOff x="2222" y="888"/>
              <a:chExt cx="226" cy="205"/>
            </a:xfrm>
          </p:grpSpPr>
          <p:sp>
            <p:nvSpPr>
              <p:cNvPr id="180" name="Oval 170">
                <a:extLst>
                  <a:ext uri="{FF2B5EF4-FFF2-40B4-BE49-F238E27FC236}">
                    <a16:creationId xmlns:a16="http://schemas.microsoft.com/office/drawing/2014/main" id="{E1965E6E-7EAF-8941-B61B-38FE261EE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81" name="Rectangle 171">
                <a:extLst>
                  <a:ext uri="{FF2B5EF4-FFF2-40B4-BE49-F238E27FC236}">
                    <a16:creationId xmlns:a16="http://schemas.microsoft.com/office/drawing/2014/main" id="{CD3ADE10-47F6-1F48-B10D-5E5B7B6366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5" name="Rectangle 172">
              <a:extLst>
                <a:ext uri="{FF2B5EF4-FFF2-40B4-BE49-F238E27FC236}">
                  <a16:creationId xmlns:a16="http://schemas.microsoft.com/office/drawing/2014/main" id="{7AD5D00A-BCE0-1345-95AD-CA839AFC1E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0" y="2113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66" name="Rectangle 173">
              <a:extLst>
                <a:ext uri="{FF2B5EF4-FFF2-40B4-BE49-F238E27FC236}">
                  <a16:creationId xmlns:a16="http://schemas.microsoft.com/office/drawing/2014/main" id="{3325F22D-8A7B-3D4C-A583-B18319C38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4" y="1534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67" name="Rectangle 174">
              <a:extLst>
                <a:ext uri="{FF2B5EF4-FFF2-40B4-BE49-F238E27FC236}">
                  <a16:creationId xmlns:a16="http://schemas.microsoft.com/office/drawing/2014/main" id="{9579120E-847F-4242-A039-A0EBE9329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" y="1821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68" name="Rectangle 175">
              <a:extLst>
                <a:ext uri="{FF2B5EF4-FFF2-40B4-BE49-F238E27FC236}">
                  <a16:creationId xmlns:a16="http://schemas.microsoft.com/office/drawing/2014/main" id="{6905EE44-AA03-8741-BC40-00CE152D9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4" y="2212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69" name="Rectangle 176">
              <a:extLst>
                <a:ext uri="{FF2B5EF4-FFF2-40B4-BE49-F238E27FC236}">
                  <a16:creationId xmlns:a16="http://schemas.microsoft.com/office/drawing/2014/main" id="{1800C481-6BA1-B046-A82F-700775C6E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9" y="2118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70" name="Rectangle 177">
              <a:extLst>
                <a:ext uri="{FF2B5EF4-FFF2-40B4-BE49-F238E27FC236}">
                  <a16:creationId xmlns:a16="http://schemas.microsoft.com/office/drawing/2014/main" id="{E2FF1996-30C0-C345-8082-3E1673975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7" y="194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71" name="Rectangle 178">
              <a:extLst>
                <a:ext uri="{FF2B5EF4-FFF2-40B4-BE49-F238E27FC236}">
                  <a16:creationId xmlns:a16="http://schemas.microsoft.com/office/drawing/2014/main" id="{9E834F1D-C4E1-AE46-B5CD-8AC69F0E3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1774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72" name="Rectangle 179">
              <a:extLst>
                <a:ext uri="{FF2B5EF4-FFF2-40B4-BE49-F238E27FC236}">
                  <a16:creationId xmlns:a16="http://schemas.microsoft.com/office/drawing/2014/main" id="{DB9C865C-4301-0647-9A98-C296D42C2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5" y="1488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73" name="Rectangle 180">
              <a:extLst>
                <a:ext uri="{FF2B5EF4-FFF2-40B4-BE49-F238E27FC236}">
                  <a16:creationId xmlns:a16="http://schemas.microsoft.com/office/drawing/2014/main" id="{26259B63-DB95-7443-979D-FB37072A9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2509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174" name="Line 181">
              <a:extLst>
                <a:ext uri="{FF2B5EF4-FFF2-40B4-BE49-F238E27FC236}">
                  <a16:creationId xmlns:a16="http://schemas.microsoft.com/office/drawing/2014/main" id="{16AF21F5-85EE-9B43-8068-6F05411785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625"/>
              <a:ext cx="625" cy="103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Line 182">
              <a:extLst>
                <a:ext uri="{FF2B5EF4-FFF2-40B4-BE49-F238E27FC236}">
                  <a16:creationId xmlns:a16="http://schemas.microsoft.com/office/drawing/2014/main" id="{0E31002C-C434-4B43-ACE7-EF5C793647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2160"/>
              <a:ext cx="607" cy="219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6" name="Group 183">
              <a:extLst>
                <a:ext uri="{FF2B5EF4-FFF2-40B4-BE49-F238E27FC236}">
                  <a16:creationId xmlns:a16="http://schemas.microsoft.com/office/drawing/2014/main" id="{B3FAA37A-7811-DE44-B496-26EF3ADD99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5" y="1524"/>
              <a:ext cx="227" cy="204"/>
              <a:chOff x="1405" y="756"/>
              <a:chExt cx="227" cy="204"/>
            </a:xfrm>
          </p:grpSpPr>
          <p:sp>
            <p:nvSpPr>
              <p:cNvPr id="178" name="Rectangle 184">
                <a:extLst>
                  <a:ext uri="{FF2B5EF4-FFF2-40B4-BE49-F238E27FC236}">
                    <a16:creationId xmlns:a16="http://schemas.microsoft.com/office/drawing/2014/main" id="{A685BB57-44D9-2343-8F2E-C400881345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9" name="Oval 185">
                <a:extLst>
                  <a:ext uri="{FF2B5EF4-FFF2-40B4-BE49-F238E27FC236}">
                    <a16:creationId xmlns:a16="http://schemas.microsoft.com/office/drawing/2014/main" id="{9A3A3832-E049-1D47-B843-373666D7D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177" name="Rectangle 186">
              <a:extLst>
                <a:ext uri="{FF2B5EF4-FFF2-40B4-BE49-F238E27FC236}">
                  <a16:creationId xmlns:a16="http://schemas.microsoft.com/office/drawing/2014/main" id="{9A4EBC6B-30A6-8941-80AA-F4848A944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1543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899EF5F7-6F90-1C42-8FB4-3546F7E15616}"/>
              </a:ext>
            </a:extLst>
          </p:cNvPr>
          <p:cNvGrpSpPr>
            <a:grpSpLocks/>
          </p:cNvGrpSpPr>
          <p:nvPr/>
        </p:nvGrpSpPr>
        <p:grpSpPr bwMode="auto">
          <a:xfrm>
            <a:off x="4929188" y="4962525"/>
            <a:ext cx="3200400" cy="1895475"/>
            <a:chOff x="3072" y="102"/>
            <a:chExt cx="2016" cy="1194"/>
          </a:xfrm>
        </p:grpSpPr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CCD6E3BD-A3EF-FE4B-8809-D88634605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1" y="134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0" name="Line 189">
              <a:extLst>
                <a:ext uri="{FF2B5EF4-FFF2-40B4-BE49-F238E27FC236}">
                  <a16:creationId xmlns:a16="http://schemas.microsoft.com/office/drawing/2014/main" id="{DEFF037F-A0EF-3741-87AE-4A71249AD8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1" y="231"/>
              <a:ext cx="71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1" name="Line 190">
              <a:extLst>
                <a:ext uri="{FF2B5EF4-FFF2-40B4-BE49-F238E27FC236}">
                  <a16:creationId xmlns:a16="http://schemas.microsoft.com/office/drawing/2014/main" id="{9F57B849-D2C0-C94E-B649-492EFBA122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342"/>
              <a:ext cx="64" cy="28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2" name="Line 191">
              <a:extLst>
                <a:ext uri="{FF2B5EF4-FFF2-40B4-BE49-F238E27FC236}">
                  <a16:creationId xmlns:a16="http://schemas.microsoft.com/office/drawing/2014/main" id="{26E66839-490C-964D-BCF1-5CFD166763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8" y="818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3" name="Line 192">
              <a:extLst>
                <a:ext uri="{FF2B5EF4-FFF2-40B4-BE49-F238E27FC236}">
                  <a16:creationId xmlns:a16="http://schemas.microsoft.com/office/drawing/2014/main" id="{BFE076ED-A934-F940-AE97-10FC9A9429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88" y="434"/>
              <a:ext cx="496" cy="603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Line 193">
              <a:extLst>
                <a:ext uri="{FF2B5EF4-FFF2-40B4-BE49-F238E27FC236}">
                  <a16:creationId xmlns:a16="http://schemas.microsoft.com/office/drawing/2014/main" id="{D1CF8633-233F-4F4F-88E3-5C97975319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84" y="1084"/>
              <a:ext cx="911" cy="47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" name="Line 194">
              <a:extLst>
                <a:ext uri="{FF2B5EF4-FFF2-40B4-BE49-F238E27FC236}">
                  <a16:creationId xmlns:a16="http://schemas.microsoft.com/office/drawing/2014/main" id="{17AE5662-C000-614C-B1F7-7749C2E56C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3" y="325"/>
              <a:ext cx="0" cy="61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" name="Line 195">
              <a:extLst>
                <a:ext uri="{FF2B5EF4-FFF2-40B4-BE49-F238E27FC236}">
                  <a16:creationId xmlns:a16="http://schemas.microsoft.com/office/drawing/2014/main" id="{ED962B2F-43A5-E44D-B069-AC6DFFFCFD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6" y="301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3A1E675D-B3B0-4947-910C-EA1A302E23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2" y="179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1AE207AA-56D9-5C48-B494-5887B7B83C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918"/>
              <a:ext cx="227" cy="220"/>
              <a:chOff x="432" y="1536"/>
              <a:chExt cx="227" cy="220"/>
            </a:xfrm>
          </p:grpSpPr>
          <p:sp>
            <p:nvSpPr>
              <p:cNvPr id="223" name="Oval 198">
                <a:extLst>
                  <a:ext uri="{FF2B5EF4-FFF2-40B4-BE49-F238E27FC236}">
                    <a16:creationId xmlns:a16="http://schemas.microsoft.com/office/drawing/2014/main" id="{D20948BA-9892-B646-999A-FEA7A7B22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4" name="Rectangle 199">
                <a:extLst>
                  <a:ext uri="{FF2B5EF4-FFF2-40B4-BE49-F238E27FC236}">
                    <a16:creationId xmlns:a16="http://schemas.microsoft.com/office/drawing/2014/main" id="{C332F465-C569-E241-A8E4-6A285C7A1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9" name="Group 200">
              <a:extLst>
                <a:ext uri="{FF2B5EF4-FFF2-40B4-BE49-F238E27FC236}">
                  <a16:creationId xmlns:a16="http://schemas.microsoft.com/office/drawing/2014/main" id="{67BD5C24-4B60-FE48-A386-23AE4F2392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6" y="611"/>
              <a:ext cx="227" cy="224"/>
              <a:chOff x="1246" y="1229"/>
              <a:chExt cx="227" cy="224"/>
            </a:xfrm>
          </p:grpSpPr>
          <p:sp>
            <p:nvSpPr>
              <p:cNvPr id="221" name="Oval 201">
                <a:extLst>
                  <a:ext uri="{FF2B5EF4-FFF2-40B4-BE49-F238E27FC236}">
                    <a16:creationId xmlns:a16="http://schemas.microsoft.com/office/drawing/2014/main" id="{B334E842-068C-0144-BC5C-A02C63DD7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2" name="Rectangle 202">
                <a:extLst>
                  <a:ext uri="{FF2B5EF4-FFF2-40B4-BE49-F238E27FC236}">
                    <a16:creationId xmlns:a16="http://schemas.microsoft.com/office/drawing/2014/main" id="{CED550B6-2990-CB44-A66D-812F178CB1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00" name="Group 203">
              <a:extLst>
                <a:ext uri="{FF2B5EF4-FFF2-40B4-BE49-F238E27FC236}">
                  <a16:creationId xmlns:a16="http://schemas.microsoft.com/office/drawing/2014/main" id="{9665A42F-03F8-A54E-92FA-A277FC95AC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0" y="1006"/>
              <a:ext cx="227" cy="228"/>
              <a:chOff x="1550" y="1624"/>
              <a:chExt cx="227" cy="228"/>
            </a:xfrm>
          </p:grpSpPr>
          <p:sp>
            <p:nvSpPr>
              <p:cNvPr id="219" name="Oval 204">
                <a:extLst>
                  <a:ext uri="{FF2B5EF4-FFF2-40B4-BE49-F238E27FC236}">
                    <a16:creationId xmlns:a16="http://schemas.microsoft.com/office/drawing/2014/main" id="{39824FDB-DDC7-084F-B30D-F2E6DC80D9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0" name="Rectangle 205">
                <a:extLst>
                  <a:ext uri="{FF2B5EF4-FFF2-40B4-BE49-F238E27FC236}">
                    <a16:creationId xmlns:a16="http://schemas.microsoft.com/office/drawing/2014/main" id="{E3842BBF-FCF8-DF48-9436-49E235BBE9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01" name="Group 206">
              <a:extLst>
                <a:ext uri="{FF2B5EF4-FFF2-40B4-BE49-F238E27FC236}">
                  <a16:creationId xmlns:a16="http://schemas.microsoft.com/office/drawing/2014/main" id="{99AD2260-C0F1-7E4F-9ED9-2520AD520F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2" y="270"/>
              <a:ext cx="226" cy="205"/>
              <a:chOff x="2222" y="888"/>
              <a:chExt cx="226" cy="205"/>
            </a:xfrm>
          </p:grpSpPr>
          <p:sp>
            <p:nvSpPr>
              <p:cNvPr id="217" name="Oval 207">
                <a:extLst>
                  <a:ext uri="{FF2B5EF4-FFF2-40B4-BE49-F238E27FC236}">
                    <a16:creationId xmlns:a16="http://schemas.microsoft.com/office/drawing/2014/main" id="{968A6C71-3C71-4843-A4BB-F2FBB67132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18" name="Rectangle 208">
                <a:extLst>
                  <a:ext uri="{FF2B5EF4-FFF2-40B4-BE49-F238E27FC236}">
                    <a16:creationId xmlns:a16="http://schemas.microsoft.com/office/drawing/2014/main" id="{40407445-A807-8642-B59C-930218B21D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2" name="Rectangle 209">
              <a:extLst>
                <a:ext uri="{FF2B5EF4-FFF2-40B4-BE49-F238E27FC236}">
                  <a16:creationId xmlns:a16="http://schemas.microsoft.com/office/drawing/2014/main" id="{24985E98-2F6F-B643-BDCC-A6535668C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0" y="727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03" name="Rectangle 210">
              <a:extLst>
                <a:ext uri="{FF2B5EF4-FFF2-40B4-BE49-F238E27FC236}">
                  <a16:creationId xmlns:a16="http://schemas.microsoft.com/office/drawing/2014/main" id="{7815D716-0A4C-8B4E-879E-F3D941C71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4" y="148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04" name="Rectangle 211">
              <a:extLst>
                <a:ext uri="{FF2B5EF4-FFF2-40B4-BE49-F238E27FC236}">
                  <a16:creationId xmlns:a16="http://schemas.microsoft.com/office/drawing/2014/main" id="{23FAB82C-2697-4644-B8EF-F186AF6A0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" y="43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05" name="Rectangle 212">
              <a:extLst>
                <a:ext uri="{FF2B5EF4-FFF2-40B4-BE49-F238E27FC236}">
                  <a16:creationId xmlns:a16="http://schemas.microsoft.com/office/drawing/2014/main" id="{3B1066C8-2958-334D-9927-75D6377BA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4" y="82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06" name="Rectangle 213">
              <a:extLst>
                <a:ext uri="{FF2B5EF4-FFF2-40B4-BE49-F238E27FC236}">
                  <a16:creationId xmlns:a16="http://schemas.microsoft.com/office/drawing/2014/main" id="{DB67A187-69BD-C642-AA51-2839FD8A1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9" y="732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07" name="Rectangle 214">
              <a:extLst>
                <a:ext uri="{FF2B5EF4-FFF2-40B4-BE49-F238E27FC236}">
                  <a16:creationId xmlns:a16="http://schemas.microsoft.com/office/drawing/2014/main" id="{79388717-7B8E-6242-A213-619995ABD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7" y="56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08" name="Rectangle 215">
              <a:extLst>
                <a:ext uri="{FF2B5EF4-FFF2-40B4-BE49-F238E27FC236}">
                  <a16:creationId xmlns:a16="http://schemas.microsoft.com/office/drawing/2014/main" id="{6EE3F316-8DF0-1948-8888-CE82E8A56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388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09" name="Rectangle 216">
              <a:extLst>
                <a:ext uri="{FF2B5EF4-FFF2-40B4-BE49-F238E27FC236}">
                  <a16:creationId xmlns:a16="http://schemas.microsoft.com/office/drawing/2014/main" id="{BCD7199F-D7BC-8147-8C9F-A746E943F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5" y="102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10" name="Rectangle 217">
              <a:extLst>
                <a:ext uri="{FF2B5EF4-FFF2-40B4-BE49-F238E27FC236}">
                  <a16:creationId xmlns:a16="http://schemas.microsoft.com/office/drawing/2014/main" id="{D2CD8E30-19E9-E644-8985-CA8D8E273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1123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211" name="Line 218">
              <a:extLst>
                <a:ext uri="{FF2B5EF4-FFF2-40B4-BE49-F238E27FC236}">
                  <a16:creationId xmlns:a16="http://schemas.microsoft.com/office/drawing/2014/main" id="{4468049A-402F-CF42-96CA-5F0FDC61B1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39"/>
              <a:ext cx="625" cy="103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" name="Line 219">
              <a:extLst>
                <a:ext uri="{FF2B5EF4-FFF2-40B4-BE49-F238E27FC236}">
                  <a16:creationId xmlns:a16="http://schemas.microsoft.com/office/drawing/2014/main" id="{A4FE8329-A0E3-8D49-9EF2-818B417985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774"/>
              <a:ext cx="607" cy="219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3" name="Group 220">
              <a:extLst>
                <a:ext uri="{FF2B5EF4-FFF2-40B4-BE49-F238E27FC236}">
                  <a16:creationId xmlns:a16="http://schemas.microsoft.com/office/drawing/2014/main" id="{7A437DB5-D514-DA4E-87CB-2799DA9B85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5" y="138"/>
              <a:ext cx="227" cy="204"/>
              <a:chOff x="1405" y="756"/>
              <a:chExt cx="227" cy="204"/>
            </a:xfrm>
          </p:grpSpPr>
          <p:sp>
            <p:nvSpPr>
              <p:cNvPr id="215" name="Rectangle 221">
                <a:extLst>
                  <a:ext uri="{FF2B5EF4-FFF2-40B4-BE49-F238E27FC236}">
                    <a16:creationId xmlns:a16="http://schemas.microsoft.com/office/drawing/2014/main" id="{981631B7-E224-A445-9901-F0D908218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6" name="Oval 222">
                <a:extLst>
                  <a:ext uri="{FF2B5EF4-FFF2-40B4-BE49-F238E27FC236}">
                    <a16:creationId xmlns:a16="http://schemas.microsoft.com/office/drawing/2014/main" id="{336156C6-B3FB-E542-9A8E-59346AC796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214" name="Rectangle 223">
              <a:extLst>
                <a:ext uri="{FF2B5EF4-FFF2-40B4-BE49-F238E27FC236}">
                  <a16:creationId xmlns:a16="http://schemas.microsoft.com/office/drawing/2014/main" id="{485021C5-DA8E-CB42-975B-751C47E07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157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5876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A6D47C-0F07-E447-B926-21A8D0584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BFA379-23EE-3241-80CF-D44FECC9EC9C}"/>
              </a:ext>
            </a:extLst>
          </p:cNvPr>
          <p:cNvSpPr txBox="1">
            <a:spLocks/>
          </p:cNvSpPr>
          <p:nvPr/>
        </p:nvSpPr>
        <p:spPr bwMode="auto">
          <a:xfrm>
            <a:off x="104775" y="131763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dirty="0"/>
              <a:t>Dijkstra’s algorithm: example</a:t>
            </a:r>
            <a:endParaRPr lang="en-US" altLang="en-US" dirty="0"/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919D3FC3-C116-0949-AF21-7D1D06F86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3" y="1506538"/>
            <a:ext cx="70643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000"/>
              <a:t>Step</a:t>
            </a:r>
          </a:p>
          <a:p>
            <a:pPr algn="r"/>
            <a:r>
              <a:rPr lang="en-US" altLang="en-US" sz="2000"/>
              <a:t>0</a:t>
            </a:r>
          </a:p>
          <a:p>
            <a:pPr algn="r"/>
            <a:r>
              <a:rPr lang="en-US" altLang="en-US" sz="2000"/>
              <a:t>1</a:t>
            </a:r>
          </a:p>
          <a:p>
            <a:pPr algn="r"/>
            <a:r>
              <a:rPr lang="en-US" altLang="en-US" sz="2000"/>
              <a:t>2</a:t>
            </a:r>
          </a:p>
          <a:p>
            <a:pPr algn="r"/>
            <a:r>
              <a:rPr lang="en-US" altLang="en-US" sz="2000"/>
              <a:t>3</a:t>
            </a:r>
          </a:p>
          <a:p>
            <a:pPr algn="r"/>
            <a:r>
              <a:rPr lang="en-US" altLang="en-US" sz="2000"/>
              <a:t>4</a:t>
            </a:r>
          </a:p>
          <a:p>
            <a:pPr algn="r"/>
            <a:r>
              <a:rPr lang="en-US" altLang="en-US" sz="2000"/>
              <a:t>5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4CA2C07-F2C1-464D-9365-00044478B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5" y="1516063"/>
            <a:ext cx="1217613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000"/>
              <a:t>start N</a:t>
            </a:r>
          </a:p>
          <a:p>
            <a:pPr algn="r"/>
            <a:r>
              <a:rPr lang="en-US" altLang="en-US" sz="2000"/>
              <a:t>A</a:t>
            </a:r>
          </a:p>
          <a:p>
            <a:pPr algn="r"/>
            <a:r>
              <a:rPr lang="en-US" altLang="en-US" sz="2000"/>
              <a:t>AD</a:t>
            </a:r>
          </a:p>
          <a:p>
            <a:pPr algn="r"/>
            <a:r>
              <a:rPr lang="en-US" altLang="en-US" sz="2000"/>
              <a:t>ADE</a:t>
            </a:r>
          </a:p>
          <a:p>
            <a:pPr algn="r"/>
            <a:r>
              <a:rPr lang="en-US" altLang="en-US" sz="2000"/>
              <a:t>ADEB</a:t>
            </a:r>
          </a:p>
          <a:p>
            <a:pPr algn="r"/>
            <a:r>
              <a:rPr lang="en-US" altLang="en-US" sz="2000"/>
              <a:t>ADEBC</a:t>
            </a:r>
          </a:p>
          <a:p>
            <a:pPr algn="r"/>
            <a:r>
              <a:rPr lang="en-US" altLang="en-US" sz="2000"/>
              <a:t>ADEBCF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E0057793-5F95-1745-8388-57525AF7D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1497013"/>
            <a:ext cx="125571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000"/>
              <a:t>D(B),p(B)</a:t>
            </a:r>
          </a:p>
          <a:p>
            <a:pPr algn="r"/>
            <a:r>
              <a:rPr lang="en-US" altLang="en-US" sz="2000"/>
              <a:t>2,A</a:t>
            </a:r>
          </a:p>
          <a:p>
            <a:pPr algn="r"/>
            <a:r>
              <a:rPr lang="en-US" altLang="en-US" sz="2000"/>
              <a:t>2,A</a:t>
            </a:r>
          </a:p>
          <a:p>
            <a:pPr algn="r"/>
            <a:r>
              <a:rPr lang="en-US" altLang="en-US" sz="2000"/>
              <a:t>2,A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372CD390-148C-194F-8966-5F4E42505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75" y="1501775"/>
            <a:ext cx="128428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000"/>
              <a:t>D(C),p(C)</a:t>
            </a:r>
          </a:p>
          <a:p>
            <a:pPr algn="r"/>
            <a:r>
              <a:rPr lang="en-US" altLang="en-US" sz="2000"/>
              <a:t>5,A</a:t>
            </a:r>
          </a:p>
          <a:p>
            <a:pPr algn="r"/>
            <a:r>
              <a:rPr lang="en-US" altLang="en-US" sz="2000"/>
              <a:t>4,D</a:t>
            </a:r>
          </a:p>
          <a:p>
            <a:pPr algn="r"/>
            <a:r>
              <a:rPr lang="en-US" altLang="en-US" sz="2000"/>
              <a:t>3,E</a:t>
            </a:r>
          </a:p>
          <a:p>
            <a:pPr algn="r"/>
            <a:r>
              <a:rPr lang="en-US" altLang="en-US" sz="2000"/>
              <a:t>3,E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179D54BE-AA38-EC4F-9677-4E9E1F8F1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0700" y="1497013"/>
            <a:ext cx="12842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000"/>
              <a:t>D(D),p(D)</a:t>
            </a:r>
          </a:p>
          <a:p>
            <a:pPr algn="r"/>
            <a:r>
              <a:rPr lang="en-US" altLang="en-US" sz="2000"/>
              <a:t>1,A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8D97FC88-D21B-B945-AEAC-C9050C64B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4675" y="1501775"/>
            <a:ext cx="12557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000"/>
              <a:t>D(E),p(E)</a:t>
            </a:r>
          </a:p>
          <a:p>
            <a:pPr algn="r"/>
            <a:r>
              <a:rPr lang="en-US" altLang="en-US" sz="2000"/>
              <a:t>infinity</a:t>
            </a:r>
          </a:p>
          <a:p>
            <a:pPr algn="r"/>
            <a:r>
              <a:rPr lang="en-US" altLang="en-US" sz="2000"/>
              <a:t>2,D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D30DDC74-0508-FC44-9160-3492BC366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5788" y="1516063"/>
            <a:ext cx="1227137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000"/>
              <a:t>D(F),p(F)</a:t>
            </a:r>
          </a:p>
          <a:p>
            <a:pPr algn="r"/>
            <a:r>
              <a:rPr lang="en-US" altLang="en-US" sz="2000"/>
              <a:t>infinity</a:t>
            </a:r>
          </a:p>
          <a:p>
            <a:pPr algn="r"/>
            <a:r>
              <a:rPr lang="en-US" altLang="en-US" sz="2000"/>
              <a:t>infinity</a:t>
            </a:r>
          </a:p>
          <a:p>
            <a:pPr algn="r"/>
            <a:r>
              <a:rPr lang="en-US" altLang="en-US" sz="2000"/>
              <a:t>4,E</a:t>
            </a:r>
          </a:p>
          <a:p>
            <a:pPr algn="r"/>
            <a:r>
              <a:rPr lang="en-US" altLang="en-US" sz="2000"/>
              <a:t>4,E</a:t>
            </a:r>
          </a:p>
          <a:p>
            <a:pPr algn="r"/>
            <a:r>
              <a:rPr lang="en-US" altLang="en-US" sz="2000"/>
              <a:t>4,E</a:t>
            </a:r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0362188F-7317-C746-A2D6-E8611FA5B3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375" y="1857375"/>
            <a:ext cx="8505825" cy="95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62C7F713-2BD8-8F40-8AA3-25BDF6689C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538" y="2162175"/>
            <a:ext cx="8296275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1F21FF10-E78E-7D49-8563-6C9B2BBAC5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588" y="2457450"/>
            <a:ext cx="8267700" cy="4763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597082A4-78CB-D947-8763-62A0661A04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113" y="2767013"/>
            <a:ext cx="8253412" cy="95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F030363E-E2AC-314C-8785-95E8D19C1C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638" y="3071813"/>
            <a:ext cx="8267700" cy="95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74A49171-1C38-614D-BCCB-FDFF4B56D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925" y="3386138"/>
            <a:ext cx="8262938" cy="4762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D1A29429-1CFA-AF4B-9DFB-6BBF69E2FCD6}"/>
              </a:ext>
            </a:extLst>
          </p:cNvPr>
          <p:cNvSpPr>
            <a:spLocks/>
          </p:cNvSpPr>
          <p:nvPr/>
        </p:nvSpPr>
        <p:spPr bwMode="auto">
          <a:xfrm>
            <a:off x="2644775" y="4021138"/>
            <a:ext cx="3571875" cy="2236787"/>
          </a:xfrm>
          <a:custGeom>
            <a:avLst/>
            <a:gdLst>
              <a:gd name="T0" fmla="*/ 0 w 2250"/>
              <a:gd name="T1" fmla="*/ 2147483647 h 1409"/>
              <a:gd name="T2" fmla="*/ 2147483647 w 2250"/>
              <a:gd name="T3" fmla="*/ 2147483647 h 1409"/>
              <a:gd name="T4" fmla="*/ 2147483647 w 2250"/>
              <a:gd name="T5" fmla="*/ 2147483647 h 1409"/>
              <a:gd name="T6" fmla="*/ 2147483647 w 2250"/>
              <a:gd name="T7" fmla="*/ 2147483647 h 1409"/>
              <a:gd name="T8" fmla="*/ 2147483647 w 2250"/>
              <a:gd name="T9" fmla="*/ 2147483647 h 1409"/>
              <a:gd name="T10" fmla="*/ 2147483647 w 2250"/>
              <a:gd name="T11" fmla="*/ 2147483647 h 1409"/>
              <a:gd name="T12" fmla="*/ 2147483647 w 2250"/>
              <a:gd name="T13" fmla="*/ 2147483647 h 1409"/>
              <a:gd name="T14" fmla="*/ 2147483647 w 2250"/>
              <a:gd name="T15" fmla="*/ 2147483647 h 1409"/>
              <a:gd name="T16" fmla="*/ 2147483647 w 2250"/>
              <a:gd name="T17" fmla="*/ 2147483647 h 1409"/>
              <a:gd name="T18" fmla="*/ 2147483647 w 2250"/>
              <a:gd name="T19" fmla="*/ 2147483647 h 1409"/>
              <a:gd name="T20" fmla="*/ 0 w 2250"/>
              <a:gd name="T21" fmla="*/ 2147483647 h 140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250"/>
              <a:gd name="T34" fmla="*/ 0 h 1409"/>
              <a:gd name="T35" fmla="*/ 2250 w 2250"/>
              <a:gd name="T36" fmla="*/ 1409 h 140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250" h="1409">
                <a:moveTo>
                  <a:pt x="0" y="624"/>
                </a:moveTo>
                <a:cubicBezTo>
                  <a:pt x="5" y="506"/>
                  <a:pt x="131" y="419"/>
                  <a:pt x="219" y="321"/>
                </a:cubicBezTo>
                <a:cubicBezTo>
                  <a:pt x="307" y="223"/>
                  <a:pt x="307" y="70"/>
                  <a:pt x="529" y="35"/>
                </a:cubicBezTo>
                <a:cubicBezTo>
                  <a:pt x="751" y="0"/>
                  <a:pt x="1311" y="36"/>
                  <a:pt x="1551" y="111"/>
                </a:cubicBezTo>
                <a:cubicBezTo>
                  <a:pt x="1791" y="186"/>
                  <a:pt x="1860" y="351"/>
                  <a:pt x="1968" y="483"/>
                </a:cubicBezTo>
                <a:cubicBezTo>
                  <a:pt x="2076" y="615"/>
                  <a:pt x="2250" y="767"/>
                  <a:pt x="2199" y="906"/>
                </a:cubicBezTo>
                <a:cubicBezTo>
                  <a:pt x="2148" y="1045"/>
                  <a:pt x="1860" y="1234"/>
                  <a:pt x="1659" y="1314"/>
                </a:cubicBezTo>
                <a:cubicBezTo>
                  <a:pt x="1458" y="1394"/>
                  <a:pt x="1192" y="1379"/>
                  <a:pt x="993" y="1386"/>
                </a:cubicBezTo>
                <a:cubicBezTo>
                  <a:pt x="794" y="1393"/>
                  <a:pt x="613" y="1409"/>
                  <a:pt x="465" y="1356"/>
                </a:cubicBezTo>
                <a:cubicBezTo>
                  <a:pt x="317" y="1303"/>
                  <a:pt x="180" y="1190"/>
                  <a:pt x="102" y="1068"/>
                </a:cubicBezTo>
                <a:cubicBezTo>
                  <a:pt x="24" y="946"/>
                  <a:pt x="21" y="716"/>
                  <a:pt x="0" y="624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1740906-CDAD-8D4C-BDDA-E7FFDE9842E6}"/>
              </a:ext>
            </a:extLst>
          </p:cNvPr>
          <p:cNvSpPr>
            <a:spLocks/>
          </p:cNvSpPr>
          <p:nvPr/>
        </p:nvSpPr>
        <p:spPr bwMode="auto">
          <a:xfrm>
            <a:off x="3178175" y="4892675"/>
            <a:ext cx="542925" cy="295275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60A373D-6144-B445-ACA3-2FB9D2D4C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5425" y="5276850"/>
            <a:ext cx="496888" cy="12858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04FB3412-06EF-9746-A9CE-5B14F2F290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5425" y="526573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65CF1D97-0F6E-D545-9FE6-04C263C22B7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2313" y="526573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18F499-4374-2A49-975C-33B93C20D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5425" y="5265738"/>
            <a:ext cx="492125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463BE77-D888-1A40-B957-0EA6271CB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0663" y="5172075"/>
            <a:ext cx="496887" cy="150813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43E3C55-A23E-064D-9939-5142ACB63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7900" y="5891213"/>
            <a:ext cx="496888" cy="128587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A65E1FCF-F77D-6140-9667-2CCEB7F8BD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7900" y="58801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F3B6B590-BB8A-4341-93FD-C722E5C453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4788" y="58801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C30727-8CDE-A942-9B2B-55FEE98C7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7900" y="5880100"/>
            <a:ext cx="492125" cy="7778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B6FFFF5-6121-BE40-B38E-310ECA08A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3138" y="5786438"/>
            <a:ext cx="496887" cy="150812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2608BD4-22F5-C04E-85E2-2C67FDFA1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1550" y="4795838"/>
            <a:ext cx="496888" cy="128587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" name="Line 29">
            <a:extLst>
              <a:ext uri="{FF2B5EF4-FFF2-40B4-BE49-F238E27FC236}">
                <a16:creationId xmlns:a16="http://schemas.microsoft.com/office/drawing/2014/main" id="{03B67C5B-5DBA-4747-B92F-024A63D648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1550" y="4784725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Line 30">
            <a:extLst>
              <a:ext uri="{FF2B5EF4-FFF2-40B4-BE49-F238E27FC236}">
                <a16:creationId xmlns:a16="http://schemas.microsoft.com/office/drawing/2014/main" id="{BEBB76A4-D2DE-C945-B562-98AECF0692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8438" y="4784725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068E5F4-ECB9-2447-BD38-BA6EFECF7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1550" y="4784725"/>
            <a:ext cx="492125" cy="7778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3D90A94-F6ED-D048-9B04-2F45241DC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6788" y="4691063"/>
            <a:ext cx="496887" cy="150812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306DD5B-7102-5C40-A2A7-E91A861D9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5813" y="4789488"/>
            <a:ext cx="495300" cy="128587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Line 34">
            <a:extLst>
              <a:ext uri="{FF2B5EF4-FFF2-40B4-BE49-F238E27FC236}">
                <a16:creationId xmlns:a16="http://schemas.microsoft.com/office/drawing/2014/main" id="{DC3AAB55-BF59-FC4A-8957-847FAD5936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5813" y="4778375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Line 35">
            <a:extLst>
              <a:ext uri="{FF2B5EF4-FFF2-40B4-BE49-F238E27FC236}">
                <a16:creationId xmlns:a16="http://schemas.microsoft.com/office/drawing/2014/main" id="{8E8AF2F9-9F46-924A-BCC0-CB36A928167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1113" y="4778375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18B92E9-6B7F-2849-9ABB-E5093E169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5813" y="4778375"/>
            <a:ext cx="490537" cy="7778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7000DA6-E118-F849-AFA8-E09107FF0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0575" y="4689475"/>
            <a:ext cx="495300" cy="150813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9DF6193-608F-C543-8FCA-BB46406B7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688" y="5886450"/>
            <a:ext cx="496887" cy="12858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0" name="Line 39">
            <a:extLst>
              <a:ext uri="{FF2B5EF4-FFF2-40B4-BE49-F238E27FC236}">
                <a16:creationId xmlns:a16="http://schemas.microsoft.com/office/drawing/2014/main" id="{6B0EB3E3-E262-8044-924B-EE97F567B1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1688" y="587533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Line 40">
            <a:extLst>
              <a:ext uri="{FF2B5EF4-FFF2-40B4-BE49-F238E27FC236}">
                <a16:creationId xmlns:a16="http://schemas.microsoft.com/office/drawing/2014/main" id="{D4B01B00-1B4E-954C-8266-C3F9920F0A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8575" y="587533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24BE9B6-60DF-A746-B320-3A5410313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688" y="5875338"/>
            <a:ext cx="492125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8112C35-11C2-AF4C-8D90-02A27E41B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6925" y="5781675"/>
            <a:ext cx="496888" cy="150813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A8F4F16-4659-924F-9E11-FE47D2EAC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5345113"/>
            <a:ext cx="496888" cy="128587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5" name="Line 44">
            <a:extLst>
              <a:ext uri="{FF2B5EF4-FFF2-40B4-BE49-F238E27FC236}">
                <a16:creationId xmlns:a16="http://schemas.microsoft.com/office/drawing/2014/main" id="{3668F6B8-F355-204D-8459-4742A2584E4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53340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Line 45">
            <a:extLst>
              <a:ext uri="{FF2B5EF4-FFF2-40B4-BE49-F238E27FC236}">
                <a16:creationId xmlns:a16="http://schemas.microsoft.com/office/drawing/2014/main" id="{1135C9EC-95BD-DF46-B120-C3323E9A65B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53340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872CF23-C233-C742-B44F-D5B33FC41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5334000"/>
            <a:ext cx="492125" cy="7778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7C12E71-7EA9-AB49-A845-8C527D33B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3863" y="5240338"/>
            <a:ext cx="496887" cy="150812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EA0EA8E2-5E66-1B44-AF42-C1F49C55CDF0}"/>
              </a:ext>
            </a:extLst>
          </p:cNvPr>
          <p:cNvSpPr>
            <a:spLocks/>
          </p:cNvSpPr>
          <p:nvPr/>
        </p:nvSpPr>
        <p:spPr bwMode="auto">
          <a:xfrm>
            <a:off x="4859338" y="4935538"/>
            <a:ext cx="1587" cy="828675"/>
          </a:xfrm>
          <a:custGeom>
            <a:avLst/>
            <a:gdLst>
              <a:gd name="T0" fmla="*/ 0 w 1"/>
              <a:gd name="T1" fmla="*/ 0 h 522"/>
              <a:gd name="T2" fmla="*/ 0 w 1"/>
              <a:gd name="T3" fmla="*/ 2147483647 h 522"/>
              <a:gd name="T4" fmla="*/ 0 60000 65536"/>
              <a:gd name="T5" fmla="*/ 0 60000 65536"/>
              <a:gd name="T6" fmla="*/ 0 w 1"/>
              <a:gd name="T7" fmla="*/ 0 h 522"/>
              <a:gd name="T8" fmla="*/ 1 w 1"/>
              <a:gd name="T9" fmla="*/ 522 h 5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45B076BF-F902-6046-BEDF-D8B9B61293A6}"/>
              </a:ext>
            </a:extLst>
          </p:cNvPr>
          <p:cNvSpPr>
            <a:spLocks/>
          </p:cNvSpPr>
          <p:nvPr/>
        </p:nvSpPr>
        <p:spPr bwMode="auto">
          <a:xfrm>
            <a:off x="3759200" y="4945063"/>
            <a:ext cx="1588" cy="852487"/>
          </a:xfrm>
          <a:custGeom>
            <a:avLst/>
            <a:gdLst>
              <a:gd name="T0" fmla="*/ 0 w 1"/>
              <a:gd name="T1" fmla="*/ 0 h 537"/>
              <a:gd name="T2" fmla="*/ 0 w 1"/>
              <a:gd name="T3" fmla="*/ 2147483647 h 537"/>
              <a:gd name="T4" fmla="*/ 0 60000 65536"/>
              <a:gd name="T5" fmla="*/ 0 60000 65536"/>
              <a:gd name="T6" fmla="*/ 0 w 1"/>
              <a:gd name="T7" fmla="*/ 0 h 537"/>
              <a:gd name="T8" fmla="*/ 1 w 1"/>
              <a:gd name="T9" fmla="*/ 537 h 53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37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069F6A03-1F13-0A47-BBB9-13B69B9B6220}"/>
              </a:ext>
            </a:extLst>
          </p:cNvPr>
          <p:cNvSpPr>
            <a:spLocks/>
          </p:cNvSpPr>
          <p:nvPr/>
        </p:nvSpPr>
        <p:spPr bwMode="auto">
          <a:xfrm>
            <a:off x="4021138" y="4921250"/>
            <a:ext cx="800100" cy="952500"/>
          </a:xfrm>
          <a:custGeom>
            <a:avLst/>
            <a:gdLst>
              <a:gd name="T0" fmla="*/ 0 w 378"/>
              <a:gd name="T1" fmla="*/ 2147483647 h 174"/>
              <a:gd name="T2" fmla="*/ 2147483647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334B9C91-F5EA-0341-9E29-01DC5B03CB94}"/>
              </a:ext>
            </a:extLst>
          </p:cNvPr>
          <p:cNvSpPr>
            <a:spLocks/>
          </p:cNvSpPr>
          <p:nvPr/>
        </p:nvSpPr>
        <p:spPr bwMode="auto">
          <a:xfrm>
            <a:off x="5111750" y="5473700"/>
            <a:ext cx="581025" cy="428625"/>
          </a:xfrm>
          <a:custGeom>
            <a:avLst/>
            <a:gdLst>
              <a:gd name="T0" fmla="*/ 0 w 366"/>
              <a:gd name="T1" fmla="*/ 2147483647 h 270"/>
              <a:gd name="T2" fmla="*/ 2147483647 w 366"/>
              <a:gd name="T3" fmla="*/ 0 h 270"/>
              <a:gd name="T4" fmla="*/ 0 60000 65536"/>
              <a:gd name="T5" fmla="*/ 0 60000 65536"/>
              <a:gd name="T6" fmla="*/ 0 w 366"/>
              <a:gd name="T7" fmla="*/ 0 h 270"/>
              <a:gd name="T8" fmla="*/ 366 w 366"/>
              <a:gd name="T9" fmla="*/ 270 h 2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270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ACDD616F-1D26-0549-AF2C-9BF2F43CBE4A}"/>
              </a:ext>
            </a:extLst>
          </p:cNvPr>
          <p:cNvSpPr>
            <a:spLocks/>
          </p:cNvSpPr>
          <p:nvPr/>
        </p:nvSpPr>
        <p:spPr bwMode="auto">
          <a:xfrm>
            <a:off x="4030663" y="5921375"/>
            <a:ext cx="581025" cy="1588"/>
          </a:xfrm>
          <a:custGeom>
            <a:avLst/>
            <a:gdLst>
              <a:gd name="T0" fmla="*/ 2147483647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BACE32B7-8F72-B944-B96B-6CD366AABB5B}"/>
              </a:ext>
            </a:extLst>
          </p:cNvPr>
          <p:cNvSpPr>
            <a:spLocks/>
          </p:cNvSpPr>
          <p:nvPr/>
        </p:nvSpPr>
        <p:spPr bwMode="auto">
          <a:xfrm>
            <a:off x="3092450" y="5407025"/>
            <a:ext cx="438150" cy="419100"/>
          </a:xfrm>
          <a:custGeom>
            <a:avLst/>
            <a:gdLst>
              <a:gd name="T0" fmla="*/ 2147483647 w 276"/>
              <a:gd name="T1" fmla="*/ 2147483647 h 264"/>
              <a:gd name="T2" fmla="*/ 0 w 276"/>
              <a:gd name="T3" fmla="*/ 0 h 264"/>
              <a:gd name="T4" fmla="*/ 0 60000 65536"/>
              <a:gd name="T5" fmla="*/ 0 60000 65536"/>
              <a:gd name="T6" fmla="*/ 0 w 276"/>
              <a:gd name="T7" fmla="*/ 0 h 264"/>
              <a:gd name="T8" fmla="*/ 276 w 276"/>
              <a:gd name="T9" fmla="*/ 264 h 26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6" h="264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CCCFE4AD-3858-D341-BC93-2729C401142A}"/>
              </a:ext>
            </a:extLst>
          </p:cNvPr>
          <p:cNvSpPr>
            <a:spLocks/>
          </p:cNvSpPr>
          <p:nvPr/>
        </p:nvSpPr>
        <p:spPr bwMode="auto">
          <a:xfrm>
            <a:off x="4021138" y="4826000"/>
            <a:ext cx="581025" cy="1588"/>
          </a:xfrm>
          <a:custGeom>
            <a:avLst/>
            <a:gdLst>
              <a:gd name="T0" fmla="*/ 2147483647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97060D5D-2F08-C34E-B683-593AD0F0E537}"/>
              </a:ext>
            </a:extLst>
          </p:cNvPr>
          <p:cNvSpPr>
            <a:spLocks/>
          </p:cNvSpPr>
          <p:nvPr/>
        </p:nvSpPr>
        <p:spPr bwMode="auto">
          <a:xfrm>
            <a:off x="5092700" y="4821238"/>
            <a:ext cx="628650" cy="423862"/>
          </a:xfrm>
          <a:custGeom>
            <a:avLst/>
            <a:gdLst>
              <a:gd name="T0" fmla="*/ 2147483647 w 396"/>
              <a:gd name="T1" fmla="*/ 2147483647 h 267"/>
              <a:gd name="T2" fmla="*/ 0 w 396"/>
              <a:gd name="T3" fmla="*/ 0 h 267"/>
              <a:gd name="T4" fmla="*/ 0 60000 65536"/>
              <a:gd name="T5" fmla="*/ 0 60000 65536"/>
              <a:gd name="T6" fmla="*/ 0 w 396"/>
              <a:gd name="T7" fmla="*/ 0 h 267"/>
              <a:gd name="T8" fmla="*/ 396 w 396"/>
              <a:gd name="T9" fmla="*/ 267 h 26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96" h="267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0ED5A440-F8A0-A340-B241-91C385E13BD2}"/>
              </a:ext>
            </a:extLst>
          </p:cNvPr>
          <p:cNvSpPr>
            <a:spLocks/>
          </p:cNvSpPr>
          <p:nvPr/>
        </p:nvSpPr>
        <p:spPr bwMode="auto">
          <a:xfrm>
            <a:off x="3001963" y="4140200"/>
            <a:ext cx="1762125" cy="1023938"/>
          </a:xfrm>
          <a:custGeom>
            <a:avLst/>
            <a:gdLst>
              <a:gd name="T0" fmla="*/ 2147483647 w 1110"/>
              <a:gd name="T1" fmla="*/ 2147483647 h 645"/>
              <a:gd name="T2" fmla="*/ 0 w 1110"/>
              <a:gd name="T3" fmla="*/ 2147483647 h 645"/>
              <a:gd name="T4" fmla="*/ 0 60000 65536"/>
              <a:gd name="T5" fmla="*/ 0 60000 65536"/>
              <a:gd name="T6" fmla="*/ 0 w 1110"/>
              <a:gd name="T7" fmla="*/ 0 h 645"/>
              <a:gd name="T8" fmla="*/ 1110 w 1110"/>
              <a:gd name="T9" fmla="*/ 645 h 64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0" h="645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73B6A5D-F7F8-C94C-A17A-350CD9C85E56}"/>
              </a:ext>
            </a:extLst>
          </p:cNvPr>
          <p:cNvGrpSpPr>
            <a:grpSpLocks/>
          </p:cNvGrpSpPr>
          <p:nvPr/>
        </p:nvGrpSpPr>
        <p:grpSpPr bwMode="auto">
          <a:xfrm>
            <a:off x="2820988" y="5095875"/>
            <a:ext cx="369887" cy="396875"/>
            <a:chOff x="2940" y="2429"/>
            <a:chExt cx="236" cy="25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92A5B91-66DB-BD44-A412-99C3BA4FE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0" name="Text Box 59">
              <a:extLst>
                <a:ext uri="{FF2B5EF4-FFF2-40B4-BE49-F238E27FC236}">
                  <a16:creationId xmlns:a16="http://schemas.microsoft.com/office/drawing/2014/main" id="{5FF88A6C-9333-2443-8C1B-F119698DFE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0" y="2429"/>
              <a:ext cx="2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latin typeface="Comic Sans MS" panose="030F0902030302020204" pitchFamily="66" charset="0"/>
                </a:rPr>
                <a:t>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6C6EF0F-93E3-6B42-8C96-59B9ACAF061E}"/>
              </a:ext>
            </a:extLst>
          </p:cNvPr>
          <p:cNvGrpSpPr>
            <a:grpSpLocks/>
          </p:cNvGrpSpPr>
          <p:nvPr/>
        </p:nvGrpSpPr>
        <p:grpSpPr bwMode="auto">
          <a:xfrm>
            <a:off x="4691063" y="5705475"/>
            <a:ext cx="342900" cy="396875"/>
            <a:chOff x="2948" y="2429"/>
            <a:chExt cx="219" cy="25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749E563-AEE6-A54F-834E-F775D4D7A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3" name="Text Box 62">
              <a:extLst>
                <a:ext uri="{FF2B5EF4-FFF2-40B4-BE49-F238E27FC236}">
                  <a16:creationId xmlns:a16="http://schemas.microsoft.com/office/drawing/2014/main" id="{DE48C2BD-35E4-8845-B3EA-BF0D568A35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8" y="2429"/>
              <a:ext cx="2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latin typeface="Comic Sans MS" panose="030F0902030302020204" pitchFamily="66" charset="0"/>
                </a:rPr>
                <a:t>E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21558EC-EE43-7049-ABD9-28CD30EA214C}"/>
              </a:ext>
            </a:extLst>
          </p:cNvPr>
          <p:cNvGrpSpPr>
            <a:grpSpLocks/>
          </p:cNvGrpSpPr>
          <p:nvPr/>
        </p:nvGrpSpPr>
        <p:grpSpPr bwMode="auto">
          <a:xfrm>
            <a:off x="3598863" y="5700713"/>
            <a:ext cx="366712" cy="396875"/>
            <a:chOff x="2941" y="2429"/>
            <a:chExt cx="234" cy="250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46D2E60-0093-3D4C-9236-AC80D8DF1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6" name="Text Box 65">
              <a:extLst>
                <a:ext uri="{FF2B5EF4-FFF2-40B4-BE49-F238E27FC236}">
                  <a16:creationId xmlns:a16="http://schemas.microsoft.com/office/drawing/2014/main" id="{A399F7AC-343B-304C-BB95-EED91E3F36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2429"/>
              <a:ext cx="23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latin typeface="Comic Sans MS" panose="030F0902030302020204" pitchFamily="66" charset="0"/>
                </a:rPr>
                <a:t>D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290C3AF-2021-2448-9630-BF6A7641C1DF}"/>
              </a:ext>
            </a:extLst>
          </p:cNvPr>
          <p:cNvGrpSpPr>
            <a:grpSpLocks/>
          </p:cNvGrpSpPr>
          <p:nvPr/>
        </p:nvGrpSpPr>
        <p:grpSpPr bwMode="auto">
          <a:xfrm>
            <a:off x="4684713" y="4610100"/>
            <a:ext cx="336550" cy="396875"/>
            <a:chOff x="2950" y="2429"/>
            <a:chExt cx="215" cy="250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4922898-8F12-6945-8682-C89D876D6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9" name="Text Box 68">
              <a:extLst>
                <a:ext uri="{FF2B5EF4-FFF2-40B4-BE49-F238E27FC236}">
                  <a16:creationId xmlns:a16="http://schemas.microsoft.com/office/drawing/2014/main" id="{ACDBED97-87E5-C14C-86D4-5DE7719EB9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0" y="2429"/>
              <a:ext cx="21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latin typeface="Comic Sans MS" panose="030F0902030302020204" pitchFamily="66" charset="0"/>
                </a:rPr>
                <a:t>C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C6229427-5AF2-8B43-9BDF-71D93204D61E}"/>
              </a:ext>
            </a:extLst>
          </p:cNvPr>
          <p:cNvGrpSpPr>
            <a:grpSpLocks/>
          </p:cNvGrpSpPr>
          <p:nvPr/>
        </p:nvGrpSpPr>
        <p:grpSpPr bwMode="auto">
          <a:xfrm>
            <a:off x="3595688" y="4610100"/>
            <a:ext cx="344487" cy="396875"/>
            <a:chOff x="2948" y="2429"/>
            <a:chExt cx="220" cy="250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98C2A320-FEB3-A54C-B017-3D1ACB3AB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" name="Text Box 71">
              <a:extLst>
                <a:ext uri="{FF2B5EF4-FFF2-40B4-BE49-F238E27FC236}">
                  <a16:creationId xmlns:a16="http://schemas.microsoft.com/office/drawing/2014/main" id="{BDB8B2EA-7BC6-BB43-9BE3-66F680F9E4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8" y="2429"/>
              <a:ext cx="2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latin typeface="Comic Sans MS" panose="030F0902030302020204" pitchFamily="66" charset="0"/>
                </a:rPr>
                <a:t>B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82A3F50-6337-FC47-8104-12A1C0C15E3B}"/>
              </a:ext>
            </a:extLst>
          </p:cNvPr>
          <p:cNvGrpSpPr>
            <a:grpSpLocks/>
          </p:cNvGrpSpPr>
          <p:nvPr/>
        </p:nvGrpSpPr>
        <p:grpSpPr bwMode="auto">
          <a:xfrm>
            <a:off x="5602288" y="5162550"/>
            <a:ext cx="338137" cy="396875"/>
            <a:chOff x="2949" y="2429"/>
            <a:chExt cx="216" cy="250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DB19265-FBD2-EE40-910A-A3793B269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5" name="Text Box 74">
              <a:extLst>
                <a:ext uri="{FF2B5EF4-FFF2-40B4-BE49-F238E27FC236}">
                  <a16:creationId xmlns:a16="http://schemas.microsoft.com/office/drawing/2014/main" id="{E19E665C-5B22-7245-89DC-1C3BE0238E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9" y="2429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latin typeface="Comic Sans MS" panose="030F0902030302020204" pitchFamily="66" charset="0"/>
                </a:rPr>
                <a:t>F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76" name="Text Box 75">
            <a:extLst>
              <a:ext uri="{FF2B5EF4-FFF2-40B4-BE49-F238E27FC236}">
                <a16:creationId xmlns:a16="http://schemas.microsoft.com/office/drawing/2014/main" id="{ECE63FBC-2D28-C44D-B9D4-2CFCDDB5A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3888" y="481488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>
                <a:latin typeface="Comic Sans MS" panose="030F0902030302020204" pitchFamily="66" charset="0"/>
              </a:rPr>
              <a:t>2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77" name="Text Box 76">
            <a:extLst>
              <a:ext uri="{FF2B5EF4-FFF2-40B4-BE49-F238E27FC236}">
                <a16:creationId xmlns:a16="http://schemas.microsoft.com/office/drawing/2014/main" id="{A8377155-BA94-0246-8D23-D4C3394CA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6338" y="516255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>
                <a:latin typeface="Comic Sans MS" panose="030F0902030302020204" pitchFamily="66" charset="0"/>
              </a:rPr>
              <a:t>2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78" name="Text Box 77">
            <a:extLst>
              <a:ext uri="{FF2B5EF4-FFF2-40B4-BE49-F238E27FC236}">
                <a16:creationId xmlns:a16="http://schemas.microsoft.com/office/drawing/2014/main" id="{01FECD30-A95E-6147-9FF6-0579A0F71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3238" y="5500688"/>
            <a:ext cx="2873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>
                <a:latin typeface="Comic Sans MS" panose="030F0902030302020204" pitchFamily="66" charset="0"/>
              </a:rPr>
              <a:t>1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79" name="Text Box 78">
            <a:extLst>
              <a:ext uri="{FF2B5EF4-FFF2-40B4-BE49-F238E27FC236}">
                <a16:creationId xmlns:a16="http://schemas.microsoft.com/office/drawing/2014/main" id="{E7DCA342-86E1-F541-ADBA-F285D4209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938" y="531018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>
                <a:latin typeface="Comic Sans MS" panose="030F0902030302020204" pitchFamily="66" charset="0"/>
              </a:rPr>
              <a:t>3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80" name="Text Box 79">
            <a:extLst>
              <a:ext uri="{FF2B5EF4-FFF2-40B4-BE49-F238E27FC236}">
                <a16:creationId xmlns:a16="http://schemas.microsoft.com/office/drawing/2014/main" id="{EF9D0BC0-530B-2F4C-B743-59769CF0E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3388" y="5872163"/>
            <a:ext cx="2873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>
                <a:latin typeface="Comic Sans MS" panose="030F0902030302020204" pitchFamily="66" charset="0"/>
              </a:rPr>
              <a:t>1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81" name="Text Box 80">
            <a:extLst>
              <a:ext uri="{FF2B5EF4-FFF2-40B4-BE49-F238E27FC236}">
                <a16:creationId xmlns:a16="http://schemas.microsoft.com/office/drawing/2014/main" id="{D0E17E06-ACB4-D54D-8184-66E3BBB88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4888" y="5191125"/>
            <a:ext cx="2873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>
                <a:latin typeface="Comic Sans MS" panose="030F0902030302020204" pitchFamily="66" charset="0"/>
              </a:rPr>
              <a:t>1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82" name="Text Box 81">
            <a:extLst>
              <a:ext uri="{FF2B5EF4-FFF2-40B4-BE49-F238E27FC236}">
                <a16:creationId xmlns:a16="http://schemas.microsoft.com/office/drawing/2014/main" id="{02EC617F-0B5F-1A4B-8B40-5982F6AC6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8925" y="5610225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>
                <a:latin typeface="Comic Sans MS" panose="030F0902030302020204" pitchFamily="66" charset="0"/>
              </a:rPr>
              <a:t>2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83" name="Text Box 82">
            <a:extLst>
              <a:ext uri="{FF2B5EF4-FFF2-40B4-BE49-F238E27FC236}">
                <a16:creationId xmlns:a16="http://schemas.microsoft.com/office/drawing/2014/main" id="{8E4C64E2-872C-0C44-99BC-7DBF0AA7A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6063" y="475773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>
                <a:latin typeface="Comic Sans MS" panose="030F0902030302020204" pitchFamily="66" charset="0"/>
              </a:rPr>
              <a:t>5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84" name="Text Box 83">
            <a:extLst>
              <a:ext uri="{FF2B5EF4-FFF2-40B4-BE49-F238E27FC236}">
                <a16:creationId xmlns:a16="http://schemas.microsoft.com/office/drawing/2014/main" id="{AF5AFC21-E13B-5149-83F7-C35A75FAB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0" y="4519613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>
                <a:latin typeface="Comic Sans MS" panose="030F0902030302020204" pitchFamily="66" charset="0"/>
              </a:rPr>
              <a:t>3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85" name="Text Box 84">
            <a:extLst>
              <a:ext uri="{FF2B5EF4-FFF2-40B4-BE49-F238E27FC236}">
                <a16:creationId xmlns:a16="http://schemas.microsoft.com/office/drawing/2014/main" id="{15A158BF-B8EF-8F49-BE0F-BFED034BA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463" y="409575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>
                <a:latin typeface="Comic Sans MS" panose="030F0902030302020204" pitchFamily="66" charset="0"/>
              </a:rPr>
              <a:t>5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86" name="Line 85">
            <a:extLst>
              <a:ext uri="{FF2B5EF4-FFF2-40B4-BE49-F238E27FC236}">
                <a16:creationId xmlns:a16="http://schemas.microsoft.com/office/drawing/2014/main" id="{5D7838ED-3046-4349-88BC-3DC71DE903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5625" y="5362575"/>
            <a:ext cx="447675" cy="4476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" name="Line 86">
            <a:extLst>
              <a:ext uri="{FF2B5EF4-FFF2-40B4-BE49-F238E27FC236}">
                <a16:creationId xmlns:a16="http://schemas.microsoft.com/office/drawing/2014/main" id="{80EA5C67-CC1C-C446-B2D8-BF07CDC2E9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5895975"/>
            <a:ext cx="581025" cy="95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" name="Line 87">
            <a:extLst>
              <a:ext uri="{FF2B5EF4-FFF2-40B4-BE49-F238E27FC236}">
                <a16:creationId xmlns:a16="http://schemas.microsoft.com/office/drawing/2014/main" id="{93E7E321-37F3-6D48-891A-CD6F9FD860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0875" y="4905375"/>
            <a:ext cx="495300" cy="2571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" name="Line 88">
            <a:extLst>
              <a:ext uri="{FF2B5EF4-FFF2-40B4-BE49-F238E27FC236}">
                <a16:creationId xmlns:a16="http://schemas.microsoft.com/office/drawing/2014/main" id="{E4F4636C-5ADD-294A-ADCF-24EC5F460C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7750" y="4905375"/>
            <a:ext cx="0" cy="847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" name="Line 89">
            <a:extLst>
              <a:ext uri="{FF2B5EF4-FFF2-40B4-BE49-F238E27FC236}">
                <a16:creationId xmlns:a16="http://schemas.microsoft.com/office/drawing/2014/main" id="{FE4B4641-7461-DF49-B3F1-6F6EE4A4D6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24450" y="5438775"/>
            <a:ext cx="609600" cy="4476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" name="Line 90">
            <a:extLst>
              <a:ext uri="{FF2B5EF4-FFF2-40B4-BE49-F238E27FC236}">
                <a16:creationId xmlns:a16="http://schemas.microsoft.com/office/drawing/2014/main" id="{9EECE347-41C8-2843-8FC6-EA876EBD38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028825"/>
            <a:ext cx="5143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" name="Line 91">
            <a:extLst>
              <a:ext uri="{FF2B5EF4-FFF2-40B4-BE49-F238E27FC236}">
                <a16:creationId xmlns:a16="http://schemas.microsoft.com/office/drawing/2014/main" id="{31108B49-65AF-A449-AE2D-6EB86A2100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305050"/>
            <a:ext cx="5143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" name="Line 92">
            <a:extLst>
              <a:ext uri="{FF2B5EF4-FFF2-40B4-BE49-F238E27FC236}">
                <a16:creationId xmlns:a16="http://schemas.microsoft.com/office/drawing/2014/main" id="{9C0CB506-B8A2-B544-A911-CFDDF49F0F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775" y="2638425"/>
            <a:ext cx="5143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" name="Line 93">
            <a:extLst>
              <a:ext uri="{FF2B5EF4-FFF2-40B4-BE49-F238E27FC236}">
                <a16:creationId xmlns:a16="http://schemas.microsoft.com/office/drawing/2014/main" id="{E94A9BA9-5031-FF45-8261-49EB4745F6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" y="2943225"/>
            <a:ext cx="5143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" name="Line 94">
            <a:extLst>
              <a:ext uri="{FF2B5EF4-FFF2-40B4-BE49-F238E27FC236}">
                <a16:creationId xmlns:a16="http://schemas.microsoft.com/office/drawing/2014/main" id="{F6356E6D-D0CF-BF4A-B1E1-CAD58D8C08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825" y="3248025"/>
            <a:ext cx="5143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" name="Line 95">
            <a:extLst>
              <a:ext uri="{FF2B5EF4-FFF2-40B4-BE49-F238E27FC236}">
                <a16:creationId xmlns:a16="http://schemas.microsoft.com/office/drawing/2014/main" id="{3AB9B11A-E351-F24E-A557-A8522F01E1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1543050"/>
            <a:ext cx="0" cy="2133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" name="Line 96">
            <a:extLst>
              <a:ext uri="{FF2B5EF4-FFF2-40B4-BE49-F238E27FC236}">
                <a16:creationId xmlns:a16="http://schemas.microsoft.com/office/drawing/2014/main" id="{605FC7EC-5850-3841-BBF5-2DE2CA9535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1524000"/>
            <a:ext cx="0" cy="2133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" name="Line 97">
            <a:extLst>
              <a:ext uri="{FF2B5EF4-FFF2-40B4-BE49-F238E27FC236}">
                <a16:creationId xmlns:a16="http://schemas.microsoft.com/office/drawing/2014/main" id="{2B3225B4-AE7C-4B49-85C5-D6475A462A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62313" y="1524000"/>
            <a:ext cx="0" cy="2133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" name="Line 98">
            <a:extLst>
              <a:ext uri="{FF2B5EF4-FFF2-40B4-BE49-F238E27FC236}">
                <a16:creationId xmlns:a16="http://schemas.microsoft.com/office/drawing/2014/main" id="{F418605D-C479-FA45-AD36-4D1C58DF99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14838" y="1528763"/>
            <a:ext cx="0" cy="2133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" name="Line 99">
            <a:extLst>
              <a:ext uri="{FF2B5EF4-FFF2-40B4-BE49-F238E27FC236}">
                <a16:creationId xmlns:a16="http://schemas.microsoft.com/office/drawing/2014/main" id="{773A6A48-8A20-A044-8A9B-E9B27C02FF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1524000"/>
            <a:ext cx="0" cy="2133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1" name="Line 100">
            <a:extLst>
              <a:ext uri="{FF2B5EF4-FFF2-40B4-BE49-F238E27FC236}">
                <a16:creationId xmlns:a16="http://schemas.microsoft.com/office/drawing/2014/main" id="{B0A5CECD-270B-6340-8809-14F34688E6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48488" y="1509713"/>
            <a:ext cx="0" cy="2133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" name="Line 102">
            <a:extLst>
              <a:ext uri="{FF2B5EF4-FFF2-40B4-BE49-F238E27FC236}">
                <a16:creationId xmlns:a16="http://schemas.microsoft.com/office/drawing/2014/main" id="{3D175596-04A0-9840-B643-40BEBBA9F87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875" y="3667125"/>
            <a:ext cx="8262938" cy="4763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" name="Line 103">
            <a:extLst>
              <a:ext uri="{FF2B5EF4-FFF2-40B4-BE49-F238E27FC236}">
                <a16:creationId xmlns:a16="http://schemas.microsoft.com/office/drawing/2014/main" id="{5EE4E07D-0AC1-E74F-982E-7957C3CF1A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1524000"/>
            <a:ext cx="8262938" cy="4763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964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86CA2F-4936-FF45-B632-B090051C1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5E6B5E-01FC-C144-AD64-5A0E3A87C43B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-76200"/>
            <a:ext cx="72390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All pairs shortest path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CE3431-9C15-494B-8994-5EE834519457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219200"/>
            <a:ext cx="8229600" cy="52371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So far, we have discussed the problem of finding the shortest paths, starting from a specific node .</a:t>
            </a:r>
          </a:p>
          <a:p>
            <a:r>
              <a:rPr lang="en-US" altLang="en-US"/>
              <a:t>How about finding the shorted path between every possible pair of nodes in a graph?</a:t>
            </a:r>
          </a:p>
          <a:p>
            <a:r>
              <a:rPr lang="en-US" altLang="en-US"/>
              <a:t>Which algorithm can be used?</a:t>
            </a:r>
          </a:p>
          <a:p>
            <a:r>
              <a:rPr lang="en-US" altLang="en-US"/>
              <a:t>Dijkstra’s algorithm can be used</a:t>
            </a:r>
          </a:p>
          <a:p>
            <a:pPr lvl="1"/>
            <a:r>
              <a:rPr lang="en-US" altLang="en-US">
                <a:solidFill>
                  <a:srgbClr val="532476"/>
                </a:solidFill>
              </a:rPr>
              <a:t>Call the Dijkstra’s algorithm by setting each node as the source node, one by one</a:t>
            </a:r>
          </a:p>
          <a:p>
            <a:r>
              <a:rPr lang="en-US" altLang="en-US"/>
              <a:t>Any Other solution?</a:t>
            </a:r>
          </a:p>
          <a:p>
            <a:pPr lvl="1"/>
            <a:r>
              <a:rPr lang="en-US" altLang="en-US">
                <a:solidFill>
                  <a:srgbClr val="532476"/>
                </a:solidFill>
              </a:rPr>
              <a:t>Floyd -Warshal Algorithm can be used instead.</a:t>
            </a:r>
          </a:p>
          <a:p>
            <a:pPr>
              <a:buFont typeface="Wingdings 2" pitchFamily="2" charset="2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9877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91A442-6914-064F-A60C-D20524B27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F6B052A-D7E2-8E47-A7A7-17A83960DE18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7239000" cy="762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Floyd-warshall algorithm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8EDF74-8B4C-BA49-8F91-C9EF90CEA1C6}"/>
              </a:ext>
            </a:extLst>
          </p:cNvPr>
          <p:cNvSpPr txBox="1">
            <a:spLocks/>
          </p:cNvSpPr>
          <p:nvPr/>
        </p:nvSpPr>
        <p:spPr>
          <a:xfrm>
            <a:off x="304800" y="1295400"/>
            <a:ext cx="8686800" cy="5160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Initially </a:t>
            </a:r>
            <a:r>
              <a:rPr lang="en-US" altLang="en-US" b="1" i="1" dirty="0" err="1">
                <a:solidFill>
                  <a:srgbClr val="0000CC"/>
                </a:solidFill>
              </a:rPr>
              <a:t>d</a:t>
            </a:r>
            <a:r>
              <a:rPr lang="en-US" altLang="en-US" b="1" i="1" baseline="-25000" dirty="0" err="1">
                <a:solidFill>
                  <a:srgbClr val="0000CC"/>
                </a:solidFill>
              </a:rPr>
              <a:t>ij</a:t>
            </a:r>
            <a:r>
              <a:rPr lang="en-US" altLang="en-US" b="1" dirty="0">
                <a:solidFill>
                  <a:srgbClr val="0000CC"/>
                </a:solidFill>
              </a:rPr>
              <a:t> = </a:t>
            </a:r>
            <a:r>
              <a:rPr lang="en-US" altLang="en-US" b="1" i="1" dirty="0" err="1">
                <a:solidFill>
                  <a:srgbClr val="0000CC"/>
                </a:solidFill>
              </a:rPr>
              <a:t>w</a:t>
            </a:r>
            <a:r>
              <a:rPr lang="en-US" altLang="en-US" b="1" baseline="-25000" dirty="0" err="1">
                <a:solidFill>
                  <a:srgbClr val="0000CC"/>
                </a:solidFill>
              </a:rPr>
              <a:t>ij</a:t>
            </a:r>
            <a:endParaRPr lang="en-US" altLang="en-US" b="1" baseline="-25000" dirty="0">
              <a:solidFill>
                <a:srgbClr val="0000CC"/>
              </a:solidFill>
            </a:endParaRPr>
          </a:p>
          <a:p>
            <a:pPr lvl="1"/>
            <a:r>
              <a:rPr lang="en-US" altLang="en-US" b="1" i="1" dirty="0" err="1">
                <a:solidFill>
                  <a:srgbClr val="0000CC"/>
                </a:solidFill>
              </a:rPr>
              <a:t>w</a:t>
            </a:r>
            <a:r>
              <a:rPr lang="en-US" altLang="en-US" b="1" i="1" baseline="-25000" dirty="0" err="1">
                <a:solidFill>
                  <a:srgbClr val="0000CC"/>
                </a:solidFill>
              </a:rPr>
              <a:t>ij</a:t>
            </a:r>
            <a:r>
              <a:rPr lang="en-US" altLang="en-US" b="1" dirty="0">
                <a:solidFill>
                  <a:srgbClr val="0000CC"/>
                </a:solidFill>
              </a:rPr>
              <a:t> =     0</a:t>
            </a:r>
            <a:r>
              <a:rPr lang="en-US" altLang="en-US" dirty="0"/>
              <a:t>					if</a:t>
            </a:r>
            <a:r>
              <a:rPr lang="en-US" altLang="en-US" b="1" dirty="0">
                <a:solidFill>
                  <a:srgbClr val="0000CC"/>
                </a:solidFill>
              </a:rPr>
              <a:t> </a:t>
            </a:r>
            <a:r>
              <a:rPr lang="en-US" altLang="en-US" b="1" i="1" dirty="0" err="1">
                <a:solidFill>
                  <a:srgbClr val="0000CC"/>
                </a:solidFill>
              </a:rPr>
              <a:t>i</a:t>
            </a:r>
            <a:r>
              <a:rPr lang="en-US" altLang="en-US" b="1" dirty="0">
                <a:solidFill>
                  <a:srgbClr val="0000CC"/>
                </a:solidFill>
              </a:rPr>
              <a:t> = </a:t>
            </a:r>
            <a:r>
              <a:rPr lang="en-US" altLang="en-US" b="1" i="1" dirty="0">
                <a:solidFill>
                  <a:srgbClr val="0000CC"/>
                </a:solidFill>
              </a:rPr>
              <a:t>j</a:t>
            </a:r>
          </a:p>
          <a:p>
            <a:pPr lvl="1"/>
            <a:r>
              <a:rPr lang="en-US" altLang="en-US" b="1" i="1" dirty="0" err="1">
                <a:solidFill>
                  <a:srgbClr val="0000CC"/>
                </a:solidFill>
              </a:rPr>
              <a:t>w</a:t>
            </a:r>
            <a:r>
              <a:rPr lang="en-US" altLang="en-US" b="1" i="1" baseline="-25000" dirty="0" err="1">
                <a:solidFill>
                  <a:srgbClr val="0000CC"/>
                </a:solidFill>
              </a:rPr>
              <a:t>ij</a:t>
            </a:r>
            <a:r>
              <a:rPr lang="en-US" altLang="en-US" b="1" dirty="0">
                <a:solidFill>
                  <a:srgbClr val="0000CC"/>
                </a:solidFill>
              </a:rPr>
              <a:t> = </a:t>
            </a:r>
            <a:r>
              <a:rPr lang="en-US" altLang="en-US" dirty="0"/>
              <a:t>weight of the directed edge	if</a:t>
            </a:r>
            <a:r>
              <a:rPr lang="en-US" altLang="en-US" b="1" dirty="0">
                <a:solidFill>
                  <a:srgbClr val="0000CC"/>
                </a:solidFill>
              </a:rPr>
              <a:t> </a:t>
            </a:r>
            <a:r>
              <a:rPr lang="en-US" altLang="en-US" b="1" i="1" dirty="0" err="1">
                <a:solidFill>
                  <a:srgbClr val="0000CC"/>
                </a:solidFill>
              </a:rPr>
              <a:t>i</a:t>
            </a:r>
            <a:r>
              <a:rPr lang="en-US" altLang="en-US" b="1" dirty="0">
                <a:solidFill>
                  <a:srgbClr val="0000CC"/>
                </a:solidFill>
              </a:rPr>
              <a:t> ≠ </a:t>
            </a:r>
            <a:r>
              <a:rPr lang="en-US" altLang="en-US" b="1" i="1" dirty="0">
                <a:solidFill>
                  <a:srgbClr val="0000CC"/>
                </a:solidFill>
              </a:rPr>
              <a:t>j,  </a:t>
            </a:r>
            <a:r>
              <a:rPr lang="en-US" altLang="en-US" dirty="0"/>
              <a:t>and  </a:t>
            </a:r>
            <a:r>
              <a:rPr lang="en-US" altLang="en-US" b="1" dirty="0">
                <a:solidFill>
                  <a:srgbClr val="0000CC"/>
                </a:solidFill>
              </a:rPr>
              <a:t>(</a:t>
            </a:r>
            <a:r>
              <a:rPr lang="en-US" altLang="en-US" b="1" i="1" dirty="0" err="1">
                <a:solidFill>
                  <a:srgbClr val="0000CC"/>
                </a:solidFill>
              </a:rPr>
              <a:t>i</a:t>
            </a:r>
            <a:r>
              <a:rPr lang="en-US" altLang="en-US" b="1" i="1" dirty="0">
                <a:solidFill>
                  <a:srgbClr val="0000CC"/>
                </a:solidFill>
              </a:rPr>
              <a:t> </a:t>
            </a:r>
            <a:r>
              <a:rPr lang="en-US" altLang="en-US" b="1" dirty="0">
                <a:solidFill>
                  <a:srgbClr val="0000CC"/>
                </a:solidFill>
              </a:rPr>
              <a:t>, </a:t>
            </a:r>
            <a:r>
              <a:rPr lang="en-US" altLang="en-US" b="1" i="1" dirty="0">
                <a:solidFill>
                  <a:srgbClr val="0000CC"/>
                </a:solidFill>
              </a:rPr>
              <a:t>j</a:t>
            </a:r>
            <a:r>
              <a:rPr lang="en-US" altLang="en-US" b="1" dirty="0">
                <a:solidFill>
                  <a:srgbClr val="0000CC"/>
                </a:solidFill>
              </a:rPr>
              <a:t>)</a:t>
            </a:r>
            <a:r>
              <a:rPr lang="en-US" altLang="en-US" dirty="0">
                <a:solidFill>
                  <a:srgbClr val="0000CC"/>
                </a:solidFill>
              </a:rPr>
              <a:t> </a:t>
            </a:r>
            <a:r>
              <a:rPr lang="el-GR" altLang="en-US" sz="2800" dirty="0">
                <a:solidFill>
                  <a:srgbClr val="0000CC"/>
                </a:solidFill>
              </a:rPr>
              <a:t>ϵ</a:t>
            </a:r>
            <a:r>
              <a:rPr lang="en-US" altLang="en-US" b="1" dirty="0">
                <a:solidFill>
                  <a:srgbClr val="0000CC"/>
                </a:solidFill>
              </a:rPr>
              <a:t> E</a:t>
            </a:r>
          </a:p>
          <a:p>
            <a:pPr lvl="1"/>
            <a:r>
              <a:rPr lang="en-US" altLang="en-US" b="1" i="1" dirty="0" err="1">
                <a:solidFill>
                  <a:srgbClr val="0000CC"/>
                </a:solidFill>
              </a:rPr>
              <a:t>w</a:t>
            </a:r>
            <a:r>
              <a:rPr lang="en-US" altLang="en-US" b="1" i="1" baseline="-25000" dirty="0" err="1">
                <a:solidFill>
                  <a:srgbClr val="0000CC"/>
                </a:solidFill>
              </a:rPr>
              <a:t>ij</a:t>
            </a:r>
            <a:r>
              <a:rPr lang="en-US" altLang="en-US" b="1" dirty="0">
                <a:solidFill>
                  <a:srgbClr val="0000CC"/>
                </a:solidFill>
              </a:rPr>
              <a:t> =    </a:t>
            </a:r>
            <a:r>
              <a:rPr lang="en-US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∞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/>
              <a:t>				if</a:t>
            </a:r>
            <a:r>
              <a:rPr lang="en-US" altLang="en-US" b="1" dirty="0">
                <a:solidFill>
                  <a:srgbClr val="0000CC"/>
                </a:solidFill>
              </a:rPr>
              <a:t> </a:t>
            </a:r>
            <a:r>
              <a:rPr lang="en-US" altLang="en-US" b="1" i="1" dirty="0" err="1">
                <a:solidFill>
                  <a:srgbClr val="0000CC"/>
                </a:solidFill>
              </a:rPr>
              <a:t>i</a:t>
            </a:r>
            <a:r>
              <a:rPr lang="en-US" altLang="en-US" b="1" dirty="0">
                <a:solidFill>
                  <a:srgbClr val="0000CC"/>
                </a:solidFill>
              </a:rPr>
              <a:t> ≠ </a:t>
            </a:r>
            <a:r>
              <a:rPr lang="en-US" altLang="en-US" b="1" i="1" dirty="0">
                <a:solidFill>
                  <a:srgbClr val="0000CC"/>
                </a:solidFill>
              </a:rPr>
              <a:t>j,  </a:t>
            </a:r>
            <a:r>
              <a:rPr lang="en-US" altLang="en-US" dirty="0"/>
              <a:t>and  </a:t>
            </a:r>
            <a:r>
              <a:rPr lang="en-US" altLang="en-US" b="1" dirty="0">
                <a:solidFill>
                  <a:srgbClr val="0000CC"/>
                </a:solidFill>
              </a:rPr>
              <a:t>(</a:t>
            </a:r>
            <a:r>
              <a:rPr lang="en-US" altLang="en-US" b="1" i="1" dirty="0" err="1">
                <a:solidFill>
                  <a:srgbClr val="0000CC"/>
                </a:solidFill>
              </a:rPr>
              <a:t>i</a:t>
            </a:r>
            <a:r>
              <a:rPr lang="en-US" altLang="en-US" b="1" i="1" dirty="0">
                <a:solidFill>
                  <a:srgbClr val="0000CC"/>
                </a:solidFill>
              </a:rPr>
              <a:t> </a:t>
            </a:r>
            <a:r>
              <a:rPr lang="en-US" altLang="en-US" b="1" dirty="0">
                <a:solidFill>
                  <a:srgbClr val="0000CC"/>
                </a:solidFill>
              </a:rPr>
              <a:t>, </a:t>
            </a:r>
            <a:r>
              <a:rPr lang="en-US" altLang="en-US" b="1" i="1" dirty="0">
                <a:solidFill>
                  <a:srgbClr val="0000CC"/>
                </a:solidFill>
              </a:rPr>
              <a:t>j</a:t>
            </a:r>
            <a:r>
              <a:rPr lang="en-US" altLang="en-US" b="1" dirty="0">
                <a:solidFill>
                  <a:srgbClr val="0000CC"/>
                </a:solidFill>
              </a:rPr>
              <a:t>)</a:t>
            </a:r>
            <a:r>
              <a:rPr lang="en-US" altLang="en-US" dirty="0">
                <a:solidFill>
                  <a:srgbClr val="0000CC"/>
                </a:solidFill>
              </a:rPr>
              <a:t> </a:t>
            </a:r>
            <a:r>
              <a:rPr lang="el-GR" altLang="en-US" sz="2800" dirty="0">
                <a:solidFill>
                  <a:srgbClr val="0000CC"/>
                </a:solidFill>
              </a:rPr>
              <a:t>ϵ</a:t>
            </a:r>
            <a:r>
              <a:rPr lang="en-US" altLang="en-US" b="1" dirty="0">
                <a:solidFill>
                  <a:srgbClr val="0000CC"/>
                </a:solidFill>
              </a:rPr>
              <a:t> E</a:t>
            </a:r>
          </a:p>
          <a:p>
            <a:endParaRPr lang="en-US" altLang="en-US" b="1" dirty="0">
              <a:solidFill>
                <a:srgbClr val="0000CC"/>
              </a:solidFill>
            </a:endParaRPr>
          </a:p>
          <a:p>
            <a:r>
              <a:rPr lang="en-US" altLang="en-US" b="1" dirty="0">
                <a:solidFill>
                  <a:srgbClr val="0000CC"/>
                </a:solidFill>
              </a:rPr>
              <a:t>Initially</a:t>
            </a:r>
          </a:p>
          <a:p>
            <a:pPr lvl="1"/>
            <a:r>
              <a:rPr lang="en-US" altLang="en-US" b="1" i="1" dirty="0" err="1">
                <a:solidFill>
                  <a:srgbClr val="0000CC"/>
                </a:solidFill>
              </a:rPr>
              <a:t>p</a:t>
            </a:r>
            <a:r>
              <a:rPr lang="en-US" altLang="en-US" b="1" i="1" baseline="-25000" dirty="0" err="1">
                <a:solidFill>
                  <a:srgbClr val="0000CC"/>
                </a:solidFill>
              </a:rPr>
              <a:t>ij</a:t>
            </a:r>
            <a:r>
              <a:rPr lang="en-US" altLang="en-US" b="1" dirty="0">
                <a:solidFill>
                  <a:srgbClr val="0000CC"/>
                </a:solidFill>
              </a:rPr>
              <a:t> = Nil			</a:t>
            </a:r>
            <a:r>
              <a:rPr lang="en-US" altLang="en-US" dirty="0"/>
              <a:t>if</a:t>
            </a:r>
            <a:r>
              <a:rPr lang="en-US" altLang="en-US" b="1" dirty="0">
                <a:solidFill>
                  <a:srgbClr val="0000CC"/>
                </a:solidFill>
              </a:rPr>
              <a:t> </a:t>
            </a:r>
            <a:r>
              <a:rPr lang="en-US" altLang="en-US" b="1" i="1" dirty="0" err="1">
                <a:solidFill>
                  <a:srgbClr val="0000CC"/>
                </a:solidFill>
              </a:rPr>
              <a:t>i</a:t>
            </a:r>
            <a:r>
              <a:rPr lang="en-US" altLang="en-US" b="1" dirty="0">
                <a:solidFill>
                  <a:srgbClr val="0000CC"/>
                </a:solidFill>
              </a:rPr>
              <a:t> = </a:t>
            </a:r>
            <a:r>
              <a:rPr lang="en-US" altLang="en-US" b="1" i="1" dirty="0">
                <a:solidFill>
                  <a:srgbClr val="0000CC"/>
                </a:solidFill>
              </a:rPr>
              <a:t>j  </a:t>
            </a:r>
            <a:r>
              <a:rPr lang="en-US" altLang="en-US" dirty="0"/>
              <a:t>or </a:t>
            </a:r>
            <a:r>
              <a:rPr lang="en-US" altLang="en-US" b="1" i="1" dirty="0">
                <a:solidFill>
                  <a:srgbClr val="0000CC"/>
                </a:solidFill>
              </a:rPr>
              <a:t> </a:t>
            </a:r>
            <a:r>
              <a:rPr lang="en-US" altLang="en-US" b="1" i="1" dirty="0" err="1">
                <a:solidFill>
                  <a:srgbClr val="0000CC"/>
                </a:solidFill>
              </a:rPr>
              <a:t>w</a:t>
            </a:r>
            <a:r>
              <a:rPr lang="en-US" altLang="en-US" b="1" i="1" baseline="-25000" dirty="0" err="1">
                <a:solidFill>
                  <a:srgbClr val="0000CC"/>
                </a:solidFill>
              </a:rPr>
              <a:t>ij</a:t>
            </a:r>
            <a:r>
              <a:rPr lang="en-US" altLang="en-US" b="1" i="1" baseline="-25000" dirty="0">
                <a:solidFill>
                  <a:srgbClr val="0000CC"/>
                </a:solidFill>
              </a:rPr>
              <a:t> </a:t>
            </a:r>
            <a:r>
              <a:rPr lang="en-US" altLang="en-US" b="1" i="1" dirty="0">
                <a:solidFill>
                  <a:srgbClr val="0000CC"/>
                </a:solidFill>
              </a:rPr>
              <a:t>= </a:t>
            </a:r>
            <a:r>
              <a:rPr lang="en-US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∞</a:t>
            </a:r>
            <a:endParaRPr lang="en-US" altLang="en-US" b="1" i="1" dirty="0">
              <a:solidFill>
                <a:srgbClr val="0000CC"/>
              </a:solidFill>
            </a:endParaRPr>
          </a:p>
          <a:p>
            <a:pPr lvl="1"/>
            <a:r>
              <a:rPr lang="en-US" altLang="en-US" b="1" i="1" dirty="0" err="1">
                <a:solidFill>
                  <a:srgbClr val="0000CC"/>
                </a:solidFill>
              </a:rPr>
              <a:t>p</a:t>
            </a:r>
            <a:r>
              <a:rPr lang="en-US" altLang="en-US" b="1" i="1" baseline="-25000" dirty="0" err="1">
                <a:solidFill>
                  <a:srgbClr val="0000CC"/>
                </a:solidFill>
              </a:rPr>
              <a:t>ij</a:t>
            </a:r>
            <a:r>
              <a:rPr lang="en-US" altLang="en-US" b="1" dirty="0">
                <a:solidFill>
                  <a:srgbClr val="0000CC"/>
                </a:solidFill>
              </a:rPr>
              <a:t> = </a:t>
            </a:r>
            <a:r>
              <a:rPr lang="en-US" altLang="en-US" b="1" i="1" dirty="0" err="1">
                <a:solidFill>
                  <a:srgbClr val="0000CC"/>
                </a:solidFill>
              </a:rPr>
              <a:t>i</a:t>
            </a:r>
            <a:r>
              <a:rPr lang="en-US" altLang="en-US" b="1" i="1" dirty="0">
                <a:solidFill>
                  <a:srgbClr val="0000CC"/>
                </a:solidFill>
              </a:rPr>
              <a:t>			</a:t>
            </a:r>
            <a:r>
              <a:rPr lang="en-US" altLang="en-US" dirty="0"/>
              <a:t>if</a:t>
            </a:r>
            <a:r>
              <a:rPr lang="en-US" altLang="en-US" b="1" dirty="0">
                <a:solidFill>
                  <a:srgbClr val="0000CC"/>
                </a:solidFill>
              </a:rPr>
              <a:t> </a:t>
            </a:r>
            <a:r>
              <a:rPr lang="en-US" altLang="en-US" b="1" i="1" dirty="0" err="1">
                <a:solidFill>
                  <a:srgbClr val="0000CC"/>
                </a:solidFill>
              </a:rPr>
              <a:t>i</a:t>
            </a:r>
            <a:r>
              <a:rPr lang="en-US" altLang="en-US" b="1" dirty="0">
                <a:solidFill>
                  <a:srgbClr val="0000CC"/>
                </a:solidFill>
              </a:rPr>
              <a:t> ≠ </a:t>
            </a:r>
            <a:r>
              <a:rPr lang="en-US" altLang="en-US" b="1" i="1" dirty="0">
                <a:solidFill>
                  <a:srgbClr val="0000CC"/>
                </a:solidFill>
              </a:rPr>
              <a:t>j  </a:t>
            </a:r>
            <a:r>
              <a:rPr lang="en-US" altLang="en-US" dirty="0"/>
              <a:t>and</a:t>
            </a:r>
            <a:r>
              <a:rPr lang="en-US" altLang="en-US" b="1" i="1" dirty="0">
                <a:solidFill>
                  <a:srgbClr val="0000CC"/>
                </a:solidFill>
              </a:rPr>
              <a:t>  </a:t>
            </a:r>
            <a:r>
              <a:rPr lang="en-US" altLang="en-US" b="1" i="1" dirty="0" err="1">
                <a:solidFill>
                  <a:srgbClr val="0000CC"/>
                </a:solidFill>
              </a:rPr>
              <a:t>w</a:t>
            </a:r>
            <a:r>
              <a:rPr lang="en-US" altLang="en-US" b="1" i="1" baseline="-25000" dirty="0" err="1">
                <a:solidFill>
                  <a:srgbClr val="0000CC"/>
                </a:solidFill>
              </a:rPr>
              <a:t>ij</a:t>
            </a:r>
            <a:r>
              <a:rPr lang="en-US" altLang="en-US" b="1" i="1" baseline="-25000" dirty="0">
                <a:solidFill>
                  <a:srgbClr val="0000CC"/>
                </a:solidFill>
              </a:rPr>
              <a:t> </a:t>
            </a:r>
            <a:r>
              <a:rPr lang="en-US" altLang="en-US" b="1" i="1" dirty="0">
                <a:solidFill>
                  <a:srgbClr val="0000CC"/>
                </a:solidFill>
              </a:rPr>
              <a:t>&lt; </a:t>
            </a:r>
            <a:r>
              <a:rPr lang="en-US" altLang="en-US" dirty="0">
                <a:solidFill>
                  <a:srgbClr val="0000CC"/>
                </a:solidFill>
                <a:cs typeface="Times New Roman" panose="02020603050405020304" pitchFamily="18" charset="0"/>
              </a:rPr>
              <a:t>∞</a:t>
            </a:r>
            <a:endParaRPr lang="en-US" altLang="en-US" b="1" i="1" dirty="0">
              <a:solidFill>
                <a:srgbClr val="0000CC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03B266F-42FB-C441-8833-6BD133820B57}"/>
              </a:ext>
            </a:extLst>
          </p:cNvPr>
          <p:cNvCxnSpPr>
            <a:cxnSpLocks/>
          </p:cNvCxnSpPr>
          <p:nvPr/>
        </p:nvCxnSpPr>
        <p:spPr>
          <a:xfrm>
            <a:off x="8274051" y="2787650"/>
            <a:ext cx="143439" cy="130914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09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F8FDD1-32BA-AE45-A9F9-E5F846BB8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815A3C9-7CCF-3746-982B-06830012BBC2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7239000" cy="762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Floyd-warshall algorithm</a:t>
            </a:r>
            <a:endParaRPr lang="en-US" dirty="0"/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8C439846-8CC3-094A-9E27-7B2DC523EC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7897321"/>
              </p:ext>
            </p:extLst>
          </p:nvPr>
        </p:nvGraphicFramePr>
        <p:xfrm>
          <a:off x="52311" y="3382094"/>
          <a:ext cx="4710113" cy="3449094"/>
        </p:xfrm>
        <a:graphic>
          <a:graphicData uri="http://schemas.openxmlformats.org/drawingml/2006/table">
            <a:tbl>
              <a:tblPr/>
              <a:tblGrid>
                <a:gridCol w="822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7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0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98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0608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i</a:t>
                      </a:r>
                      <a:r>
                        <a:rPr kumimoji="0" lang="en-US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/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j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5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6" name="Group 3">
            <a:extLst>
              <a:ext uri="{FF2B5EF4-FFF2-40B4-BE49-F238E27FC236}">
                <a16:creationId xmlns:a16="http://schemas.microsoft.com/office/drawing/2014/main" id="{94DC4F82-22A5-864E-BF7C-A6CF69FB999E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838200"/>
            <a:ext cx="3505200" cy="2162175"/>
            <a:chOff x="432" y="240"/>
            <a:chExt cx="2016" cy="1191"/>
          </a:xfrm>
        </p:grpSpPr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63AEC31A-90E2-3949-81C1-9703C97CE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" y="272"/>
              <a:ext cx="227" cy="204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4000" b="1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C630ED6E-3812-7C4E-9D29-F471C89F68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" y="369"/>
              <a:ext cx="711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8ABBB748-E509-A74F-AFCA-3BC6B0F8D1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480"/>
              <a:ext cx="64" cy="28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DD46E896-B927-AE46-A1E0-28F438DC6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8" y="956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F9C018B3-D3DC-FE46-B440-D97A5260D8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8" y="572"/>
              <a:ext cx="496" cy="60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F67A7330-7C20-6746-84CE-D9535ADEFD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4" y="1222"/>
              <a:ext cx="911" cy="4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4AF89B3E-F42E-1A46-99ED-FDDD283D2B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" y="463"/>
              <a:ext cx="0" cy="61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10E7CB80-97DB-F848-B2F3-C32129E0DC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" y="439"/>
              <a:ext cx="635" cy="36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04323D6D-5A25-2240-89AF-048217431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" y="282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grpSp>
          <p:nvGrpSpPr>
            <p:cNvPr id="16" name="Group 13">
              <a:extLst>
                <a:ext uri="{FF2B5EF4-FFF2-40B4-BE49-F238E27FC236}">
                  <a16:creationId xmlns:a16="http://schemas.microsoft.com/office/drawing/2014/main" id="{980A4C68-5BFD-D040-BD1A-966D3F982B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071"/>
              <a:ext cx="227" cy="205"/>
              <a:chOff x="432" y="1551"/>
              <a:chExt cx="227" cy="205"/>
            </a:xfrm>
          </p:grpSpPr>
          <p:sp>
            <p:nvSpPr>
              <p:cNvPr id="40" name="Oval 14">
                <a:extLst>
                  <a:ext uri="{FF2B5EF4-FFF2-40B4-BE49-F238E27FC236}">
                    <a16:creationId xmlns:a16="http://schemas.microsoft.com/office/drawing/2014/main" id="{88EA3847-4997-2F41-BAFB-759B724AF0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41" name="Rectangle 15">
                <a:extLst>
                  <a:ext uri="{FF2B5EF4-FFF2-40B4-BE49-F238E27FC236}">
                    <a16:creationId xmlns:a16="http://schemas.microsoft.com/office/drawing/2014/main" id="{DB296B1E-70FB-C844-A322-2A4645DEC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" y="1553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E2B9A20-7373-3440-A897-F1A53C96CE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6" y="749"/>
              <a:ext cx="227" cy="205"/>
              <a:chOff x="1246" y="1229"/>
              <a:chExt cx="227" cy="205"/>
            </a:xfrm>
          </p:grpSpPr>
          <p:sp>
            <p:nvSpPr>
              <p:cNvPr id="38" name="Oval 17">
                <a:extLst>
                  <a:ext uri="{FF2B5EF4-FFF2-40B4-BE49-F238E27FC236}">
                    <a16:creationId xmlns:a16="http://schemas.microsoft.com/office/drawing/2014/main" id="{340428E4-AEFE-0A4D-9233-085ABD8758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9" name="Rectangle 18">
                <a:extLst>
                  <a:ext uri="{FF2B5EF4-FFF2-40B4-BE49-F238E27FC236}">
                    <a16:creationId xmlns:a16="http://schemas.microsoft.com/office/drawing/2014/main" id="{C46A26EA-92E4-C14C-8466-2938AEF409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" y="1257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8" name="Group 19">
              <a:extLst>
                <a:ext uri="{FF2B5EF4-FFF2-40B4-BE49-F238E27FC236}">
                  <a16:creationId xmlns:a16="http://schemas.microsoft.com/office/drawing/2014/main" id="{6C0B6DC4-B4A1-0146-94BC-10BDDE6CE8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0" y="1144"/>
              <a:ext cx="227" cy="204"/>
              <a:chOff x="1550" y="1624"/>
              <a:chExt cx="227" cy="204"/>
            </a:xfrm>
          </p:grpSpPr>
          <p:sp>
            <p:nvSpPr>
              <p:cNvPr id="36" name="Oval 20">
                <a:extLst>
                  <a:ext uri="{FF2B5EF4-FFF2-40B4-BE49-F238E27FC236}">
                    <a16:creationId xmlns:a16="http://schemas.microsoft.com/office/drawing/2014/main" id="{4CC80538-31CE-B144-932E-4938BE52D2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7" name="Rectangle 21">
                <a:extLst>
                  <a:ext uri="{FF2B5EF4-FFF2-40B4-BE49-F238E27FC236}">
                    <a16:creationId xmlns:a16="http://schemas.microsoft.com/office/drawing/2014/main" id="{56765956-DE80-CE4D-8D21-78E3831E7D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4" y="1653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" name="Group 22">
              <a:extLst>
                <a:ext uri="{FF2B5EF4-FFF2-40B4-BE49-F238E27FC236}">
                  <a16:creationId xmlns:a16="http://schemas.microsoft.com/office/drawing/2014/main" id="{C6D0E559-943E-FC43-A67F-DEF9E438CD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2" y="408"/>
              <a:ext cx="226" cy="205"/>
              <a:chOff x="2222" y="888"/>
              <a:chExt cx="226" cy="205"/>
            </a:xfrm>
          </p:grpSpPr>
          <p:sp>
            <p:nvSpPr>
              <p:cNvPr id="34" name="Oval 23">
                <a:extLst>
                  <a:ext uri="{FF2B5EF4-FFF2-40B4-BE49-F238E27FC236}">
                    <a16:creationId xmlns:a16="http://schemas.microsoft.com/office/drawing/2014/main" id="{187B917D-F5CB-3C4A-8BFD-A04F142A20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5" name="Rectangle 24">
                <a:extLst>
                  <a:ext uri="{FF2B5EF4-FFF2-40B4-BE49-F238E27FC236}">
                    <a16:creationId xmlns:a16="http://schemas.microsoft.com/office/drawing/2014/main" id="{00BC9933-FA76-504D-BE9F-D96BCE578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" name="Rectangle 25">
              <a:extLst>
                <a:ext uri="{FF2B5EF4-FFF2-40B4-BE49-F238E27FC236}">
                  <a16:creationId xmlns:a16="http://schemas.microsoft.com/office/drawing/2014/main" id="{63E5F630-36DA-F747-9F37-0D6B7A806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" y="865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26">
              <a:extLst>
                <a:ext uri="{FF2B5EF4-FFF2-40B4-BE49-F238E27FC236}">
                  <a16:creationId xmlns:a16="http://schemas.microsoft.com/office/drawing/2014/main" id="{23386F13-E065-4F43-879F-002B502EA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" y="286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057B5ACA-5A62-7746-82D9-BD183E370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9" y="573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28">
              <a:extLst>
                <a:ext uri="{FF2B5EF4-FFF2-40B4-BE49-F238E27FC236}">
                  <a16:creationId xmlns:a16="http://schemas.microsoft.com/office/drawing/2014/main" id="{0386ACC8-7488-D04B-8AB3-100243268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4" y="964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29">
              <a:extLst>
                <a:ext uri="{FF2B5EF4-FFF2-40B4-BE49-F238E27FC236}">
                  <a16:creationId xmlns:a16="http://schemas.microsoft.com/office/drawing/2014/main" id="{7527C9F0-C69B-454C-9C40-E27374BFF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9" y="870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30">
              <a:extLst>
                <a:ext uri="{FF2B5EF4-FFF2-40B4-BE49-F238E27FC236}">
                  <a16:creationId xmlns:a16="http://schemas.microsoft.com/office/drawing/2014/main" id="{1674CCFA-7121-2A49-A49A-A9276A110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" y="698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6" name="Rectangle 31">
              <a:extLst>
                <a:ext uri="{FF2B5EF4-FFF2-40B4-BE49-F238E27FC236}">
                  <a16:creationId xmlns:a16="http://schemas.microsoft.com/office/drawing/2014/main" id="{ACA17F0F-D11E-E34F-94F4-729706E96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526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7" name="Rectangle 32">
              <a:extLst>
                <a:ext uri="{FF2B5EF4-FFF2-40B4-BE49-F238E27FC236}">
                  <a16:creationId xmlns:a16="http://schemas.microsoft.com/office/drawing/2014/main" id="{E5B81D8B-8F1A-8049-B05C-09884F331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40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8" name="Rectangle 33">
              <a:extLst>
                <a:ext uri="{FF2B5EF4-FFF2-40B4-BE49-F238E27FC236}">
                  <a16:creationId xmlns:a16="http://schemas.microsoft.com/office/drawing/2014/main" id="{C2344FCF-276F-0D47-94C4-B311C11C3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" y="1261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9" name="Line 34">
              <a:extLst>
                <a:ext uri="{FF2B5EF4-FFF2-40B4-BE49-F238E27FC236}">
                  <a16:creationId xmlns:a16="http://schemas.microsoft.com/office/drawing/2014/main" id="{2B18C906-3DBF-304C-9EA9-F26B21E2AE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5" y="408"/>
              <a:ext cx="594" cy="7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35">
              <a:extLst>
                <a:ext uri="{FF2B5EF4-FFF2-40B4-BE49-F238E27FC236}">
                  <a16:creationId xmlns:a16="http://schemas.microsoft.com/office/drawing/2014/main" id="{77233E9A-3D74-6B4F-863F-05B9EDED45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912"/>
              <a:ext cx="607" cy="21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" name="Group 36">
              <a:extLst>
                <a:ext uri="{FF2B5EF4-FFF2-40B4-BE49-F238E27FC236}">
                  <a16:creationId xmlns:a16="http://schemas.microsoft.com/office/drawing/2014/main" id="{CC2F4CC5-06B4-1E48-BFD9-F43AFF18E9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5" y="276"/>
              <a:ext cx="227" cy="204"/>
              <a:chOff x="1405" y="756"/>
              <a:chExt cx="227" cy="204"/>
            </a:xfrm>
          </p:grpSpPr>
          <p:sp>
            <p:nvSpPr>
              <p:cNvPr id="32" name="Rectangle 37">
                <a:extLst>
                  <a:ext uri="{FF2B5EF4-FFF2-40B4-BE49-F238E27FC236}">
                    <a16:creationId xmlns:a16="http://schemas.microsoft.com/office/drawing/2014/main" id="{DE30F238-12BB-EE4C-A781-59FB2D127F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" name="Oval 38">
                <a:extLst>
                  <a:ext uri="{FF2B5EF4-FFF2-40B4-BE49-F238E27FC236}">
                    <a16:creationId xmlns:a16="http://schemas.microsoft.com/office/drawing/2014/main" id="{D1356753-BEE1-594D-AAA1-DECE0AA2B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</p:grpSp>
      </p:grpSp>
      <p:graphicFrame>
        <p:nvGraphicFramePr>
          <p:cNvPr id="42" name="Group 3">
            <a:extLst>
              <a:ext uri="{FF2B5EF4-FFF2-40B4-BE49-F238E27FC236}">
                <a16:creationId xmlns:a16="http://schemas.microsoft.com/office/drawing/2014/main" id="{14E00F81-1A1D-5D4B-B8B4-99E277CB2539}"/>
              </a:ext>
            </a:extLst>
          </p:cNvPr>
          <p:cNvGraphicFramePr>
            <a:graphicFrameLocks/>
          </p:cNvGraphicFramePr>
          <p:nvPr/>
        </p:nvGraphicFramePr>
        <p:xfrm>
          <a:off x="4829175" y="3368675"/>
          <a:ext cx="4267199" cy="3248026"/>
        </p:xfrm>
        <a:graphic>
          <a:graphicData uri="http://schemas.openxmlformats.org/drawingml/2006/table">
            <a:tbl>
              <a:tblPr/>
              <a:tblGrid>
                <a:gridCol w="792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0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19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19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419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I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/  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j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3" name="TextBox 56">
            <a:extLst>
              <a:ext uri="{FF2B5EF4-FFF2-40B4-BE49-F238E27FC236}">
                <a16:creationId xmlns:a16="http://schemas.microsoft.com/office/drawing/2014/main" id="{CB4DEBC1-12A0-C546-85D6-6772FB6B5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743200"/>
            <a:ext cx="8953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rgbClr val="0000CC"/>
                </a:solidFill>
              </a:rPr>
              <a:t>D</a:t>
            </a:r>
            <a:r>
              <a:rPr lang="en-US" altLang="en-US" b="1" baseline="30000">
                <a:solidFill>
                  <a:srgbClr val="0000CC"/>
                </a:solidFill>
              </a:rPr>
              <a:t>(0)</a:t>
            </a:r>
          </a:p>
        </p:txBody>
      </p:sp>
      <p:sp>
        <p:nvSpPr>
          <p:cNvPr id="44" name="TextBox 57">
            <a:extLst>
              <a:ext uri="{FF2B5EF4-FFF2-40B4-BE49-F238E27FC236}">
                <a16:creationId xmlns:a16="http://schemas.microsoft.com/office/drawing/2014/main" id="{506BBE47-8764-AE45-8CE1-502211113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0475" y="2743200"/>
            <a:ext cx="8683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rgbClr val="0000CC"/>
                </a:solidFill>
              </a:rPr>
              <a:t>P</a:t>
            </a:r>
            <a:r>
              <a:rPr lang="en-US" altLang="en-US" b="1" baseline="30000">
                <a:solidFill>
                  <a:srgbClr val="0000CC"/>
                </a:solidFill>
              </a:rPr>
              <a:t>(0)</a:t>
            </a:r>
            <a:endParaRPr lang="en-US" altLang="en-US" i="1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598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8164FD-A05E-D446-8FF0-D1F78DF4B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DEEC108-E87D-0944-AB5C-33E009DF9879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7239000" cy="762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Floyd-warshall algorithm</a:t>
            </a:r>
            <a:endParaRPr lang="en-US" dirty="0"/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12EDB73E-AD2B-8A4B-B8F2-6B9D134363DD}"/>
              </a:ext>
            </a:extLst>
          </p:cNvPr>
          <p:cNvGraphicFramePr>
            <a:graphicFrameLocks/>
          </p:cNvGraphicFramePr>
          <p:nvPr/>
        </p:nvGraphicFramePr>
        <p:xfrm>
          <a:off x="31750" y="3346450"/>
          <a:ext cx="4710113" cy="3261136"/>
        </p:xfrm>
        <a:graphic>
          <a:graphicData uri="http://schemas.openxmlformats.org/drawingml/2006/table">
            <a:tbl>
              <a:tblPr/>
              <a:tblGrid>
                <a:gridCol w="822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7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0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98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06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i</a:t>
                      </a:r>
                      <a:r>
                        <a:rPr kumimoji="0" lang="en-US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/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j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5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5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6" name="Group 3">
            <a:extLst>
              <a:ext uri="{FF2B5EF4-FFF2-40B4-BE49-F238E27FC236}">
                <a16:creationId xmlns:a16="http://schemas.microsoft.com/office/drawing/2014/main" id="{A86449DE-FF07-7A41-A821-004B1705181A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838200"/>
            <a:ext cx="3505200" cy="2162175"/>
            <a:chOff x="432" y="240"/>
            <a:chExt cx="2016" cy="1191"/>
          </a:xfrm>
        </p:grpSpPr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A6A46935-5365-4A4C-BFEB-143F8156D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" y="272"/>
              <a:ext cx="227" cy="204"/>
            </a:xfrm>
            <a:prstGeom prst="ellipse">
              <a:avLst/>
            </a:prstGeom>
            <a:solidFill>
              <a:srgbClr val="ABABFF"/>
            </a:solidFill>
            <a:ln w="22225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4000" b="1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33E598EC-47BF-DA4B-88BD-AC946B87B7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" y="369"/>
              <a:ext cx="711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1E6F28C9-5442-EB42-9BA5-37BE130E83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480"/>
              <a:ext cx="64" cy="28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345D16EB-945A-874B-81B6-276FEBB7F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8" y="956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B043C39B-83D9-8E42-8574-842F2A9CAF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8" y="572"/>
              <a:ext cx="496" cy="60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2C54F676-4778-504B-A20E-025F12B293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4" y="1222"/>
              <a:ext cx="911" cy="4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A890D43D-5C36-1C4E-80F0-EBCED8A38C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" y="463"/>
              <a:ext cx="0" cy="61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6A235387-F681-F042-A079-45DB665572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" y="439"/>
              <a:ext cx="635" cy="36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F3D1985D-CCF2-484B-B498-5B5942B55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" y="282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grpSp>
          <p:nvGrpSpPr>
            <p:cNvPr id="16" name="Group 13">
              <a:extLst>
                <a:ext uri="{FF2B5EF4-FFF2-40B4-BE49-F238E27FC236}">
                  <a16:creationId xmlns:a16="http://schemas.microsoft.com/office/drawing/2014/main" id="{99641634-7394-6845-9BC6-0D29C6AA49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071"/>
              <a:ext cx="227" cy="205"/>
              <a:chOff x="432" y="1551"/>
              <a:chExt cx="227" cy="205"/>
            </a:xfrm>
          </p:grpSpPr>
          <p:sp>
            <p:nvSpPr>
              <p:cNvPr id="40" name="Oval 14">
                <a:extLst>
                  <a:ext uri="{FF2B5EF4-FFF2-40B4-BE49-F238E27FC236}">
                    <a16:creationId xmlns:a16="http://schemas.microsoft.com/office/drawing/2014/main" id="{262E3A19-4B55-E649-B238-CDAEF0935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41" name="Rectangle 15">
                <a:extLst>
                  <a:ext uri="{FF2B5EF4-FFF2-40B4-BE49-F238E27FC236}">
                    <a16:creationId xmlns:a16="http://schemas.microsoft.com/office/drawing/2014/main" id="{B7B72564-449A-6146-866E-86EB70DD2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" y="1553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9DE6582-B99D-4740-AEA0-92FB116AD5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6" y="749"/>
              <a:ext cx="227" cy="205"/>
              <a:chOff x="1246" y="1229"/>
              <a:chExt cx="227" cy="205"/>
            </a:xfrm>
          </p:grpSpPr>
          <p:sp>
            <p:nvSpPr>
              <p:cNvPr id="38" name="Oval 17">
                <a:extLst>
                  <a:ext uri="{FF2B5EF4-FFF2-40B4-BE49-F238E27FC236}">
                    <a16:creationId xmlns:a16="http://schemas.microsoft.com/office/drawing/2014/main" id="{7B100445-4B48-E844-A7D7-B7797A3441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9" name="Rectangle 18">
                <a:extLst>
                  <a:ext uri="{FF2B5EF4-FFF2-40B4-BE49-F238E27FC236}">
                    <a16:creationId xmlns:a16="http://schemas.microsoft.com/office/drawing/2014/main" id="{FEDEA531-595C-B440-8F8B-E19D8947DE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" y="1257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8" name="Group 19">
              <a:extLst>
                <a:ext uri="{FF2B5EF4-FFF2-40B4-BE49-F238E27FC236}">
                  <a16:creationId xmlns:a16="http://schemas.microsoft.com/office/drawing/2014/main" id="{DB738E88-B3B4-7C46-95C6-4A1E9E05B9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0" y="1144"/>
              <a:ext cx="227" cy="204"/>
              <a:chOff x="1550" y="1624"/>
              <a:chExt cx="227" cy="204"/>
            </a:xfrm>
          </p:grpSpPr>
          <p:sp>
            <p:nvSpPr>
              <p:cNvPr id="36" name="Oval 20">
                <a:extLst>
                  <a:ext uri="{FF2B5EF4-FFF2-40B4-BE49-F238E27FC236}">
                    <a16:creationId xmlns:a16="http://schemas.microsoft.com/office/drawing/2014/main" id="{8406A7C0-335D-4840-89C1-87D5A036F4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7" name="Rectangle 21">
                <a:extLst>
                  <a:ext uri="{FF2B5EF4-FFF2-40B4-BE49-F238E27FC236}">
                    <a16:creationId xmlns:a16="http://schemas.microsoft.com/office/drawing/2014/main" id="{610AF2E4-ABEA-0E44-A8C6-8DFDAED5E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4" y="1653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" name="Group 22">
              <a:extLst>
                <a:ext uri="{FF2B5EF4-FFF2-40B4-BE49-F238E27FC236}">
                  <a16:creationId xmlns:a16="http://schemas.microsoft.com/office/drawing/2014/main" id="{60A4A220-A7CD-A944-A027-AEFD4ED403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2" y="408"/>
              <a:ext cx="226" cy="205"/>
              <a:chOff x="2222" y="888"/>
              <a:chExt cx="226" cy="205"/>
            </a:xfrm>
          </p:grpSpPr>
          <p:sp>
            <p:nvSpPr>
              <p:cNvPr id="34" name="Oval 23">
                <a:extLst>
                  <a:ext uri="{FF2B5EF4-FFF2-40B4-BE49-F238E27FC236}">
                    <a16:creationId xmlns:a16="http://schemas.microsoft.com/office/drawing/2014/main" id="{97DA498B-6B08-CD4D-BCEE-2D22AD8B18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5" name="Rectangle 24">
                <a:extLst>
                  <a:ext uri="{FF2B5EF4-FFF2-40B4-BE49-F238E27FC236}">
                    <a16:creationId xmlns:a16="http://schemas.microsoft.com/office/drawing/2014/main" id="{B150ACCF-1570-5F47-93DD-30A39A152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" name="Rectangle 25">
              <a:extLst>
                <a:ext uri="{FF2B5EF4-FFF2-40B4-BE49-F238E27FC236}">
                  <a16:creationId xmlns:a16="http://schemas.microsoft.com/office/drawing/2014/main" id="{2653B591-4B6D-CF45-9236-0A15300B4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" y="865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26">
              <a:extLst>
                <a:ext uri="{FF2B5EF4-FFF2-40B4-BE49-F238E27FC236}">
                  <a16:creationId xmlns:a16="http://schemas.microsoft.com/office/drawing/2014/main" id="{1C739950-2BDE-F146-A9A9-3D44D826F9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" y="286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D5755523-7898-5C40-8D99-60530123F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9" y="573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28">
              <a:extLst>
                <a:ext uri="{FF2B5EF4-FFF2-40B4-BE49-F238E27FC236}">
                  <a16:creationId xmlns:a16="http://schemas.microsoft.com/office/drawing/2014/main" id="{929715FE-E68B-B046-B57E-DF0C54507B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4" y="964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29">
              <a:extLst>
                <a:ext uri="{FF2B5EF4-FFF2-40B4-BE49-F238E27FC236}">
                  <a16:creationId xmlns:a16="http://schemas.microsoft.com/office/drawing/2014/main" id="{01E6E249-2E30-AF47-BC57-B69C263D5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9" y="870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30">
              <a:extLst>
                <a:ext uri="{FF2B5EF4-FFF2-40B4-BE49-F238E27FC236}">
                  <a16:creationId xmlns:a16="http://schemas.microsoft.com/office/drawing/2014/main" id="{9C61AA26-5B40-5E45-8A3A-9363027AC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" y="698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6" name="Rectangle 31">
              <a:extLst>
                <a:ext uri="{FF2B5EF4-FFF2-40B4-BE49-F238E27FC236}">
                  <a16:creationId xmlns:a16="http://schemas.microsoft.com/office/drawing/2014/main" id="{F6CB1E0E-290E-6C45-B0AE-ED09565D6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526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7" name="Rectangle 32">
              <a:extLst>
                <a:ext uri="{FF2B5EF4-FFF2-40B4-BE49-F238E27FC236}">
                  <a16:creationId xmlns:a16="http://schemas.microsoft.com/office/drawing/2014/main" id="{4DACFD64-FC54-BA41-96FE-0539D0AF2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40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8" name="Rectangle 33">
              <a:extLst>
                <a:ext uri="{FF2B5EF4-FFF2-40B4-BE49-F238E27FC236}">
                  <a16:creationId xmlns:a16="http://schemas.microsoft.com/office/drawing/2014/main" id="{7BFA641D-9020-424D-9D4A-EAFDEE2A1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" y="1261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9" name="Line 34">
              <a:extLst>
                <a:ext uri="{FF2B5EF4-FFF2-40B4-BE49-F238E27FC236}">
                  <a16:creationId xmlns:a16="http://schemas.microsoft.com/office/drawing/2014/main" id="{3499B34C-DA62-424D-94D7-CCA37B8611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5" y="408"/>
              <a:ext cx="594" cy="7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35">
              <a:extLst>
                <a:ext uri="{FF2B5EF4-FFF2-40B4-BE49-F238E27FC236}">
                  <a16:creationId xmlns:a16="http://schemas.microsoft.com/office/drawing/2014/main" id="{107BA02E-D596-1C47-9E56-79F62F75D5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912"/>
              <a:ext cx="607" cy="21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" name="Group 36">
              <a:extLst>
                <a:ext uri="{FF2B5EF4-FFF2-40B4-BE49-F238E27FC236}">
                  <a16:creationId xmlns:a16="http://schemas.microsoft.com/office/drawing/2014/main" id="{D95E56B2-481A-AE44-B8C9-EC134EF5D9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5" y="276"/>
              <a:ext cx="227" cy="204"/>
              <a:chOff x="1405" y="756"/>
              <a:chExt cx="227" cy="204"/>
            </a:xfrm>
          </p:grpSpPr>
          <p:sp>
            <p:nvSpPr>
              <p:cNvPr id="32" name="Rectangle 37">
                <a:extLst>
                  <a:ext uri="{FF2B5EF4-FFF2-40B4-BE49-F238E27FC236}">
                    <a16:creationId xmlns:a16="http://schemas.microsoft.com/office/drawing/2014/main" id="{D528A1AC-F890-9F42-90A3-A9DE18B59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" name="Oval 38">
                <a:extLst>
                  <a:ext uri="{FF2B5EF4-FFF2-40B4-BE49-F238E27FC236}">
                    <a16:creationId xmlns:a16="http://schemas.microsoft.com/office/drawing/2014/main" id="{A614CA44-CF4C-4F41-ABB9-F0E9554F69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</p:grpSp>
      </p:grpSp>
      <p:graphicFrame>
        <p:nvGraphicFramePr>
          <p:cNvPr id="42" name="Group 3">
            <a:extLst>
              <a:ext uri="{FF2B5EF4-FFF2-40B4-BE49-F238E27FC236}">
                <a16:creationId xmlns:a16="http://schemas.microsoft.com/office/drawing/2014/main" id="{AC645B9D-E7FC-5B4C-90AC-BD53184672CC}"/>
              </a:ext>
            </a:extLst>
          </p:cNvPr>
          <p:cNvGraphicFramePr>
            <a:graphicFrameLocks/>
          </p:cNvGraphicFramePr>
          <p:nvPr/>
        </p:nvGraphicFramePr>
        <p:xfrm>
          <a:off x="4829175" y="3368675"/>
          <a:ext cx="4267199" cy="3248026"/>
        </p:xfrm>
        <a:graphic>
          <a:graphicData uri="http://schemas.openxmlformats.org/drawingml/2006/table">
            <a:tbl>
              <a:tblPr/>
              <a:tblGrid>
                <a:gridCol w="792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0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19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19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419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I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/  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j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3" name="TextBox 56">
            <a:extLst>
              <a:ext uri="{FF2B5EF4-FFF2-40B4-BE49-F238E27FC236}">
                <a16:creationId xmlns:a16="http://schemas.microsoft.com/office/drawing/2014/main" id="{CC1D9BB2-0497-F94A-AE68-6EF21338B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743200"/>
            <a:ext cx="8953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rgbClr val="0000CC"/>
                </a:solidFill>
              </a:rPr>
              <a:t>D</a:t>
            </a:r>
            <a:r>
              <a:rPr lang="en-US" altLang="en-US" b="1" baseline="30000">
                <a:solidFill>
                  <a:srgbClr val="0000CC"/>
                </a:solidFill>
              </a:rPr>
              <a:t>(1)</a:t>
            </a:r>
          </a:p>
        </p:txBody>
      </p:sp>
      <p:sp>
        <p:nvSpPr>
          <p:cNvPr id="44" name="TextBox 57">
            <a:extLst>
              <a:ext uri="{FF2B5EF4-FFF2-40B4-BE49-F238E27FC236}">
                <a16:creationId xmlns:a16="http://schemas.microsoft.com/office/drawing/2014/main" id="{A0DB39BD-19D1-334B-B7B5-D255199E3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0475" y="2743200"/>
            <a:ext cx="8683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rgbClr val="0000CC"/>
                </a:solidFill>
              </a:rPr>
              <a:t>P</a:t>
            </a:r>
            <a:r>
              <a:rPr lang="en-US" altLang="en-US" b="1" baseline="30000">
                <a:solidFill>
                  <a:srgbClr val="0000CC"/>
                </a:solidFill>
              </a:rPr>
              <a:t>(1)</a:t>
            </a:r>
            <a:endParaRPr lang="en-US" altLang="en-US" i="1">
              <a:solidFill>
                <a:srgbClr val="0000CC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58EAC31-99F1-464C-9F68-DE516A90CA04}"/>
              </a:ext>
            </a:extLst>
          </p:cNvPr>
          <p:cNvSpPr/>
          <p:nvPr/>
        </p:nvSpPr>
        <p:spPr>
          <a:xfrm>
            <a:off x="2165350" y="4267200"/>
            <a:ext cx="547688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D81A6AD-6C66-4F41-B9D1-713237B764AD}"/>
              </a:ext>
            </a:extLst>
          </p:cNvPr>
          <p:cNvSpPr/>
          <p:nvPr/>
        </p:nvSpPr>
        <p:spPr>
          <a:xfrm>
            <a:off x="1508125" y="4724400"/>
            <a:ext cx="549275" cy="5476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81246B2-3537-E24A-99D7-177BE07273F1}"/>
              </a:ext>
            </a:extLst>
          </p:cNvPr>
          <p:cNvSpPr/>
          <p:nvPr/>
        </p:nvSpPr>
        <p:spPr>
          <a:xfrm>
            <a:off x="6781800" y="4267200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98FC355-6E0B-3C47-8732-D989EDF6BCB3}"/>
              </a:ext>
            </a:extLst>
          </p:cNvPr>
          <p:cNvSpPr/>
          <p:nvPr/>
        </p:nvSpPr>
        <p:spPr>
          <a:xfrm>
            <a:off x="6203950" y="4756150"/>
            <a:ext cx="549275" cy="5476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293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  <p:bldP spid="4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6D32A4-A25C-8B4C-99B0-32BB8370A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CF21F81-065D-4B48-8882-97008884F5CF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7239000" cy="762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Floyd-warshall algorithm</a:t>
            </a:r>
            <a:endParaRPr lang="en-US" dirty="0"/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15A00B85-42D7-6F42-AB9E-DF0F7F0E9F2C}"/>
              </a:ext>
            </a:extLst>
          </p:cNvPr>
          <p:cNvGraphicFramePr>
            <a:graphicFrameLocks/>
          </p:cNvGraphicFramePr>
          <p:nvPr/>
        </p:nvGraphicFramePr>
        <p:xfrm>
          <a:off x="31750" y="3346450"/>
          <a:ext cx="4710113" cy="3261136"/>
        </p:xfrm>
        <a:graphic>
          <a:graphicData uri="http://schemas.openxmlformats.org/drawingml/2006/table">
            <a:tbl>
              <a:tblPr/>
              <a:tblGrid>
                <a:gridCol w="822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7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0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98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06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i</a:t>
                      </a:r>
                      <a:r>
                        <a:rPr kumimoji="0" lang="en-US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/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j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7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5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9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7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9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cs typeface="Times New Roman" pitchFamily="18" charset="0"/>
                        </a:rPr>
                        <a:t>∞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6" name="Group 3">
            <a:extLst>
              <a:ext uri="{FF2B5EF4-FFF2-40B4-BE49-F238E27FC236}">
                <a16:creationId xmlns:a16="http://schemas.microsoft.com/office/drawing/2014/main" id="{5714A32F-277F-6348-A4F9-E7802CDBE7A5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838200"/>
            <a:ext cx="3505200" cy="2162175"/>
            <a:chOff x="432" y="240"/>
            <a:chExt cx="2016" cy="1191"/>
          </a:xfrm>
        </p:grpSpPr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86D4178A-D268-5447-97D6-4E9E4F92C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" y="272"/>
              <a:ext cx="227" cy="204"/>
            </a:xfrm>
            <a:prstGeom prst="ellipse">
              <a:avLst/>
            </a:prstGeom>
            <a:solidFill>
              <a:srgbClr val="ABABFF"/>
            </a:solidFill>
            <a:ln w="22225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4000" b="1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6B807C35-708A-9746-9D42-479E60080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" y="369"/>
              <a:ext cx="711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E52C457E-1725-484A-97C8-F59CD43B7A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480"/>
              <a:ext cx="64" cy="28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7075E3C5-42A9-B946-8592-999D0B591B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8" y="956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BD9A3912-31A0-9B4B-A766-1EE5A9A423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8" y="572"/>
              <a:ext cx="496" cy="60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B58EB36A-70EB-C848-90D8-AACDDAC69F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4" y="1222"/>
              <a:ext cx="911" cy="4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08730005-CA01-244F-9908-FAA3CB2BE6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" y="463"/>
              <a:ext cx="0" cy="61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B94ECD6A-C399-F449-B962-27A4493339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" y="439"/>
              <a:ext cx="635" cy="36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2562F12D-EA56-064A-AAAC-A820B4D93D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" y="282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grpSp>
          <p:nvGrpSpPr>
            <p:cNvPr id="16" name="Group 13">
              <a:extLst>
                <a:ext uri="{FF2B5EF4-FFF2-40B4-BE49-F238E27FC236}">
                  <a16:creationId xmlns:a16="http://schemas.microsoft.com/office/drawing/2014/main" id="{54836F91-415C-C84A-940A-F3051CAB34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071"/>
              <a:ext cx="227" cy="205"/>
              <a:chOff x="432" y="1551"/>
              <a:chExt cx="227" cy="205"/>
            </a:xfrm>
          </p:grpSpPr>
          <p:sp>
            <p:nvSpPr>
              <p:cNvPr id="40" name="Oval 14">
                <a:extLst>
                  <a:ext uri="{FF2B5EF4-FFF2-40B4-BE49-F238E27FC236}">
                    <a16:creationId xmlns:a16="http://schemas.microsoft.com/office/drawing/2014/main" id="{E10AF947-D270-544E-84CC-91074A5E2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solidFill>
                <a:srgbClr val="ABABFF"/>
              </a:solidFill>
              <a:ln w="22225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41" name="Rectangle 15">
                <a:extLst>
                  <a:ext uri="{FF2B5EF4-FFF2-40B4-BE49-F238E27FC236}">
                    <a16:creationId xmlns:a16="http://schemas.microsoft.com/office/drawing/2014/main" id="{ABD73FF5-AE12-D448-B49D-09A240DF50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" y="1553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402E268-DDE8-A347-AA25-80AFD02063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6" y="749"/>
              <a:ext cx="227" cy="205"/>
              <a:chOff x="1246" y="1229"/>
              <a:chExt cx="227" cy="205"/>
            </a:xfrm>
          </p:grpSpPr>
          <p:sp>
            <p:nvSpPr>
              <p:cNvPr id="38" name="Oval 17">
                <a:extLst>
                  <a:ext uri="{FF2B5EF4-FFF2-40B4-BE49-F238E27FC236}">
                    <a16:creationId xmlns:a16="http://schemas.microsoft.com/office/drawing/2014/main" id="{207021ED-D32D-AF4E-9808-974F47779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9" name="Rectangle 18">
                <a:extLst>
                  <a:ext uri="{FF2B5EF4-FFF2-40B4-BE49-F238E27FC236}">
                    <a16:creationId xmlns:a16="http://schemas.microsoft.com/office/drawing/2014/main" id="{EAE039D8-00E0-5148-B723-56390A20C8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" y="1257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8" name="Group 19">
              <a:extLst>
                <a:ext uri="{FF2B5EF4-FFF2-40B4-BE49-F238E27FC236}">
                  <a16:creationId xmlns:a16="http://schemas.microsoft.com/office/drawing/2014/main" id="{014F67AB-B565-584A-940F-A92F935B16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0" y="1144"/>
              <a:ext cx="227" cy="204"/>
              <a:chOff x="1550" y="1624"/>
              <a:chExt cx="227" cy="204"/>
            </a:xfrm>
          </p:grpSpPr>
          <p:sp>
            <p:nvSpPr>
              <p:cNvPr id="36" name="Oval 20">
                <a:extLst>
                  <a:ext uri="{FF2B5EF4-FFF2-40B4-BE49-F238E27FC236}">
                    <a16:creationId xmlns:a16="http://schemas.microsoft.com/office/drawing/2014/main" id="{3DDEC924-BDA5-DA4C-970B-00ECC4C643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7" name="Rectangle 21">
                <a:extLst>
                  <a:ext uri="{FF2B5EF4-FFF2-40B4-BE49-F238E27FC236}">
                    <a16:creationId xmlns:a16="http://schemas.microsoft.com/office/drawing/2014/main" id="{618A320E-1387-0841-BBDA-4074BADC4F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4" y="1653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" name="Group 22">
              <a:extLst>
                <a:ext uri="{FF2B5EF4-FFF2-40B4-BE49-F238E27FC236}">
                  <a16:creationId xmlns:a16="http://schemas.microsoft.com/office/drawing/2014/main" id="{F5959AA6-3ED4-274A-BACC-32BC12BF0E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2" y="408"/>
              <a:ext cx="226" cy="205"/>
              <a:chOff x="2222" y="888"/>
              <a:chExt cx="226" cy="205"/>
            </a:xfrm>
          </p:grpSpPr>
          <p:sp>
            <p:nvSpPr>
              <p:cNvPr id="34" name="Oval 23">
                <a:extLst>
                  <a:ext uri="{FF2B5EF4-FFF2-40B4-BE49-F238E27FC236}">
                    <a16:creationId xmlns:a16="http://schemas.microsoft.com/office/drawing/2014/main" id="{081E6F0A-1078-DE45-BACC-52DD4D7F9E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5" name="Rectangle 24">
                <a:extLst>
                  <a:ext uri="{FF2B5EF4-FFF2-40B4-BE49-F238E27FC236}">
                    <a16:creationId xmlns:a16="http://schemas.microsoft.com/office/drawing/2014/main" id="{2F09FA3F-896E-C246-98E3-9894AA4F13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" name="Rectangle 25">
              <a:extLst>
                <a:ext uri="{FF2B5EF4-FFF2-40B4-BE49-F238E27FC236}">
                  <a16:creationId xmlns:a16="http://schemas.microsoft.com/office/drawing/2014/main" id="{671C3164-451F-E847-AE55-BCB6FAB0D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" y="828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26">
              <a:extLst>
                <a:ext uri="{FF2B5EF4-FFF2-40B4-BE49-F238E27FC236}">
                  <a16:creationId xmlns:a16="http://schemas.microsoft.com/office/drawing/2014/main" id="{57388B25-A4C7-1F42-9148-D1A66CF3D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" y="286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908BE9DA-7BD5-A347-A172-729806B584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9" y="573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28">
              <a:extLst>
                <a:ext uri="{FF2B5EF4-FFF2-40B4-BE49-F238E27FC236}">
                  <a16:creationId xmlns:a16="http://schemas.microsoft.com/office/drawing/2014/main" id="{B120A4AB-9BE0-2641-A83F-3247EDF66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4" y="964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29">
              <a:extLst>
                <a:ext uri="{FF2B5EF4-FFF2-40B4-BE49-F238E27FC236}">
                  <a16:creationId xmlns:a16="http://schemas.microsoft.com/office/drawing/2014/main" id="{D6F84096-2B1A-B348-9690-FCA6F1A3E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9" y="870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30">
              <a:extLst>
                <a:ext uri="{FF2B5EF4-FFF2-40B4-BE49-F238E27FC236}">
                  <a16:creationId xmlns:a16="http://schemas.microsoft.com/office/drawing/2014/main" id="{B55CE03E-1ECC-BE42-8C28-34828B830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" y="698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6" name="Rectangle 31">
              <a:extLst>
                <a:ext uri="{FF2B5EF4-FFF2-40B4-BE49-F238E27FC236}">
                  <a16:creationId xmlns:a16="http://schemas.microsoft.com/office/drawing/2014/main" id="{635D045B-35E6-D54E-879B-9E082B8CA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526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7" name="Rectangle 32">
              <a:extLst>
                <a:ext uri="{FF2B5EF4-FFF2-40B4-BE49-F238E27FC236}">
                  <a16:creationId xmlns:a16="http://schemas.microsoft.com/office/drawing/2014/main" id="{9E9FBD39-4112-3047-954C-44DF4C9BE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40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8" name="Rectangle 33">
              <a:extLst>
                <a:ext uri="{FF2B5EF4-FFF2-40B4-BE49-F238E27FC236}">
                  <a16:creationId xmlns:a16="http://schemas.microsoft.com/office/drawing/2014/main" id="{E44E08CC-C021-234D-9FF2-5E7D77284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" y="1261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9" name="Line 34">
              <a:extLst>
                <a:ext uri="{FF2B5EF4-FFF2-40B4-BE49-F238E27FC236}">
                  <a16:creationId xmlns:a16="http://schemas.microsoft.com/office/drawing/2014/main" id="{1B84260B-A24F-6141-88C6-199068000E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5" y="408"/>
              <a:ext cx="594" cy="7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35">
              <a:extLst>
                <a:ext uri="{FF2B5EF4-FFF2-40B4-BE49-F238E27FC236}">
                  <a16:creationId xmlns:a16="http://schemas.microsoft.com/office/drawing/2014/main" id="{01B0E3CF-9347-D444-B13B-AC1BAE6526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912"/>
              <a:ext cx="607" cy="21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" name="Group 36">
              <a:extLst>
                <a:ext uri="{FF2B5EF4-FFF2-40B4-BE49-F238E27FC236}">
                  <a16:creationId xmlns:a16="http://schemas.microsoft.com/office/drawing/2014/main" id="{A61E0D3B-4B38-BF43-A009-8A81E1C013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5" y="276"/>
              <a:ext cx="227" cy="204"/>
              <a:chOff x="1405" y="756"/>
              <a:chExt cx="227" cy="204"/>
            </a:xfrm>
          </p:grpSpPr>
          <p:sp>
            <p:nvSpPr>
              <p:cNvPr id="32" name="Rectangle 37">
                <a:extLst>
                  <a:ext uri="{FF2B5EF4-FFF2-40B4-BE49-F238E27FC236}">
                    <a16:creationId xmlns:a16="http://schemas.microsoft.com/office/drawing/2014/main" id="{92EEA1FE-30A6-A946-8792-2D79C9A46A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" name="Oval 38">
                <a:extLst>
                  <a:ext uri="{FF2B5EF4-FFF2-40B4-BE49-F238E27FC236}">
                    <a16:creationId xmlns:a16="http://schemas.microsoft.com/office/drawing/2014/main" id="{CE3DD40D-986D-474C-8813-F21E5399F3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</p:grpSp>
      </p:grpSp>
      <p:graphicFrame>
        <p:nvGraphicFramePr>
          <p:cNvPr id="42" name="Group 3">
            <a:extLst>
              <a:ext uri="{FF2B5EF4-FFF2-40B4-BE49-F238E27FC236}">
                <a16:creationId xmlns:a16="http://schemas.microsoft.com/office/drawing/2014/main" id="{F142E4FC-1CD0-684B-B758-785327D15C92}"/>
              </a:ext>
            </a:extLst>
          </p:cNvPr>
          <p:cNvGraphicFramePr>
            <a:graphicFrameLocks/>
          </p:cNvGraphicFramePr>
          <p:nvPr/>
        </p:nvGraphicFramePr>
        <p:xfrm>
          <a:off x="4829175" y="3368675"/>
          <a:ext cx="4267199" cy="3248026"/>
        </p:xfrm>
        <a:graphic>
          <a:graphicData uri="http://schemas.openxmlformats.org/drawingml/2006/table">
            <a:tbl>
              <a:tblPr/>
              <a:tblGrid>
                <a:gridCol w="792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0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19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19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419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I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/  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j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3" name="TextBox 56">
            <a:extLst>
              <a:ext uri="{FF2B5EF4-FFF2-40B4-BE49-F238E27FC236}">
                <a16:creationId xmlns:a16="http://schemas.microsoft.com/office/drawing/2014/main" id="{917BEB04-74A6-8048-BD49-3A3B571F7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743200"/>
            <a:ext cx="8953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rgbClr val="0000CC"/>
                </a:solidFill>
              </a:rPr>
              <a:t>D</a:t>
            </a:r>
            <a:r>
              <a:rPr lang="en-US" altLang="en-US" b="1" baseline="30000">
                <a:solidFill>
                  <a:srgbClr val="0000CC"/>
                </a:solidFill>
              </a:rPr>
              <a:t>(2)</a:t>
            </a:r>
          </a:p>
        </p:txBody>
      </p:sp>
      <p:sp>
        <p:nvSpPr>
          <p:cNvPr id="44" name="TextBox 57">
            <a:extLst>
              <a:ext uri="{FF2B5EF4-FFF2-40B4-BE49-F238E27FC236}">
                <a16:creationId xmlns:a16="http://schemas.microsoft.com/office/drawing/2014/main" id="{31629D2E-360D-5740-8958-40DDFE33B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0475" y="2743200"/>
            <a:ext cx="8683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rgbClr val="0000CC"/>
                </a:solidFill>
              </a:rPr>
              <a:t>P</a:t>
            </a:r>
            <a:r>
              <a:rPr lang="en-US" altLang="en-US" b="1" baseline="30000">
                <a:solidFill>
                  <a:srgbClr val="0000CC"/>
                </a:solidFill>
              </a:rPr>
              <a:t>(2)</a:t>
            </a:r>
            <a:endParaRPr lang="en-US" altLang="en-US" i="1">
              <a:solidFill>
                <a:srgbClr val="0000CC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7C1CE56-33AB-ED4A-8E01-55ACBFB7115D}"/>
              </a:ext>
            </a:extLst>
          </p:cNvPr>
          <p:cNvSpPr/>
          <p:nvPr/>
        </p:nvSpPr>
        <p:spPr>
          <a:xfrm>
            <a:off x="2879725" y="3810000"/>
            <a:ext cx="547688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7D9603B-DB7D-2047-8F2A-DF6D19D496C5}"/>
              </a:ext>
            </a:extLst>
          </p:cNvPr>
          <p:cNvSpPr/>
          <p:nvPr/>
        </p:nvSpPr>
        <p:spPr>
          <a:xfrm>
            <a:off x="898525" y="5211763"/>
            <a:ext cx="549275" cy="5476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4339B2FE-23B7-DB48-8718-CEC76B69DB74}"/>
              </a:ext>
            </a:extLst>
          </p:cNvPr>
          <p:cNvSpPr/>
          <p:nvPr/>
        </p:nvSpPr>
        <p:spPr>
          <a:xfrm>
            <a:off x="2833688" y="1266825"/>
            <a:ext cx="1112837" cy="1127125"/>
          </a:xfrm>
          <a:custGeom>
            <a:avLst/>
            <a:gdLst>
              <a:gd name="connsiteX0" fmla="*/ 67416 w 1112294"/>
              <a:gd name="connsiteY0" fmla="*/ 0 h 869713"/>
              <a:gd name="connsiteX1" fmla="*/ 98947 w 1112294"/>
              <a:gd name="connsiteY1" fmla="*/ 851337 h 869713"/>
              <a:gd name="connsiteX2" fmla="*/ 1013347 w 1112294"/>
              <a:gd name="connsiteY2" fmla="*/ 583324 h 869713"/>
              <a:gd name="connsiteX3" fmla="*/ 1044878 w 1112294"/>
              <a:gd name="connsiteY3" fmla="*/ 567558 h 869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2294" h="869713">
                <a:moveTo>
                  <a:pt x="67416" y="0"/>
                </a:moveTo>
                <a:cubicBezTo>
                  <a:pt x="4354" y="377058"/>
                  <a:pt x="-58708" y="754116"/>
                  <a:pt x="98947" y="851337"/>
                </a:cubicBezTo>
                <a:cubicBezTo>
                  <a:pt x="256602" y="948558"/>
                  <a:pt x="855692" y="630621"/>
                  <a:pt x="1013347" y="583324"/>
                </a:cubicBezTo>
                <a:cubicBezTo>
                  <a:pt x="1171002" y="536027"/>
                  <a:pt x="1107940" y="551792"/>
                  <a:pt x="1044878" y="567558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D418D97-EFC7-AD40-B1FC-11D79B74CDD0}"/>
              </a:ext>
            </a:extLst>
          </p:cNvPr>
          <p:cNvSpPr/>
          <p:nvPr/>
        </p:nvSpPr>
        <p:spPr>
          <a:xfrm>
            <a:off x="7343775" y="3810000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E459221-BC44-3B4F-8346-29929554D499}"/>
              </a:ext>
            </a:extLst>
          </p:cNvPr>
          <p:cNvSpPr/>
          <p:nvPr/>
        </p:nvSpPr>
        <p:spPr>
          <a:xfrm>
            <a:off x="5624513" y="5211763"/>
            <a:ext cx="549275" cy="5476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DCFEFFB-1A0D-FC48-9338-6DB40324DA25}"/>
              </a:ext>
            </a:extLst>
          </p:cNvPr>
          <p:cNvSpPr/>
          <p:nvPr/>
        </p:nvSpPr>
        <p:spPr>
          <a:xfrm>
            <a:off x="3505200" y="3794125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C3FBF68-FD24-754B-BF3D-966E857F3794}"/>
              </a:ext>
            </a:extLst>
          </p:cNvPr>
          <p:cNvSpPr/>
          <p:nvPr/>
        </p:nvSpPr>
        <p:spPr>
          <a:xfrm>
            <a:off x="869950" y="5622925"/>
            <a:ext cx="547688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3030594-27BE-2340-959B-BAB1B248D099}"/>
              </a:ext>
            </a:extLst>
          </p:cNvPr>
          <p:cNvSpPr/>
          <p:nvPr/>
        </p:nvSpPr>
        <p:spPr>
          <a:xfrm>
            <a:off x="7908925" y="3810000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D49E4E8-81FD-9241-99A6-C7F6AFD6971A}"/>
              </a:ext>
            </a:extLst>
          </p:cNvPr>
          <p:cNvSpPr/>
          <p:nvPr/>
        </p:nvSpPr>
        <p:spPr>
          <a:xfrm>
            <a:off x="5594350" y="5622925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0BB1667F-8809-3A45-9F74-99023ECB92AD}"/>
              </a:ext>
            </a:extLst>
          </p:cNvPr>
          <p:cNvSpPr/>
          <p:nvPr/>
        </p:nvSpPr>
        <p:spPr>
          <a:xfrm>
            <a:off x="2509838" y="1219200"/>
            <a:ext cx="2062162" cy="1525588"/>
          </a:xfrm>
          <a:custGeom>
            <a:avLst/>
            <a:gdLst>
              <a:gd name="connsiteX0" fmla="*/ 249781 w 2062816"/>
              <a:gd name="connsiteY0" fmla="*/ 0 h 1525981"/>
              <a:gd name="connsiteX1" fmla="*/ 155188 w 2062816"/>
              <a:gd name="connsiteY1" fmla="*/ 1340069 h 1525981"/>
              <a:gd name="connsiteX2" fmla="*/ 2062816 w 2062816"/>
              <a:gd name="connsiteY2" fmla="*/ 1481959 h 15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62816" h="1525981">
                <a:moveTo>
                  <a:pt x="249781" y="0"/>
                </a:moveTo>
                <a:cubicBezTo>
                  <a:pt x="51398" y="546538"/>
                  <a:pt x="-146985" y="1093076"/>
                  <a:pt x="155188" y="1340069"/>
                </a:cubicBezTo>
                <a:cubicBezTo>
                  <a:pt x="457361" y="1587062"/>
                  <a:pt x="1260088" y="1534510"/>
                  <a:pt x="2062816" y="1481959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5649661-0473-D44F-95EC-C79E6BCE323A}"/>
              </a:ext>
            </a:extLst>
          </p:cNvPr>
          <p:cNvSpPr/>
          <p:nvPr/>
        </p:nvSpPr>
        <p:spPr>
          <a:xfrm>
            <a:off x="3505200" y="4708525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1DA5730-D41B-2F4A-B3D2-78678C46BE12}"/>
              </a:ext>
            </a:extLst>
          </p:cNvPr>
          <p:cNvSpPr/>
          <p:nvPr/>
        </p:nvSpPr>
        <p:spPr>
          <a:xfrm>
            <a:off x="2182813" y="5649913"/>
            <a:ext cx="549275" cy="5476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FD30F1B-0C3A-B84E-8681-BD3805E9C0C4}"/>
              </a:ext>
            </a:extLst>
          </p:cNvPr>
          <p:cNvSpPr/>
          <p:nvPr/>
        </p:nvSpPr>
        <p:spPr>
          <a:xfrm>
            <a:off x="7908925" y="4724400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827013F-4195-2249-A12E-A54D12F0B543}"/>
              </a:ext>
            </a:extLst>
          </p:cNvPr>
          <p:cNvSpPr/>
          <p:nvPr/>
        </p:nvSpPr>
        <p:spPr>
          <a:xfrm>
            <a:off x="6784975" y="5680075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9812AF1A-0199-5642-8C10-F2CBC4D0E5E9}"/>
              </a:ext>
            </a:extLst>
          </p:cNvPr>
          <p:cNvSpPr/>
          <p:nvPr/>
        </p:nvSpPr>
        <p:spPr>
          <a:xfrm>
            <a:off x="2438400" y="841375"/>
            <a:ext cx="2117725" cy="1968500"/>
          </a:xfrm>
          <a:custGeom>
            <a:avLst/>
            <a:gdLst>
              <a:gd name="connsiteX0" fmla="*/ 1751331 w 1940517"/>
              <a:gd name="connsiteY0" fmla="*/ 104074 h 1967835"/>
              <a:gd name="connsiteX1" fmla="*/ 222076 w 1940517"/>
              <a:gd name="connsiteY1" fmla="*/ 182902 h 1967835"/>
              <a:gd name="connsiteX2" fmla="*/ 190545 w 1940517"/>
              <a:gd name="connsiteY2" fmla="*/ 1790984 h 1967835"/>
              <a:gd name="connsiteX3" fmla="*/ 1940517 w 1940517"/>
              <a:gd name="connsiteY3" fmla="*/ 1854046 h 1967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0517" h="1967835">
                <a:moveTo>
                  <a:pt x="1751331" y="104074"/>
                </a:moveTo>
                <a:cubicBezTo>
                  <a:pt x="1116769" y="2912"/>
                  <a:pt x="482207" y="-98250"/>
                  <a:pt x="222076" y="182902"/>
                </a:cubicBezTo>
                <a:cubicBezTo>
                  <a:pt x="-38055" y="464054"/>
                  <a:pt x="-95862" y="1512460"/>
                  <a:pt x="190545" y="1790984"/>
                </a:cubicBezTo>
                <a:cubicBezTo>
                  <a:pt x="476952" y="2069508"/>
                  <a:pt x="1208734" y="1961777"/>
                  <a:pt x="1940517" y="1854046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39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5" grpId="1" animBg="1"/>
      <p:bldP spid="46" grpId="0" animBg="1"/>
      <p:bldP spid="46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5" grpId="0" animBg="1"/>
      <p:bldP spid="56" grpId="0" animBg="1"/>
      <p:bldP spid="57" grpId="0" animBg="1"/>
      <p:bldP spid="5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B5EFC9-400C-4F48-9472-7B750B6D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8AB2ED-0199-7047-9B38-16E8DC8F708E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7239000" cy="762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Floyd-warshall algorithm</a:t>
            </a:r>
            <a:endParaRPr lang="en-US" dirty="0"/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1A3F0460-F2D2-3546-A98C-D1F6948D0F82}"/>
              </a:ext>
            </a:extLst>
          </p:cNvPr>
          <p:cNvGraphicFramePr>
            <a:graphicFrameLocks/>
          </p:cNvGraphicFramePr>
          <p:nvPr/>
        </p:nvGraphicFramePr>
        <p:xfrm>
          <a:off x="31750" y="3346450"/>
          <a:ext cx="4710113" cy="3261136"/>
        </p:xfrm>
        <a:graphic>
          <a:graphicData uri="http://schemas.openxmlformats.org/drawingml/2006/table">
            <a:tbl>
              <a:tblPr/>
              <a:tblGrid>
                <a:gridCol w="822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7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0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98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06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i</a:t>
                      </a:r>
                      <a:r>
                        <a:rPr kumimoji="0" lang="en-US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/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j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7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6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5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9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7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9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6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6" name="Group 3">
            <a:extLst>
              <a:ext uri="{FF2B5EF4-FFF2-40B4-BE49-F238E27FC236}">
                <a16:creationId xmlns:a16="http://schemas.microsoft.com/office/drawing/2014/main" id="{E71D8FB3-4EE3-664A-B4A8-CBB54DFD573F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838200"/>
            <a:ext cx="3505200" cy="2162175"/>
            <a:chOff x="432" y="240"/>
            <a:chExt cx="2016" cy="1191"/>
          </a:xfrm>
        </p:grpSpPr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FD3046CE-2672-8A49-BA18-D3D0B7EEF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" y="272"/>
              <a:ext cx="227" cy="204"/>
            </a:xfrm>
            <a:prstGeom prst="ellipse">
              <a:avLst/>
            </a:prstGeom>
            <a:solidFill>
              <a:srgbClr val="ABABFF"/>
            </a:solidFill>
            <a:ln w="22225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4000" b="1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C79D50BB-2E93-FE45-BD5E-64215BAAA3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" y="369"/>
              <a:ext cx="711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D2B85147-D33D-4246-8FF9-D6F2EFA96B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480"/>
              <a:ext cx="64" cy="28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8C308C9E-66C2-814B-B04E-A1EA28CBA0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8" y="956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945F9984-DD87-AA43-ABC9-95094C2959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8" y="572"/>
              <a:ext cx="496" cy="60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50E24425-86E5-EA42-95EA-EB7248D9A0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4" y="1222"/>
              <a:ext cx="911" cy="4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52F8AF8B-6990-8044-BF41-C1391AC424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" y="463"/>
              <a:ext cx="0" cy="61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40930926-586F-BC41-A80E-2194CFE75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" y="439"/>
              <a:ext cx="635" cy="36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94916A0D-3447-3B45-82A2-43B5A6F1A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" y="282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grpSp>
          <p:nvGrpSpPr>
            <p:cNvPr id="16" name="Group 13">
              <a:extLst>
                <a:ext uri="{FF2B5EF4-FFF2-40B4-BE49-F238E27FC236}">
                  <a16:creationId xmlns:a16="http://schemas.microsoft.com/office/drawing/2014/main" id="{946421EA-9790-7845-A553-ED65B07D62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071"/>
              <a:ext cx="227" cy="205"/>
              <a:chOff x="432" y="1551"/>
              <a:chExt cx="227" cy="205"/>
            </a:xfrm>
          </p:grpSpPr>
          <p:sp>
            <p:nvSpPr>
              <p:cNvPr id="40" name="Oval 14">
                <a:extLst>
                  <a:ext uri="{FF2B5EF4-FFF2-40B4-BE49-F238E27FC236}">
                    <a16:creationId xmlns:a16="http://schemas.microsoft.com/office/drawing/2014/main" id="{C1A1600C-1AB6-8749-8E89-EFEEA9C57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solidFill>
                <a:srgbClr val="ABABFF"/>
              </a:solidFill>
              <a:ln w="22225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41" name="Rectangle 15">
                <a:extLst>
                  <a:ext uri="{FF2B5EF4-FFF2-40B4-BE49-F238E27FC236}">
                    <a16:creationId xmlns:a16="http://schemas.microsoft.com/office/drawing/2014/main" id="{F1FA00BD-D2A4-EE43-997A-804013CA8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" y="1553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711DCD4-8A1D-9B43-9DE0-1ECCAF2873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6" y="749"/>
              <a:ext cx="227" cy="205"/>
              <a:chOff x="1246" y="1229"/>
              <a:chExt cx="227" cy="205"/>
            </a:xfrm>
          </p:grpSpPr>
          <p:sp>
            <p:nvSpPr>
              <p:cNvPr id="38" name="Oval 17">
                <a:extLst>
                  <a:ext uri="{FF2B5EF4-FFF2-40B4-BE49-F238E27FC236}">
                    <a16:creationId xmlns:a16="http://schemas.microsoft.com/office/drawing/2014/main" id="{449551BD-FEED-C74B-B153-169C07E21E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9" name="Rectangle 18">
                <a:extLst>
                  <a:ext uri="{FF2B5EF4-FFF2-40B4-BE49-F238E27FC236}">
                    <a16:creationId xmlns:a16="http://schemas.microsoft.com/office/drawing/2014/main" id="{C0D79F64-08D0-414D-8BD5-0EAAD5EDC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" y="1257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8" name="Group 19">
              <a:extLst>
                <a:ext uri="{FF2B5EF4-FFF2-40B4-BE49-F238E27FC236}">
                  <a16:creationId xmlns:a16="http://schemas.microsoft.com/office/drawing/2014/main" id="{D26BA065-29DF-674E-819F-14438634EA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0" y="1144"/>
              <a:ext cx="227" cy="204"/>
              <a:chOff x="1550" y="1624"/>
              <a:chExt cx="227" cy="204"/>
            </a:xfrm>
          </p:grpSpPr>
          <p:sp>
            <p:nvSpPr>
              <p:cNvPr id="36" name="Oval 20">
                <a:extLst>
                  <a:ext uri="{FF2B5EF4-FFF2-40B4-BE49-F238E27FC236}">
                    <a16:creationId xmlns:a16="http://schemas.microsoft.com/office/drawing/2014/main" id="{C242C4D5-2C6B-8044-8F2A-25DD0C0D2E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7" name="Rectangle 21">
                <a:extLst>
                  <a:ext uri="{FF2B5EF4-FFF2-40B4-BE49-F238E27FC236}">
                    <a16:creationId xmlns:a16="http://schemas.microsoft.com/office/drawing/2014/main" id="{61D875B1-AC75-7D4B-8DBC-CD0574BF6B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4" y="1653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" name="Group 22">
              <a:extLst>
                <a:ext uri="{FF2B5EF4-FFF2-40B4-BE49-F238E27FC236}">
                  <a16:creationId xmlns:a16="http://schemas.microsoft.com/office/drawing/2014/main" id="{46BCDB8C-2DDB-F142-9443-06CDA3E3DD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2" y="408"/>
              <a:ext cx="226" cy="205"/>
              <a:chOff x="2222" y="888"/>
              <a:chExt cx="226" cy="205"/>
            </a:xfrm>
          </p:grpSpPr>
          <p:sp>
            <p:nvSpPr>
              <p:cNvPr id="34" name="Oval 23">
                <a:extLst>
                  <a:ext uri="{FF2B5EF4-FFF2-40B4-BE49-F238E27FC236}">
                    <a16:creationId xmlns:a16="http://schemas.microsoft.com/office/drawing/2014/main" id="{347F82DE-AB55-F245-8895-2671FF13E6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5" name="Rectangle 24">
                <a:extLst>
                  <a:ext uri="{FF2B5EF4-FFF2-40B4-BE49-F238E27FC236}">
                    <a16:creationId xmlns:a16="http://schemas.microsoft.com/office/drawing/2014/main" id="{5CF85B5D-E98C-1842-891A-860D41AE9C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" name="Rectangle 25">
              <a:extLst>
                <a:ext uri="{FF2B5EF4-FFF2-40B4-BE49-F238E27FC236}">
                  <a16:creationId xmlns:a16="http://schemas.microsoft.com/office/drawing/2014/main" id="{517DC342-7575-AC4A-8385-7A9921799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" y="865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26">
              <a:extLst>
                <a:ext uri="{FF2B5EF4-FFF2-40B4-BE49-F238E27FC236}">
                  <a16:creationId xmlns:a16="http://schemas.microsoft.com/office/drawing/2014/main" id="{758DB788-4375-5942-8140-D72E59B82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" y="286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5E417B2C-6898-8F43-A693-D593C5890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9" y="534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28">
              <a:extLst>
                <a:ext uri="{FF2B5EF4-FFF2-40B4-BE49-F238E27FC236}">
                  <a16:creationId xmlns:a16="http://schemas.microsoft.com/office/drawing/2014/main" id="{D0FD8E57-3DB9-7547-B8DD-E48857306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4" y="964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29">
              <a:extLst>
                <a:ext uri="{FF2B5EF4-FFF2-40B4-BE49-F238E27FC236}">
                  <a16:creationId xmlns:a16="http://schemas.microsoft.com/office/drawing/2014/main" id="{90E82732-58E3-AF4A-85C0-732D764AA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9" y="870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30">
              <a:extLst>
                <a:ext uri="{FF2B5EF4-FFF2-40B4-BE49-F238E27FC236}">
                  <a16:creationId xmlns:a16="http://schemas.microsoft.com/office/drawing/2014/main" id="{84C460E4-8AF2-C34B-970A-4BE28033C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698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6" name="Rectangle 31">
              <a:extLst>
                <a:ext uri="{FF2B5EF4-FFF2-40B4-BE49-F238E27FC236}">
                  <a16:creationId xmlns:a16="http://schemas.microsoft.com/office/drawing/2014/main" id="{53B25C57-07F3-CD42-8571-4A181FC7C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526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7" name="Rectangle 32">
              <a:extLst>
                <a:ext uri="{FF2B5EF4-FFF2-40B4-BE49-F238E27FC236}">
                  <a16:creationId xmlns:a16="http://schemas.microsoft.com/office/drawing/2014/main" id="{4C59C294-70DD-7D41-9AA1-EEB5F50511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40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8" name="Rectangle 33">
              <a:extLst>
                <a:ext uri="{FF2B5EF4-FFF2-40B4-BE49-F238E27FC236}">
                  <a16:creationId xmlns:a16="http://schemas.microsoft.com/office/drawing/2014/main" id="{82F941A8-F3E6-A645-A0F3-B12BEC81B0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" y="1261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9" name="Line 34">
              <a:extLst>
                <a:ext uri="{FF2B5EF4-FFF2-40B4-BE49-F238E27FC236}">
                  <a16:creationId xmlns:a16="http://schemas.microsoft.com/office/drawing/2014/main" id="{0CC77490-5DBB-5F47-A6C5-5025DC30F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5" y="408"/>
              <a:ext cx="594" cy="7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35">
              <a:extLst>
                <a:ext uri="{FF2B5EF4-FFF2-40B4-BE49-F238E27FC236}">
                  <a16:creationId xmlns:a16="http://schemas.microsoft.com/office/drawing/2014/main" id="{A0A8DBD4-196D-FC42-83C8-779AA2A5CF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912"/>
              <a:ext cx="607" cy="21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" name="Group 36">
              <a:extLst>
                <a:ext uri="{FF2B5EF4-FFF2-40B4-BE49-F238E27FC236}">
                  <a16:creationId xmlns:a16="http://schemas.microsoft.com/office/drawing/2014/main" id="{7BE62EFF-065C-B84E-92EF-635766AF24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5" y="276"/>
              <a:ext cx="227" cy="204"/>
              <a:chOff x="1405" y="756"/>
              <a:chExt cx="227" cy="204"/>
            </a:xfrm>
          </p:grpSpPr>
          <p:sp>
            <p:nvSpPr>
              <p:cNvPr id="32" name="Oval 38">
                <a:extLst>
                  <a:ext uri="{FF2B5EF4-FFF2-40B4-BE49-F238E27FC236}">
                    <a16:creationId xmlns:a16="http://schemas.microsoft.com/office/drawing/2014/main" id="{E89EE878-874A-8C40-8335-0D53264398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ABABFF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3" name="Rectangle 37">
                <a:extLst>
                  <a:ext uri="{FF2B5EF4-FFF2-40B4-BE49-F238E27FC236}">
                    <a16:creationId xmlns:a16="http://schemas.microsoft.com/office/drawing/2014/main" id="{F59C57DF-51C8-F048-B1C6-91069E10DB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42" name="Group 3">
            <a:extLst>
              <a:ext uri="{FF2B5EF4-FFF2-40B4-BE49-F238E27FC236}">
                <a16:creationId xmlns:a16="http://schemas.microsoft.com/office/drawing/2014/main" id="{E2F26D01-1794-1A41-8F61-81BB149372A4}"/>
              </a:ext>
            </a:extLst>
          </p:cNvPr>
          <p:cNvGraphicFramePr>
            <a:graphicFrameLocks/>
          </p:cNvGraphicFramePr>
          <p:nvPr/>
        </p:nvGraphicFramePr>
        <p:xfrm>
          <a:off x="4829175" y="3368675"/>
          <a:ext cx="4267199" cy="3248026"/>
        </p:xfrm>
        <a:graphic>
          <a:graphicData uri="http://schemas.openxmlformats.org/drawingml/2006/table">
            <a:tbl>
              <a:tblPr/>
              <a:tblGrid>
                <a:gridCol w="792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0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19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19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419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I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/  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j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3" name="TextBox 56">
            <a:extLst>
              <a:ext uri="{FF2B5EF4-FFF2-40B4-BE49-F238E27FC236}">
                <a16:creationId xmlns:a16="http://schemas.microsoft.com/office/drawing/2014/main" id="{2F7B44A4-3518-864E-A154-0B67AE578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743200"/>
            <a:ext cx="8953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rgbClr val="0000CC"/>
                </a:solidFill>
              </a:rPr>
              <a:t>D</a:t>
            </a:r>
            <a:r>
              <a:rPr lang="en-US" altLang="en-US" b="1" baseline="30000">
                <a:solidFill>
                  <a:srgbClr val="0000CC"/>
                </a:solidFill>
              </a:rPr>
              <a:t>(3)</a:t>
            </a:r>
          </a:p>
        </p:txBody>
      </p:sp>
      <p:sp>
        <p:nvSpPr>
          <p:cNvPr id="44" name="TextBox 57">
            <a:extLst>
              <a:ext uri="{FF2B5EF4-FFF2-40B4-BE49-F238E27FC236}">
                <a16:creationId xmlns:a16="http://schemas.microsoft.com/office/drawing/2014/main" id="{DB972502-F255-3C44-9ABF-8D000D25D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0475" y="2743200"/>
            <a:ext cx="8683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rgbClr val="0000CC"/>
                </a:solidFill>
              </a:rPr>
              <a:t>P</a:t>
            </a:r>
            <a:r>
              <a:rPr lang="en-US" altLang="en-US" b="1" baseline="30000">
                <a:solidFill>
                  <a:srgbClr val="0000CC"/>
                </a:solidFill>
              </a:rPr>
              <a:t>(3)</a:t>
            </a:r>
            <a:endParaRPr lang="en-US" altLang="en-US" i="1">
              <a:solidFill>
                <a:srgbClr val="0000CC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5C1BA0E-B776-C744-9260-5C8E36274CF6}"/>
              </a:ext>
            </a:extLst>
          </p:cNvPr>
          <p:cNvSpPr/>
          <p:nvPr/>
        </p:nvSpPr>
        <p:spPr>
          <a:xfrm>
            <a:off x="4175125" y="3810000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7FA204E-B485-BC45-B292-6E8A325FD4E7}"/>
              </a:ext>
            </a:extLst>
          </p:cNvPr>
          <p:cNvSpPr/>
          <p:nvPr/>
        </p:nvSpPr>
        <p:spPr>
          <a:xfrm>
            <a:off x="869950" y="6080125"/>
            <a:ext cx="547688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1EBFEDC-4B6B-E04E-9F30-5CABA5179D19}"/>
              </a:ext>
            </a:extLst>
          </p:cNvPr>
          <p:cNvSpPr/>
          <p:nvPr/>
        </p:nvSpPr>
        <p:spPr>
          <a:xfrm>
            <a:off x="8518525" y="3810000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ACE0252-4423-0C43-BF85-77A35E104250}"/>
              </a:ext>
            </a:extLst>
          </p:cNvPr>
          <p:cNvSpPr/>
          <p:nvPr/>
        </p:nvSpPr>
        <p:spPr>
          <a:xfrm>
            <a:off x="5624513" y="6080125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2FED571-2E2A-7A45-8BAA-4CB9D6CECB0A}"/>
              </a:ext>
            </a:extLst>
          </p:cNvPr>
          <p:cNvSpPr/>
          <p:nvPr/>
        </p:nvSpPr>
        <p:spPr>
          <a:xfrm>
            <a:off x="4144963" y="4251325"/>
            <a:ext cx="547687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B440136-4059-9B4C-87F4-AF331F792998}"/>
              </a:ext>
            </a:extLst>
          </p:cNvPr>
          <p:cNvSpPr/>
          <p:nvPr/>
        </p:nvSpPr>
        <p:spPr>
          <a:xfrm>
            <a:off x="1508125" y="6080125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6E22D72-70B9-F14F-A21C-D0E981A8F35C}"/>
              </a:ext>
            </a:extLst>
          </p:cNvPr>
          <p:cNvSpPr/>
          <p:nvPr/>
        </p:nvSpPr>
        <p:spPr>
          <a:xfrm>
            <a:off x="8518525" y="4267200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2F7B2D2-D35C-9240-BD94-0598980FCB6D}"/>
              </a:ext>
            </a:extLst>
          </p:cNvPr>
          <p:cNvSpPr/>
          <p:nvPr/>
        </p:nvSpPr>
        <p:spPr>
          <a:xfrm>
            <a:off x="6216650" y="6096000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9986797-1C6F-FF4B-80DA-A8E0299809EE}"/>
              </a:ext>
            </a:extLst>
          </p:cNvPr>
          <p:cNvSpPr/>
          <p:nvPr/>
        </p:nvSpPr>
        <p:spPr>
          <a:xfrm>
            <a:off x="4130675" y="5181600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A7F4081-E1DB-A84B-A0E9-94E8E0BC50ED}"/>
              </a:ext>
            </a:extLst>
          </p:cNvPr>
          <p:cNvSpPr/>
          <p:nvPr/>
        </p:nvSpPr>
        <p:spPr>
          <a:xfrm>
            <a:off x="2833688" y="6080125"/>
            <a:ext cx="547687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B60B525-6BB6-9A4E-8C40-F4CCE46D735D}"/>
              </a:ext>
            </a:extLst>
          </p:cNvPr>
          <p:cNvSpPr/>
          <p:nvPr/>
        </p:nvSpPr>
        <p:spPr>
          <a:xfrm>
            <a:off x="8518525" y="5165725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E785FF6-A1A3-6442-AC17-40E380014B91}"/>
              </a:ext>
            </a:extLst>
          </p:cNvPr>
          <p:cNvSpPr/>
          <p:nvPr/>
        </p:nvSpPr>
        <p:spPr>
          <a:xfrm>
            <a:off x="7315200" y="6080125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D31DC813-7FDD-DD45-B63B-2FACE30C44B7}"/>
              </a:ext>
            </a:extLst>
          </p:cNvPr>
          <p:cNvSpPr/>
          <p:nvPr/>
        </p:nvSpPr>
        <p:spPr>
          <a:xfrm>
            <a:off x="2759075" y="841375"/>
            <a:ext cx="3152775" cy="277813"/>
          </a:xfrm>
          <a:custGeom>
            <a:avLst/>
            <a:gdLst>
              <a:gd name="connsiteX0" fmla="*/ 0 w 3153103"/>
              <a:gd name="connsiteY0" fmla="*/ 88036 h 277222"/>
              <a:gd name="connsiteX1" fmla="*/ 1734206 w 3153103"/>
              <a:gd name="connsiteY1" fmla="*/ 9208 h 277222"/>
              <a:gd name="connsiteX2" fmla="*/ 3153103 w 3153103"/>
              <a:gd name="connsiteY2" fmla="*/ 277222 h 277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53103" h="277222">
                <a:moveTo>
                  <a:pt x="0" y="88036"/>
                </a:moveTo>
                <a:cubicBezTo>
                  <a:pt x="604344" y="32856"/>
                  <a:pt x="1208689" y="-22323"/>
                  <a:pt x="1734206" y="9208"/>
                </a:cubicBezTo>
                <a:cubicBezTo>
                  <a:pt x="2259723" y="40739"/>
                  <a:pt x="2706413" y="158980"/>
                  <a:pt x="3153103" y="277222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3F6B5EC3-4178-B146-A037-68799E39F0E6}"/>
              </a:ext>
            </a:extLst>
          </p:cNvPr>
          <p:cNvSpPr/>
          <p:nvPr/>
        </p:nvSpPr>
        <p:spPr>
          <a:xfrm>
            <a:off x="2743200" y="1143000"/>
            <a:ext cx="3027363" cy="1300163"/>
          </a:xfrm>
          <a:custGeom>
            <a:avLst/>
            <a:gdLst>
              <a:gd name="connsiteX0" fmla="*/ 119953 w 3225760"/>
              <a:gd name="connsiteY0" fmla="*/ 1455991 h 1455991"/>
              <a:gd name="connsiteX1" fmla="*/ 135719 w 3225760"/>
              <a:gd name="connsiteY1" fmla="*/ 178984 h 1455991"/>
              <a:gd name="connsiteX2" fmla="*/ 1491553 w 3225760"/>
              <a:gd name="connsiteY2" fmla="*/ 21329 h 1455991"/>
              <a:gd name="connsiteX3" fmla="*/ 3225760 w 3225760"/>
              <a:gd name="connsiteY3" fmla="*/ 289343 h 1455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25760" h="1455991">
                <a:moveTo>
                  <a:pt x="119953" y="1455991"/>
                </a:moveTo>
                <a:cubicBezTo>
                  <a:pt x="13536" y="937042"/>
                  <a:pt x="-92881" y="418094"/>
                  <a:pt x="135719" y="178984"/>
                </a:cubicBezTo>
                <a:cubicBezTo>
                  <a:pt x="364319" y="-60126"/>
                  <a:pt x="976546" y="2936"/>
                  <a:pt x="1491553" y="21329"/>
                </a:cubicBezTo>
                <a:cubicBezTo>
                  <a:pt x="2006560" y="39722"/>
                  <a:pt x="2616160" y="164532"/>
                  <a:pt x="3225760" y="289343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9D60E244-9E85-F24B-AA11-52BD749E6084}"/>
              </a:ext>
            </a:extLst>
          </p:cNvPr>
          <p:cNvSpPr/>
          <p:nvPr/>
        </p:nvSpPr>
        <p:spPr>
          <a:xfrm>
            <a:off x="4368800" y="1222375"/>
            <a:ext cx="1358900" cy="661988"/>
          </a:xfrm>
          <a:custGeom>
            <a:avLst/>
            <a:gdLst>
              <a:gd name="connsiteX0" fmla="*/ 8141 w 1332444"/>
              <a:gd name="connsiteY0" fmla="*/ 581357 h 581357"/>
              <a:gd name="connsiteX1" fmla="*/ 197327 w 1332444"/>
              <a:gd name="connsiteY1" fmla="*/ 29564 h 581357"/>
              <a:gd name="connsiteX2" fmla="*/ 1332444 w 1332444"/>
              <a:gd name="connsiteY2" fmla="*/ 124157 h 581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2444" h="581357">
                <a:moveTo>
                  <a:pt x="8141" y="581357"/>
                </a:moveTo>
                <a:cubicBezTo>
                  <a:pt x="-7625" y="343560"/>
                  <a:pt x="-23390" y="105764"/>
                  <a:pt x="197327" y="29564"/>
                </a:cubicBezTo>
                <a:cubicBezTo>
                  <a:pt x="418044" y="-46636"/>
                  <a:pt x="875244" y="38760"/>
                  <a:pt x="1332444" y="124157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343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4" grpId="0" animBg="1"/>
      <p:bldP spid="55" grpId="0" animBg="1"/>
      <p:bldP spid="5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138009-3C2F-2143-9F98-197619390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BDE1BC9-DCA7-304C-BF25-7844FEA7F741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7239000" cy="762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Floyd-warshall algorithm</a:t>
            </a:r>
            <a:endParaRPr lang="en-US" dirty="0"/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C9C35DC9-6AA8-8A46-B8E0-59A5E47CAD22}"/>
              </a:ext>
            </a:extLst>
          </p:cNvPr>
          <p:cNvGraphicFramePr>
            <a:graphicFrameLocks/>
          </p:cNvGraphicFramePr>
          <p:nvPr/>
        </p:nvGraphicFramePr>
        <p:xfrm>
          <a:off x="31750" y="3346450"/>
          <a:ext cx="4710113" cy="3261136"/>
        </p:xfrm>
        <a:graphic>
          <a:graphicData uri="http://schemas.openxmlformats.org/drawingml/2006/table">
            <a:tbl>
              <a:tblPr/>
              <a:tblGrid>
                <a:gridCol w="822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7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0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98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06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i</a:t>
                      </a:r>
                      <a:r>
                        <a:rPr kumimoji="0" lang="en-US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/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j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7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4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5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7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5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4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6" name="Group 3">
            <a:extLst>
              <a:ext uri="{FF2B5EF4-FFF2-40B4-BE49-F238E27FC236}">
                <a16:creationId xmlns:a16="http://schemas.microsoft.com/office/drawing/2014/main" id="{19B7C9E1-C400-0348-B6A2-AE74885E3949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838200"/>
            <a:ext cx="3505200" cy="2162175"/>
            <a:chOff x="432" y="240"/>
            <a:chExt cx="2016" cy="1191"/>
          </a:xfrm>
        </p:grpSpPr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FAE2D2B5-5010-7C41-B90D-0298B5204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" y="272"/>
              <a:ext cx="227" cy="204"/>
            </a:xfrm>
            <a:prstGeom prst="ellipse">
              <a:avLst/>
            </a:prstGeom>
            <a:solidFill>
              <a:srgbClr val="ABABFF"/>
            </a:solidFill>
            <a:ln w="22225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4000" b="1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AA4420D1-DCA4-E34E-BA8C-C0ACFFB88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" y="369"/>
              <a:ext cx="711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75CAFDB8-8544-6A40-94C8-4531575C46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480"/>
              <a:ext cx="64" cy="28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21F21D3F-381A-F844-B14F-F4A0F3449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8" y="956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EEE400ED-BF79-B94A-8AE1-DF6A722061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8" y="572"/>
              <a:ext cx="496" cy="60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5ED74E02-B984-FF4C-9CC6-BF76810749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4" y="1222"/>
              <a:ext cx="911" cy="4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C673FAA0-614A-DE45-A151-7836598F71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" y="463"/>
              <a:ext cx="0" cy="61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DD5A7513-D18B-F34D-AFA7-EAAFB2C91B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" y="439"/>
              <a:ext cx="635" cy="36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FB7BE4A3-CEF6-D54E-81C0-CE182C31C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" y="282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grpSp>
          <p:nvGrpSpPr>
            <p:cNvPr id="16" name="Group 13">
              <a:extLst>
                <a:ext uri="{FF2B5EF4-FFF2-40B4-BE49-F238E27FC236}">
                  <a16:creationId xmlns:a16="http://schemas.microsoft.com/office/drawing/2014/main" id="{B44E1C4E-1E49-3049-8EEA-BE4A59A5CD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071"/>
              <a:ext cx="227" cy="205"/>
              <a:chOff x="432" y="1551"/>
              <a:chExt cx="227" cy="205"/>
            </a:xfrm>
          </p:grpSpPr>
          <p:sp>
            <p:nvSpPr>
              <p:cNvPr id="40" name="Oval 14">
                <a:extLst>
                  <a:ext uri="{FF2B5EF4-FFF2-40B4-BE49-F238E27FC236}">
                    <a16:creationId xmlns:a16="http://schemas.microsoft.com/office/drawing/2014/main" id="{11C2222B-5128-3848-A43F-352F8FCD8E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solidFill>
                <a:srgbClr val="ABABFF"/>
              </a:solidFill>
              <a:ln w="22225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41" name="Rectangle 15">
                <a:extLst>
                  <a:ext uri="{FF2B5EF4-FFF2-40B4-BE49-F238E27FC236}">
                    <a16:creationId xmlns:a16="http://schemas.microsoft.com/office/drawing/2014/main" id="{C303EB04-91BB-A84A-A2BB-8881C930EA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" y="1553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BF98C79-D5D2-274E-BDD5-BFB8C777E1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6" y="749"/>
              <a:ext cx="227" cy="205"/>
              <a:chOff x="1246" y="1229"/>
              <a:chExt cx="227" cy="205"/>
            </a:xfrm>
          </p:grpSpPr>
          <p:sp>
            <p:nvSpPr>
              <p:cNvPr id="38" name="Oval 17">
                <a:extLst>
                  <a:ext uri="{FF2B5EF4-FFF2-40B4-BE49-F238E27FC236}">
                    <a16:creationId xmlns:a16="http://schemas.microsoft.com/office/drawing/2014/main" id="{F1EB956D-EBDA-4948-BACC-B2F2D9C6D9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solidFill>
                <a:srgbClr val="ABABFF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9" name="Rectangle 18">
                <a:extLst>
                  <a:ext uri="{FF2B5EF4-FFF2-40B4-BE49-F238E27FC236}">
                    <a16:creationId xmlns:a16="http://schemas.microsoft.com/office/drawing/2014/main" id="{00C602B4-2C94-5740-B8CF-FAD6C92104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" y="1257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8" name="Group 19">
              <a:extLst>
                <a:ext uri="{FF2B5EF4-FFF2-40B4-BE49-F238E27FC236}">
                  <a16:creationId xmlns:a16="http://schemas.microsoft.com/office/drawing/2014/main" id="{6B04E260-29D1-2C4E-8B01-A5C7DB20CF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0" y="1144"/>
              <a:ext cx="227" cy="204"/>
              <a:chOff x="1550" y="1624"/>
              <a:chExt cx="227" cy="204"/>
            </a:xfrm>
          </p:grpSpPr>
          <p:sp>
            <p:nvSpPr>
              <p:cNvPr id="36" name="Oval 20">
                <a:extLst>
                  <a:ext uri="{FF2B5EF4-FFF2-40B4-BE49-F238E27FC236}">
                    <a16:creationId xmlns:a16="http://schemas.microsoft.com/office/drawing/2014/main" id="{4A5359DF-03A6-2849-805B-6BDD8CE5C1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7" name="Rectangle 21">
                <a:extLst>
                  <a:ext uri="{FF2B5EF4-FFF2-40B4-BE49-F238E27FC236}">
                    <a16:creationId xmlns:a16="http://schemas.microsoft.com/office/drawing/2014/main" id="{E0B3A65C-03CF-AF4E-B0B4-953556BDF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4" y="1653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" name="Group 22">
              <a:extLst>
                <a:ext uri="{FF2B5EF4-FFF2-40B4-BE49-F238E27FC236}">
                  <a16:creationId xmlns:a16="http://schemas.microsoft.com/office/drawing/2014/main" id="{34DCD5DB-6A3E-E342-AB80-AEB20B3F6A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2" y="408"/>
              <a:ext cx="226" cy="205"/>
              <a:chOff x="2222" y="888"/>
              <a:chExt cx="226" cy="205"/>
            </a:xfrm>
          </p:grpSpPr>
          <p:sp>
            <p:nvSpPr>
              <p:cNvPr id="34" name="Oval 23">
                <a:extLst>
                  <a:ext uri="{FF2B5EF4-FFF2-40B4-BE49-F238E27FC236}">
                    <a16:creationId xmlns:a16="http://schemas.microsoft.com/office/drawing/2014/main" id="{A9BADE95-F04D-D24A-9790-3A9F78745E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5" name="Rectangle 24">
                <a:extLst>
                  <a:ext uri="{FF2B5EF4-FFF2-40B4-BE49-F238E27FC236}">
                    <a16:creationId xmlns:a16="http://schemas.microsoft.com/office/drawing/2014/main" id="{E32A76B0-C306-A241-B2F4-05FFBD3520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" name="Rectangle 25">
              <a:extLst>
                <a:ext uri="{FF2B5EF4-FFF2-40B4-BE49-F238E27FC236}">
                  <a16:creationId xmlns:a16="http://schemas.microsoft.com/office/drawing/2014/main" id="{204F25DE-CD6A-3D4D-A183-58DD14D34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" y="993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26">
              <a:extLst>
                <a:ext uri="{FF2B5EF4-FFF2-40B4-BE49-F238E27FC236}">
                  <a16:creationId xmlns:a16="http://schemas.microsoft.com/office/drawing/2014/main" id="{4BC60015-F436-3E44-AB37-988E54C94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" y="286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338E968F-5AC2-434A-8CE9-F6F0458C8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9" y="573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28">
              <a:extLst>
                <a:ext uri="{FF2B5EF4-FFF2-40B4-BE49-F238E27FC236}">
                  <a16:creationId xmlns:a16="http://schemas.microsoft.com/office/drawing/2014/main" id="{DA29C1C8-A8C6-C343-9688-52AC9803E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4" y="964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29">
              <a:extLst>
                <a:ext uri="{FF2B5EF4-FFF2-40B4-BE49-F238E27FC236}">
                  <a16:creationId xmlns:a16="http://schemas.microsoft.com/office/drawing/2014/main" id="{4B280FA4-4F25-D049-92B3-55ABBAF29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9" y="870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30">
              <a:extLst>
                <a:ext uri="{FF2B5EF4-FFF2-40B4-BE49-F238E27FC236}">
                  <a16:creationId xmlns:a16="http://schemas.microsoft.com/office/drawing/2014/main" id="{4966C39F-42A5-C345-8848-E5BDFB66A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" y="698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6" name="Rectangle 31">
              <a:extLst>
                <a:ext uri="{FF2B5EF4-FFF2-40B4-BE49-F238E27FC236}">
                  <a16:creationId xmlns:a16="http://schemas.microsoft.com/office/drawing/2014/main" id="{474249F3-7C8D-3B4A-9B44-F7AD7521D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526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7" name="Rectangle 32">
              <a:extLst>
                <a:ext uri="{FF2B5EF4-FFF2-40B4-BE49-F238E27FC236}">
                  <a16:creationId xmlns:a16="http://schemas.microsoft.com/office/drawing/2014/main" id="{0134BA89-13BF-6A48-A75F-196A7B6EA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40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8" name="Rectangle 33">
              <a:extLst>
                <a:ext uri="{FF2B5EF4-FFF2-40B4-BE49-F238E27FC236}">
                  <a16:creationId xmlns:a16="http://schemas.microsoft.com/office/drawing/2014/main" id="{B6A5C65D-CA67-DB43-BA4B-AC6CDBE8C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" y="1261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9" name="Line 34">
              <a:extLst>
                <a:ext uri="{FF2B5EF4-FFF2-40B4-BE49-F238E27FC236}">
                  <a16:creationId xmlns:a16="http://schemas.microsoft.com/office/drawing/2014/main" id="{CCB61A78-7277-E942-BA94-4998EC2E4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5" y="408"/>
              <a:ext cx="594" cy="7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35">
              <a:extLst>
                <a:ext uri="{FF2B5EF4-FFF2-40B4-BE49-F238E27FC236}">
                  <a16:creationId xmlns:a16="http://schemas.microsoft.com/office/drawing/2014/main" id="{1FF723C3-49E2-4B40-A6E8-9FAB737284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912"/>
              <a:ext cx="607" cy="21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" name="Group 36">
              <a:extLst>
                <a:ext uri="{FF2B5EF4-FFF2-40B4-BE49-F238E27FC236}">
                  <a16:creationId xmlns:a16="http://schemas.microsoft.com/office/drawing/2014/main" id="{8BD3FFF0-53FC-3449-A5D9-A10F50A354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5" y="276"/>
              <a:ext cx="227" cy="204"/>
              <a:chOff x="1405" y="756"/>
              <a:chExt cx="227" cy="204"/>
            </a:xfrm>
          </p:grpSpPr>
          <p:sp>
            <p:nvSpPr>
              <p:cNvPr id="32" name="Oval 38">
                <a:extLst>
                  <a:ext uri="{FF2B5EF4-FFF2-40B4-BE49-F238E27FC236}">
                    <a16:creationId xmlns:a16="http://schemas.microsoft.com/office/drawing/2014/main" id="{A62FB774-4717-3E49-B1B8-689FB52AAE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ABABFF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3" name="Rectangle 37">
                <a:extLst>
                  <a:ext uri="{FF2B5EF4-FFF2-40B4-BE49-F238E27FC236}">
                    <a16:creationId xmlns:a16="http://schemas.microsoft.com/office/drawing/2014/main" id="{0F06677C-ED4D-E949-85F0-04C2F58461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42" name="Group 3">
            <a:extLst>
              <a:ext uri="{FF2B5EF4-FFF2-40B4-BE49-F238E27FC236}">
                <a16:creationId xmlns:a16="http://schemas.microsoft.com/office/drawing/2014/main" id="{4DEDC45A-AD1C-BE4E-B98F-C14C5FA3D3B2}"/>
              </a:ext>
            </a:extLst>
          </p:cNvPr>
          <p:cNvGraphicFramePr>
            <a:graphicFrameLocks/>
          </p:cNvGraphicFramePr>
          <p:nvPr/>
        </p:nvGraphicFramePr>
        <p:xfrm>
          <a:off x="4829175" y="3368675"/>
          <a:ext cx="4267199" cy="3248026"/>
        </p:xfrm>
        <a:graphic>
          <a:graphicData uri="http://schemas.openxmlformats.org/drawingml/2006/table">
            <a:tbl>
              <a:tblPr/>
              <a:tblGrid>
                <a:gridCol w="792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0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19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19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419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I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/  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j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3" name="TextBox 56">
            <a:extLst>
              <a:ext uri="{FF2B5EF4-FFF2-40B4-BE49-F238E27FC236}">
                <a16:creationId xmlns:a16="http://schemas.microsoft.com/office/drawing/2014/main" id="{E7B0BE6B-E6C1-4F43-BA37-02CB93545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743200"/>
            <a:ext cx="8953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rgbClr val="0000CC"/>
                </a:solidFill>
              </a:rPr>
              <a:t>D</a:t>
            </a:r>
            <a:r>
              <a:rPr lang="en-US" altLang="en-US" b="1" baseline="30000">
                <a:solidFill>
                  <a:srgbClr val="0000CC"/>
                </a:solidFill>
              </a:rPr>
              <a:t>(4)</a:t>
            </a:r>
          </a:p>
        </p:txBody>
      </p:sp>
      <p:sp>
        <p:nvSpPr>
          <p:cNvPr id="44" name="TextBox 57">
            <a:extLst>
              <a:ext uri="{FF2B5EF4-FFF2-40B4-BE49-F238E27FC236}">
                <a16:creationId xmlns:a16="http://schemas.microsoft.com/office/drawing/2014/main" id="{371AC972-E0C9-104A-AAF5-9ACF4A481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0475" y="2743200"/>
            <a:ext cx="8683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rgbClr val="0000CC"/>
                </a:solidFill>
              </a:rPr>
              <a:t>P</a:t>
            </a:r>
            <a:r>
              <a:rPr lang="en-US" altLang="en-US" b="1" baseline="30000">
                <a:solidFill>
                  <a:srgbClr val="0000CC"/>
                </a:solidFill>
              </a:rPr>
              <a:t>(4)</a:t>
            </a:r>
            <a:endParaRPr lang="en-US" altLang="en-US" i="1">
              <a:solidFill>
                <a:srgbClr val="0000CC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3199803-BEFE-714C-8906-DC1B98F899C8}"/>
              </a:ext>
            </a:extLst>
          </p:cNvPr>
          <p:cNvSpPr/>
          <p:nvPr/>
        </p:nvSpPr>
        <p:spPr>
          <a:xfrm>
            <a:off x="2178050" y="4251325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427B1B8-5CA2-BB40-89EA-DDA655094C75}"/>
              </a:ext>
            </a:extLst>
          </p:cNvPr>
          <p:cNvSpPr/>
          <p:nvPr/>
        </p:nvSpPr>
        <p:spPr>
          <a:xfrm>
            <a:off x="1492250" y="4724400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4DBA263-2399-8A42-A959-85CDA27E6EF0}"/>
              </a:ext>
            </a:extLst>
          </p:cNvPr>
          <p:cNvSpPr/>
          <p:nvPr/>
        </p:nvSpPr>
        <p:spPr>
          <a:xfrm>
            <a:off x="6781800" y="4283075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6E8EABD-F317-5246-B533-197B6A326EBF}"/>
              </a:ext>
            </a:extLst>
          </p:cNvPr>
          <p:cNvSpPr/>
          <p:nvPr/>
        </p:nvSpPr>
        <p:spPr>
          <a:xfrm>
            <a:off x="6219825" y="4724400"/>
            <a:ext cx="547688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2C11B77-29C2-2242-82E5-2155CA7001A4}"/>
              </a:ext>
            </a:extLst>
          </p:cNvPr>
          <p:cNvSpPr/>
          <p:nvPr/>
        </p:nvSpPr>
        <p:spPr>
          <a:xfrm>
            <a:off x="3505200" y="4708525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B807B9C-228F-6744-BC8E-FC2D71746BD3}"/>
              </a:ext>
            </a:extLst>
          </p:cNvPr>
          <p:cNvSpPr/>
          <p:nvPr/>
        </p:nvSpPr>
        <p:spPr>
          <a:xfrm>
            <a:off x="2181225" y="5622925"/>
            <a:ext cx="547688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60FC1B1-C12B-084B-8B84-CDA445A7AE05}"/>
              </a:ext>
            </a:extLst>
          </p:cNvPr>
          <p:cNvSpPr/>
          <p:nvPr/>
        </p:nvSpPr>
        <p:spPr>
          <a:xfrm>
            <a:off x="7908925" y="4692650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543BF0E-1166-2D43-AADF-34F98A20C9C0}"/>
              </a:ext>
            </a:extLst>
          </p:cNvPr>
          <p:cNvSpPr/>
          <p:nvPr/>
        </p:nvSpPr>
        <p:spPr>
          <a:xfrm>
            <a:off x="6735763" y="5622925"/>
            <a:ext cx="547687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4AB5640-7690-734D-81A3-52B1245868F5}"/>
              </a:ext>
            </a:extLst>
          </p:cNvPr>
          <p:cNvSpPr/>
          <p:nvPr/>
        </p:nvSpPr>
        <p:spPr>
          <a:xfrm>
            <a:off x="4114800" y="4267200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64F4C00-2E52-D04D-97DF-F6D798E3FBBD}"/>
              </a:ext>
            </a:extLst>
          </p:cNvPr>
          <p:cNvSpPr/>
          <p:nvPr/>
        </p:nvSpPr>
        <p:spPr>
          <a:xfrm>
            <a:off x="1539875" y="6105525"/>
            <a:ext cx="547688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6220B45-EAF3-174B-95D5-D733B98D91CD}"/>
              </a:ext>
            </a:extLst>
          </p:cNvPr>
          <p:cNvSpPr/>
          <p:nvPr/>
        </p:nvSpPr>
        <p:spPr>
          <a:xfrm>
            <a:off x="8474075" y="4311650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C636031-D211-5C44-BB96-8ADFDA4C4DFF}"/>
              </a:ext>
            </a:extLst>
          </p:cNvPr>
          <p:cNvSpPr/>
          <p:nvPr/>
        </p:nvSpPr>
        <p:spPr>
          <a:xfrm>
            <a:off x="6180138" y="6121400"/>
            <a:ext cx="547687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30222C50-14E4-FC45-862C-31BACA499991}"/>
              </a:ext>
            </a:extLst>
          </p:cNvPr>
          <p:cNvSpPr/>
          <p:nvPr/>
        </p:nvSpPr>
        <p:spPr>
          <a:xfrm>
            <a:off x="2947988" y="1103313"/>
            <a:ext cx="1387475" cy="1262062"/>
          </a:xfrm>
          <a:custGeom>
            <a:avLst/>
            <a:gdLst>
              <a:gd name="connsiteX0" fmla="*/ 0 w 1387365"/>
              <a:gd name="connsiteY0" fmla="*/ 1261242 h 1261242"/>
              <a:gd name="connsiteX1" fmla="*/ 1008993 w 1387365"/>
              <a:gd name="connsiteY1" fmla="*/ 851338 h 1261242"/>
              <a:gd name="connsiteX2" fmla="*/ 1387365 w 1387365"/>
              <a:gd name="connsiteY2" fmla="*/ 0 h 1261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7365" h="1261242">
                <a:moveTo>
                  <a:pt x="0" y="1261242"/>
                </a:moveTo>
                <a:cubicBezTo>
                  <a:pt x="388883" y="1161393"/>
                  <a:pt x="777766" y="1061545"/>
                  <a:pt x="1008993" y="851338"/>
                </a:cubicBezTo>
                <a:cubicBezTo>
                  <a:pt x="1240221" y="641131"/>
                  <a:pt x="1313793" y="320565"/>
                  <a:pt x="1387365" y="0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482D0791-515F-534C-A2AC-4DA9494C998C}"/>
              </a:ext>
            </a:extLst>
          </p:cNvPr>
          <p:cNvSpPr/>
          <p:nvPr/>
        </p:nvSpPr>
        <p:spPr>
          <a:xfrm>
            <a:off x="4089400" y="1119188"/>
            <a:ext cx="498475" cy="1512887"/>
          </a:xfrm>
          <a:custGeom>
            <a:avLst/>
            <a:gdLst>
              <a:gd name="connsiteX0" fmla="*/ 215118 w 498898"/>
              <a:gd name="connsiteY0" fmla="*/ 0 h 1513489"/>
              <a:gd name="connsiteX1" fmla="*/ 10166 w 498898"/>
              <a:gd name="connsiteY1" fmla="*/ 961696 h 1513489"/>
              <a:gd name="connsiteX2" fmla="*/ 498898 w 498898"/>
              <a:gd name="connsiteY2" fmla="*/ 1513489 h 1513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8898" h="1513489">
                <a:moveTo>
                  <a:pt x="215118" y="0"/>
                </a:moveTo>
                <a:cubicBezTo>
                  <a:pt x="88993" y="354724"/>
                  <a:pt x="-37131" y="709448"/>
                  <a:pt x="10166" y="961696"/>
                </a:cubicBezTo>
                <a:cubicBezTo>
                  <a:pt x="57463" y="1213944"/>
                  <a:pt x="278180" y="1363716"/>
                  <a:pt x="498898" y="1513489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802F9887-3854-2C45-8E35-94E0E9CFE428}"/>
              </a:ext>
            </a:extLst>
          </p:cNvPr>
          <p:cNvSpPr/>
          <p:nvPr/>
        </p:nvSpPr>
        <p:spPr>
          <a:xfrm>
            <a:off x="2995613" y="1144588"/>
            <a:ext cx="2759075" cy="1346200"/>
          </a:xfrm>
          <a:custGeom>
            <a:avLst/>
            <a:gdLst>
              <a:gd name="connsiteX0" fmla="*/ 0 w 2758966"/>
              <a:gd name="connsiteY0" fmla="*/ 1346410 h 1346410"/>
              <a:gd name="connsiteX1" fmla="*/ 1277007 w 2758966"/>
              <a:gd name="connsiteY1" fmla="*/ 952272 h 1346410"/>
              <a:gd name="connsiteX2" fmla="*/ 1481959 w 2758966"/>
              <a:gd name="connsiteY2" fmla="*/ 53637 h 1346410"/>
              <a:gd name="connsiteX3" fmla="*/ 2758966 w 2758966"/>
              <a:gd name="connsiteY3" fmla="*/ 179761 h 1346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8966" h="1346410">
                <a:moveTo>
                  <a:pt x="0" y="1346410"/>
                </a:moveTo>
                <a:cubicBezTo>
                  <a:pt x="515007" y="1257072"/>
                  <a:pt x="1030014" y="1167734"/>
                  <a:pt x="1277007" y="952272"/>
                </a:cubicBezTo>
                <a:cubicBezTo>
                  <a:pt x="1524000" y="736810"/>
                  <a:pt x="1234966" y="182389"/>
                  <a:pt x="1481959" y="53637"/>
                </a:cubicBezTo>
                <a:cubicBezTo>
                  <a:pt x="1728952" y="-75115"/>
                  <a:pt x="2243959" y="52323"/>
                  <a:pt x="2758966" y="179761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96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4" grpId="0" animBg="1"/>
      <p:bldP spid="55" grpId="0" animBg="1"/>
      <p:bldP spid="5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575F75-3E21-7245-97F7-DDF80EAD1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4778AC0-9FD8-EB45-9B5B-8C7A857D1315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7239000" cy="762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Floyd-warshall algorithm</a:t>
            </a:r>
            <a:endParaRPr lang="en-US" dirty="0"/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71E20E94-5DDF-4E42-9D51-69FF7F4B8D6B}"/>
              </a:ext>
            </a:extLst>
          </p:cNvPr>
          <p:cNvGraphicFramePr>
            <a:graphicFrameLocks/>
          </p:cNvGraphicFramePr>
          <p:nvPr/>
        </p:nvGraphicFramePr>
        <p:xfrm>
          <a:off x="31750" y="3346450"/>
          <a:ext cx="4710113" cy="3261136"/>
        </p:xfrm>
        <a:graphic>
          <a:graphicData uri="http://schemas.openxmlformats.org/drawingml/2006/table">
            <a:tbl>
              <a:tblPr/>
              <a:tblGrid>
                <a:gridCol w="822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7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0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98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06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i</a:t>
                      </a:r>
                      <a:r>
                        <a:rPr kumimoji="0" lang="en-US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/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j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7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4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5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7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5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4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6" name="Group 3">
            <a:extLst>
              <a:ext uri="{FF2B5EF4-FFF2-40B4-BE49-F238E27FC236}">
                <a16:creationId xmlns:a16="http://schemas.microsoft.com/office/drawing/2014/main" id="{56B98E0E-0069-AD49-A906-AE3A350B6B31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838200"/>
            <a:ext cx="3505200" cy="2162175"/>
            <a:chOff x="432" y="240"/>
            <a:chExt cx="2016" cy="1191"/>
          </a:xfrm>
        </p:grpSpPr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EEEFC286-AED3-3D48-8D8F-FFD77DEAC0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" y="272"/>
              <a:ext cx="227" cy="204"/>
            </a:xfrm>
            <a:prstGeom prst="ellipse">
              <a:avLst/>
            </a:prstGeom>
            <a:solidFill>
              <a:srgbClr val="ABABFF"/>
            </a:solidFill>
            <a:ln w="22225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4000" b="1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DAD59BD0-321C-D342-AEA1-D32FDB5690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" y="369"/>
              <a:ext cx="711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B7AF474A-3D9D-D246-8EE7-8F5728B6B0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480"/>
              <a:ext cx="64" cy="28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9DE18640-2657-5346-827F-10885816D4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8" y="956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87020DB9-041D-6A43-B116-C8972FCD9D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8" y="572"/>
              <a:ext cx="496" cy="60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18279AA4-FE82-AA46-B968-48E3D3B336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4" y="1222"/>
              <a:ext cx="911" cy="4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54A52D6A-DBB7-8347-B662-BAFE424853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" y="463"/>
              <a:ext cx="0" cy="61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BC2EDD6B-1175-5A4F-9694-5688D857F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" y="439"/>
              <a:ext cx="635" cy="36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D884FFAF-31EB-B541-8727-AFFC385F49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" y="282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grpSp>
          <p:nvGrpSpPr>
            <p:cNvPr id="16" name="Group 13">
              <a:extLst>
                <a:ext uri="{FF2B5EF4-FFF2-40B4-BE49-F238E27FC236}">
                  <a16:creationId xmlns:a16="http://schemas.microsoft.com/office/drawing/2014/main" id="{764DB627-F0E3-634F-A616-9E07E755A3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071"/>
              <a:ext cx="227" cy="205"/>
              <a:chOff x="432" y="1551"/>
              <a:chExt cx="227" cy="205"/>
            </a:xfrm>
          </p:grpSpPr>
          <p:sp>
            <p:nvSpPr>
              <p:cNvPr id="40" name="Oval 14">
                <a:extLst>
                  <a:ext uri="{FF2B5EF4-FFF2-40B4-BE49-F238E27FC236}">
                    <a16:creationId xmlns:a16="http://schemas.microsoft.com/office/drawing/2014/main" id="{8953A72F-C896-5F46-9337-FD46AC052E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solidFill>
                <a:srgbClr val="ABABFF"/>
              </a:solidFill>
              <a:ln w="22225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41" name="Rectangle 15">
                <a:extLst>
                  <a:ext uri="{FF2B5EF4-FFF2-40B4-BE49-F238E27FC236}">
                    <a16:creationId xmlns:a16="http://schemas.microsoft.com/office/drawing/2014/main" id="{92003F75-05E9-4641-B8B0-5F11C5B62A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" y="1553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42AEA84-7777-A54A-8AB9-C91B38B594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6" y="749"/>
              <a:ext cx="227" cy="205"/>
              <a:chOff x="1246" y="1229"/>
              <a:chExt cx="227" cy="205"/>
            </a:xfrm>
          </p:grpSpPr>
          <p:sp>
            <p:nvSpPr>
              <p:cNvPr id="38" name="Oval 17">
                <a:extLst>
                  <a:ext uri="{FF2B5EF4-FFF2-40B4-BE49-F238E27FC236}">
                    <a16:creationId xmlns:a16="http://schemas.microsoft.com/office/drawing/2014/main" id="{3A425534-D441-604C-A9E0-E473468B28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solidFill>
                <a:srgbClr val="ABABFF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9" name="Rectangle 18">
                <a:extLst>
                  <a:ext uri="{FF2B5EF4-FFF2-40B4-BE49-F238E27FC236}">
                    <a16:creationId xmlns:a16="http://schemas.microsoft.com/office/drawing/2014/main" id="{5C9C139A-1192-794B-8479-4B6C6153EA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" y="1257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8" name="Group 19">
              <a:extLst>
                <a:ext uri="{FF2B5EF4-FFF2-40B4-BE49-F238E27FC236}">
                  <a16:creationId xmlns:a16="http://schemas.microsoft.com/office/drawing/2014/main" id="{1C38318B-61D4-6A45-B382-619B95740B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0" y="1144"/>
              <a:ext cx="227" cy="204"/>
              <a:chOff x="1550" y="1624"/>
              <a:chExt cx="227" cy="204"/>
            </a:xfrm>
          </p:grpSpPr>
          <p:sp>
            <p:nvSpPr>
              <p:cNvPr id="36" name="Oval 20">
                <a:extLst>
                  <a:ext uri="{FF2B5EF4-FFF2-40B4-BE49-F238E27FC236}">
                    <a16:creationId xmlns:a16="http://schemas.microsoft.com/office/drawing/2014/main" id="{C8A10DE2-61F9-AE43-B4FC-F633B3021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solidFill>
                <a:srgbClr val="ABABFF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7" name="Rectangle 21">
                <a:extLst>
                  <a:ext uri="{FF2B5EF4-FFF2-40B4-BE49-F238E27FC236}">
                    <a16:creationId xmlns:a16="http://schemas.microsoft.com/office/drawing/2014/main" id="{9B385E3A-5BF8-5E4F-990B-27D3142E5A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4" y="1653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" name="Group 22">
              <a:extLst>
                <a:ext uri="{FF2B5EF4-FFF2-40B4-BE49-F238E27FC236}">
                  <a16:creationId xmlns:a16="http://schemas.microsoft.com/office/drawing/2014/main" id="{FB8A1C05-E3F9-2B43-988B-1F2CF353F1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2" y="408"/>
              <a:ext cx="226" cy="205"/>
              <a:chOff x="2222" y="888"/>
              <a:chExt cx="226" cy="205"/>
            </a:xfrm>
          </p:grpSpPr>
          <p:sp>
            <p:nvSpPr>
              <p:cNvPr id="34" name="Oval 23">
                <a:extLst>
                  <a:ext uri="{FF2B5EF4-FFF2-40B4-BE49-F238E27FC236}">
                    <a16:creationId xmlns:a16="http://schemas.microsoft.com/office/drawing/2014/main" id="{2D867FE7-895C-E542-8D07-798DA6101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5" name="Rectangle 24">
                <a:extLst>
                  <a:ext uri="{FF2B5EF4-FFF2-40B4-BE49-F238E27FC236}">
                    <a16:creationId xmlns:a16="http://schemas.microsoft.com/office/drawing/2014/main" id="{2C748F70-6AFA-6541-9A0D-CE462225A3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" name="Rectangle 25">
              <a:extLst>
                <a:ext uri="{FF2B5EF4-FFF2-40B4-BE49-F238E27FC236}">
                  <a16:creationId xmlns:a16="http://schemas.microsoft.com/office/drawing/2014/main" id="{E10953D5-11A4-284F-B3EE-A7669C784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" y="865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26">
              <a:extLst>
                <a:ext uri="{FF2B5EF4-FFF2-40B4-BE49-F238E27FC236}">
                  <a16:creationId xmlns:a16="http://schemas.microsoft.com/office/drawing/2014/main" id="{F86D604D-9E07-E148-ACFD-1224BB82F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" y="286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F0B5EAF4-93AC-6B42-8A5D-6D2BF8311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9" y="573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28">
              <a:extLst>
                <a:ext uri="{FF2B5EF4-FFF2-40B4-BE49-F238E27FC236}">
                  <a16:creationId xmlns:a16="http://schemas.microsoft.com/office/drawing/2014/main" id="{555726E0-D8AD-8247-A795-0B2EADA32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4" y="964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29">
              <a:extLst>
                <a:ext uri="{FF2B5EF4-FFF2-40B4-BE49-F238E27FC236}">
                  <a16:creationId xmlns:a16="http://schemas.microsoft.com/office/drawing/2014/main" id="{1F667FB0-D28C-4F44-863D-BE668442C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9" y="870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30">
              <a:extLst>
                <a:ext uri="{FF2B5EF4-FFF2-40B4-BE49-F238E27FC236}">
                  <a16:creationId xmlns:a16="http://schemas.microsoft.com/office/drawing/2014/main" id="{6235287B-569B-0A49-A5B1-B18FFB128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" y="698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6" name="Rectangle 31">
              <a:extLst>
                <a:ext uri="{FF2B5EF4-FFF2-40B4-BE49-F238E27FC236}">
                  <a16:creationId xmlns:a16="http://schemas.microsoft.com/office/drawing/2014/main" id="{7FD764C5-0F98-1644-B6A3-B4FDDF337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526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7" name="Rectangle 32">
              <a:extLst>
                <a:ext uri="{FF2B5EF4-FFF2-40B4-BE49-F238E27FC236}">
                  <a16:creationId xmlns:a16="http://schemas.microsoft.com/office/drawing/2014/main" id="{4B6A9CE0-4355-6B4C-A3E9-8F753275A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40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8" name="Rectangle 33">
              <a:extLst>
                <a:ext uri="{FF2B5EF4-FFF2-40B4-BE49-F238E27FC236}">
                  <a16:creationId xmlns:a16="http://schemas.microsoft.com/office/drawing/2014/main" id="{9E38D012-CB41-E143-B18B-7C78B769D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" y="1261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9" name="Line 34">
              <a:extLst>
                <a:ext uri="{FF2B5EF4-FFF2-40B4-BE49-F238E27FC236}">
                  <a16:creationId xmlns:a16="http://schemas.microsoft.com/office/drawing/2014/main" id="{3B6C64BA-2325-044D-8B21-0A7C83C4D0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5" y="408"/>
              <a:ext cx="594" cy="7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35">
              <a:extLst>
                <a:ext uri="{FF2B5EF4-FFF2-40B4-BE49-F238E27FC236}">
                  <a16:creationId xmlns:a16="http://schemas.microsoft.com/office/drawing/2014/main" id="{047B3D59-998F-2B40-BE75-815D61613F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912"/>
              <a:ext cx="607" cy="21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" name="Group 36">
              <a:extLst>
                <a:ext uri="{FF2B5EF4-FFF2-40B4-BE49-F238E27FC236}">
                  <a16:creationId xmlns:a16="http://schemas.microsoft.com/office/drawing/2014/main" id="{EB1FFAFE-D19F-3D42-87E2-F470558186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5" y="276"/>
              <a:ext cx="227" cy="204"/>
              <a:chOff x="1405" y="756"/>
              <a:chExt cx="227" cy="204"/>
            </a:xfrm>
          </p:grpSpPr>
          <p:sp>
            <p:nvSpPr>
              <p:cNvPr id="32" name="Oval 38">
                <a:extLst>
                  <a:ext uri="{FF2B5EF4-FFF2-40B4-BE49-F238E27FC236}">
                    <a16:creationId xmlns:a16="http://schemas.microsoft.com/office/drawing/2014/main" id="{BEFAD640-B204-1047-A678-DE91692504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ABABFF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3" name="Rectangle 37">
                <a:extLst>
                  <a:ext uri="{FF2B5EF4-FFF2-40B4-BE49-F238E27FC236}">
                    <a16:creationId xmlns:a16="http://schemas.microsoft.com/office/drawing/2014/main" id="{E4491CDA-450C-144F-B9C7-A73A1C7B78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42" name="Group 3">
            <a:extLst>
              <a:ext uri="{FF2B5EF4-FFF2-40B4-BE49-F238E27FC236}">
                <a16:creationId xmlns:a16="http://schemas.microsoft.com/office/drawing/2014/main" id="{55634483-5F19-6040-9C14-16F3A3FCA92B}"/>
              </a:ext>
            </a:extLst>
          </p:cNvPr>
          <p:cNvGraphicFramePr>
            <a:graphicFrameLocks/>
          </p:cNvGraphicFramePr>
          <p:nvPr/>
        </p:nvGraphicFramePr>
        <p:xfrm>
          <a:off x="4829175" y="3368675"/>
          <a:ext cx="4267199" cy="3248026"/>
        </p:xfrm>
        <a:graphic>
          <a:graphicData uri="http://schemas.openxmlformats.org/drawingml/2006/table">
            <a:tbl>
              <a:tblPr/>
              <a:tblGrid>
                <a:gridCol w="792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0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19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19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419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I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/  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j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3" name="TextBox 56">
            <a:extLst>
              <a:ext uri="{FF2B5EF4-FFF2-40B4-BE49-F238E27FC236}">
                <a16:creationId xmlns:a16="http://schemas.microsoft.com/office/drawing/2014/main" id="{0C8CC379-946C-1042-9524-6DA7352A4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743200"/>
            <a:ext cx="8953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rgbClr val="0000CC"/>
                </a:solidFill>
              </a:rPr>
              <a:t>D</a:t>
            </a:r>
            <a:r>
              <a:rPr lang="en-US" altLang="en-US" b="1" baseline="30000">
                <a:solidFill>
                  <a:srgbClr val="0000CC"/>
                </a:solidFill>
              </a:rPr>
              <a:t>(4)</a:t>
            </a:r>
          </a:p>
        </p:txBody>
      </p:sp>
      <p:sp>
        <p:nvSpPr>
          <p:cNvPr id="44" name="TextBox 57">
            <a:extLst>
              <a:ext uri="{FF2B5EF4-FFF2-40B4-BE49-F238E27FC236}">
                <a16:creationId xmlns:a16="http://schemas.microsoft.com/office/drawing/2014/main" id="{5B955B3A-A97C-8442-8F5A-46DDCA473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0475" y="2743200"/>
            <a:ext cx="8683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rgbClr val="0000CC"/>
                </a:solidFill>
              </a:rPr>
              <a:t>P</a:t>
            </a:r>
            <a:r>
              <a:rPr lang="en-US" altLang="en-US" b="1" baseline="30000">
                <a:solidFill>
                  <a:srgbClr val="0000CC"/>
                </a:solidFill>
              </a:rPr>
              <a:t>(4)</a:t>
            </a:r>
            <a:endParaRPr lang="en-US" altLang="en-US" i="1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941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075869-FDE9-2449-BFCB-4981EDD1E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8FD130B-DA50-9B42-8DD8-4B0869655313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7239000" cy="762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Floyd-warshall algorithm</a:t>
            </a:r>
            <a:endParaRPr lang="en-US" dirty="0"/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25879D43-698C-464E-8629-73527D2D8760}"/>
              </a:ext>
            </a:extLst>
          </p:cNvPr>
          <p:cNvGraphicFramePr>
            <a:graphicFrameLocks/>
          </p:cNvGraphicFramePr>
          <p:nvPr/>
        </p:nvGraphicFramePr>
        <p:xfrm>
          <a:off x="31750" y="3346450"/>
          <a:ext cx="4710113" cy="3261136"/>
        </p:xfrm>
        <a:graphic>
          <a:graphicData uri="http://schemas.openxmlformats.org/drawingml/2006/table">
            <a:tbl>
              <a:tblPr/>
              <a:tblGrid>
                <a:gridCol w="822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7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0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98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06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i</a:t>
                      </a:r>
                      <a:r>
                        <a:rPr kumimoji="0" lang="en-US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/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j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5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4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5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L="91436" marR="91436"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4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635"/>
                          </a:solidFill>
                          <a:cs typeface="Times New Roman" pitchFamily="18" charset="0"/>
                        </a:rPr>
                        <a:t>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L="91436" marR="91436"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6" name="Group 3">
            <a:extLst>
              <a:ext uri="{FF2B5EF4-FFF2-40B4-BE49-F238E27FC236}">
                <a16:creationId xmlns:a16="http://schemas.microsoft.com/office/drawing/2014/main" id="{953D36F1-5F54-C644-9199-28BC5E5D2748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838200"/>
            <a:ext cx="3505200" cy="2162175"/>
            <a:chOff x="432" y="240"/>
            <a:chExt cx="2016" cy="1191"/>
          </a:xfrm>
        </p:grpSpPr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B60B13D0-6ECC-6146-9CF6-093508764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" y="272"/>
              <a:ext cx="227" cy="204"/>
            </a:xfrm>
            <a:prstGeom prst="ellipse">
              <a:avLst/>
            </a:prstGeom>
            <a:solidFill>
              <a:srgbClr val="ABABFF"/>
            </a:solidFill>
            <a:ln w="22225">
              <a:solidFill>
                <a:srgbClr val="0000CC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4000" b="1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2B1B38D0-FC44-3246-996B-AF466004BC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" y="369"/>
              <a:ext cx="711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EE7BBDCE-273C-524D-87B0-21DF304C7F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480"/>
              <a:ext cx="64" cy="28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C08F47E1-6340-8D46-BF45-EDE69AC8C1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8" y="956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480C8F33-A0E8-AF45-91FC-5ADAFB4ABF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8" y="572"/>
              <a:ext cx="496" cy="60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65DD9BA2-02C5-AF42-9D2C-36891C4DED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4" y="1222"/>
              <a:ext cx="911" cy="4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237ABD79-C413-E243-B7FD-87C3FF0116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" y="463"/>
              <a:ext cx="0" cy="61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B150B4A8-A162-AC4B-89B4-772C59339C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6" y="439"/>
              <a:ext cx="635" cy="36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51EF9D89-5593-C149-897C-5E300E6F8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" y="282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grpSp>
          <p:nvGrpSpPr>
            <p:cNvPr id="16" name="Group 13">
              <a:extLst>
                <a:ext uri="{FF2B5EF4-FFF2-40B4-BE49-F238E27FC236}">
                  <a16:creationId xmlns:a16="http://schemas.microsoft.com/office/drawing/2014/main" id="{D9D65C78-9C64-DF42-9A91-3097A417A0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071"/>
              <a:ext cx="227" cy="205"/>
              <a:chOff x="432" y="1551"/>
              <a:chExt cx="227" cy="205"/>
            </a:xfrm>
          </p:grpSpPr>
          <p:sp>
            <p:nvSpPr>
              <p:cNvPr id="40" name="Oval 14">
                <a:extLst>
                  <a:ext uri="{FF2B5EF4-FFF2-40B4-BE49-F238E27FC236}">
                    <a16:creationId xmlns:a16="http://schemas.microsoft.com/office/drawing/2014/main" id="{3788C144-0542-F544-A15B-8C25AA41CF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solidFill>
                <a:srgbClr val="ABABFF"/>
              </a:solidFill>
              <a:ln w="22225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41" name="Rectangle 15">
                <a:extLst>
                  <a:ext uri="{FF2B5EF4-FFF2-40B4-BE49-F238E27FC236}">
                    <a16:creationId xmlns:a16="http://schemas.microsoft.com/office/drawing/2014/main" id="{FE33865A-5980-F74C-8DBD-2CB031AB97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" y="1553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439DD0B-D122-5D49-B2C9-68D028F3EF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6" y="749"/>
              <a:ext cx="227" cy="205"/>
              <a:chOff x="1246" y="1229"/>
              <a:chExt cx="227" cy="205"/>
            </a:xfrm>
          </p:grpSpPr>
          <p:sp>
            <p:nvSpPr>
              <p:cNvPr id="38" name="Oval 17">
                <a:extLst>
                  <a:ext uri="{FF2B5EF4-FFF2-40B4-BE49-F238E27FC236}">
                    <a16:creationId xmlns:a16="http://schemas.microsoft.com/office/drawing/2014/main" id="{BD5EFE0A-0A6B-2F44-B8DB-2836DD8127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solidFill>
                <a:srgbClr val="ABABFF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9" name="Rectangle 18">
                <a:extLst>
                  <a:ext uri="{FF2B5EF4-FFF2-40B4-BE49-F238E27FC236}">
                    <a16:creationId xmlns:a16="http://schemas.microsoft.com/office/drawing/2014/main" id="{02067C57-4691-0A4C-9EDA-245BA17DF2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" y="1257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8" name="Group 19">
              <a:extLst>
                <a:ext uri="{FF2B5EF4-FFF2-40B4-BE49-F238E27FC236}">
                  <a16:creationId xmlns:a16="http://schemas.microsoft.com/office/drawing/2014/main" id="{E5D2D72B-ADC6-F24D-98BF-754E780EFC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0" y="1144"/>
              <a:ext cx="227" cy="204"/>
              <a:chOff x="1550" y="1624"/>
              <a:chExt cx="227" cy="204"/>
            </a:xfrm>
          </p:grpSpPr>
          <p:sp>
            <p:nvSpPr>
              <p:cNvPr id="36" name="Oval 20">
                <a:extLst>
                  <a:ext uri="{FF2B5EF4-FFF2-40B4-BE49-F238E27FC236}">
                    <a16:creationId xmlns:a16="http://schemas.microsoft.com/office/drawing/2014/main" id="{B6B1949C-C5A1-F343-ACCB-D27C93CAD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solidFill>
                <a:srgbClr val="ABABFF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7" name="Rectangle 21">
                <a:extLst>
                  <a:ext uri="{FF2B5EF4-FFF2-40B4-BE49-F238E27FC236}">
                    <a16:creationId xmlns:a16="http://schemas.microsoft.com/office/drawing/2014/main" id="{6E80C605-E1CC-AE46-8119-AD2E9E3A8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4" y="1653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" name="Group 22">
              <a:extLst>
                <a:ext uri="{FF2B5EF4-FFF2-40B4-BE49-F238E27FC236}">
                  <a16:creationId xmlns:a16="http://schemas.microsoft.com/office/drawing/2014/main" id="{BA26919F-2B17-5645-89A4-7D5331A625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2" y="408"/>
              <a:ext cx="226" cy="205"/>
              <a:chOff x="2222" y="888"/>
              <a:chExt cx="226" cy="205"/>
            </a:xfrm>
          </p:grpSpPr>
          <p:sp>
            <p:nvSpPr>
              <p:cNvPr id="34" name="Oval 23">
                <a:extLst>
                  <a:ext uri="{FF2B5EF4-FFF2-40B4-BE49-F238E27FC236}">
                    <a16:creationId xmlns:a16="http://schemas.microsoft.com/office/drawing/2014/main" id="{564063DC-66FC-C744-BC55-7732734E3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solidFill>
                <a:srgbClr val="ABABFF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5" name="Rectangle 24">
                <a:extLst>
                  <a:ext uri="{FF2B5EF4-FFF2-40B4-BE49-F238E27FC236}">
                    <a16:creationId xmlns:a16="http://schemas.microsoft.com/office/drawing/2014/main" id="{A5372BB1-9518-3249-BA95-F33B19FF4B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" name="Rectangle 25">
              <a:extLst>
                <a:ext uri="{FF2B5EF4-FFF2-40B4-BE49-F238E27FC236}">
                  <a16:creationId xmlns:a16="http://schemas.microsoft.com/office/drawing/2014/main" id="{54A1E29F-A34D-074B-B907-10DAE6EE9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" y="865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26">
              <a:extLst>
                <a:ext uri="{FF2B5EF4-FFF2-40B4-BE49-F238E27FC236}">
                  <a16:creationId xmlns:a16="http://schemas.microsoft.com/office/drawing/2014/main" id="{C7232A16-99D7-D44F-8C22-5281B4E67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" y="286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3AC2B232-79CC-2D4C-BFB1-7A1703BEA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9" y="573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3" name="Rectangle 28">
              <a:extLst>
                <a:ext uri="{FF2B5EF4-FFF2-40B4-BE49-F238E27FC236}">
                  <a16:creationId xmlns:a16="http://schemas.microsoft.com/office/drawing/2014/main" id="{50655C2D-6582-5146-9030-DA1EAC1A33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4" y="964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29">
              <a:extLst>
                <a:ext uri="{FF2B5EF4-FFF2-40B4-BE49-F238E27FC236}">
                  <a16:creationId xmlns:a16="http://schemas.microsoft.com/office/drawing/2014/main" id="{49E222D6-3055-124B-8255-80C40AEC7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9" y="870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30">
              <a:extLst>
                <a:ext uri="{FF2B5EF4-FFF2-40B4-BE49-F238E27FC236}">
                  <a16:creationId xmlns:a16="http://schemas.microsoft.com/office/drawing/2014/main" id="{92E2B39B-93EF-834E-9F79-362A841CE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" y="698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6" name="Rectangle 31">
              <a:extLst>
                <a:ext uri="{FF2B5EF4-FFF2-40B4-BE49-F238E27FC236}">
                  <a16:creationId xmlns:a16="http://schemas.microsoft.com/office/drawing/2014/main" id="{CB7B4444-5819-514B-A31B-6E76397B4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526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7" name="Rectangle 32">
              <a:extLst>
                <a:ext uri="{FF2B5EF4-FFF2-40B4-BE49-F238E27FC236}">
                  <a16:creationId xmlns:a16="http://schemas.microsoft.com/office/drawing/2014/main" id="{7A1E6931-61A9-7545-92BA-77723BBD0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40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8" name="Rectangle 33">
              <a:extLst>
                <a:ext uri="{FF2B5EF4-FFF2-40B4-BE49-F238E27FC236}">
                  <a16:creationId xmlns:a16="http://schemas.microsoft.com/office/drawing/2014/main" id="{18C4C56E-E3D1-E44C-85FD-0DE563385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" y="1261"/>
              <a:ext cx="7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9" name="Line 34">
              <a:extLst>
                <a:ext uri="{FF2B5EF4-FFF2-40B4-BE49-F238E27FC236}">
                  <a16:creationId xmlns:a16="http://schemas.microsoft.com/office/drawing/2014/main" id="{CF12FE9C-C357-CE40-9D5D-E473B0F7B1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5" y="408"/>
              <a:ext cx="594" cy="7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35">
              <a:extLst>
                <a:ext uri="{FF2B5EF4-FFF2-40B4-BE49-F238E27FC236}">
                  <a16:creationId xmlns:a16="http://schemas.microsoft.com/office/drawing/2014/main" id="{545DE52A-48ED-3E41-87CC-23B57CD85A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" y="912"/>
              <a:ext cx="607" cy="21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" name="Group 36">
              <a:extLst>
                <a:ext uri="{FF2B5EF4-FFF2-40B4-BE49-F238E27FC236}">
                  <a16:creationId xmlns:a16="http://schemas.microsoft.com/office/drawing/2014/main" id="{7C061CEB-39AC-4140-8931-F0BAA0B8B7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5" y="276"/>
              <a:ext cx="227" cy="204"/>
              <a:chOff x="1405" y="756"/>
              <a:chExt cx="227" cy="204"/>
            </a:xfrm>
          </p:grpSpPr>
          <p:sp>
            <p:nvSpPr>
              <p:cNvPr id="32" name="Oval 38">
                <a:extLst>
                  <a:ext uri="{FF2B5EF4-FFF2-40B4-BE49-F238E27FC236}">
                    <a16:creationId xmlns:a16="http://schemas.microsoft.com/office/drawing/2014/main" id="{70DD4151-9D41-A641-AC80-77345443B2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ABABFF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4000" b="1"/>
              </a:p>
            </p:txBody>
          </p:sp>
          <p:sp>
            <p:nvSpPr>
              <p:cNvPr id="33" name="Rectangle 37">
                <a:extLst>
                  <a:ext uri="{FF2B5EF4-FFF2-40B4-BE49-F238E27FC236}">
                    <a16:creationId xmlns:a16="http://schemas.microsoft.com/office/drawing/2014/main" id="{B99F4D12-22C2-664C-9D97-F51FE8D44C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en-US" sz="2000" b="1">
                  <a:latin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42" name="Group 3">
            <a:extLst>
              <a:ext uri="{FF2B5EF4-FFF2-40B4-BE49-F238E27FC236}">
                <a16:creationId xmlns:a16="http://schemas.microsoft.com/office/drawing/2014/main" id="{1CB0487E-5E88-5A42-BD25-BA4B266D6F06}"/>
              </a:ext>
            </a:extLst>
          </p:cNvPr>
          <p:cNvGraphicFramePr>
            <a:graphicFrameLocks/>
          </p:cNvGraphicFramePr>
          <p:nvPr/>
        </p:nvGraphicFramePr>
        <p:xfrm>
          <a:off x="4829175" y="3368675"/>
          <a:ext cx="4267199" cy="3248026"/>
        </p:xfrm>
        <a:graphic>
          <a:graphicData uri="http://schemas.openxmlformats.org/drawingml/2006/table">
            <a:tbl>
              <a:tblPr/>
              <a:tblGrid>
                <a:gridCol w="792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0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19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19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419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I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/  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j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  <a:sym typeface="Symbol" pitchFamily="18" charset="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7635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3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635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Nil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3" name="TextBox 56">
            <a:extLst>
              <a:ext uri="{FF2B5EF4-FFF2-40B4-BE49-F238E27FC236}">
                <a16:creationId xmlns:a16="http://schemas.microsoft.com/office/drawing/2014/main" id="{DFFE1C04-3050-EB41-94C2-EBA58E4AE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743200"/>
            <a:ext cx="8953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rgbClr val="0000CC"/>
                </a:solidFill>
              </a:rPr>
              <a:t>D</a:t>
            </a:r>
            <a:r>
              <a:rPr lang="en-US" altLang="en-US" b="1" baseline="30000">
                <a:solidFill>
                  <a:srgbClr val="0000CC"/>
                </a:solidFill>
              </a:rPr>
              <a:t>(5)</a:t>
            </a:r>
          </a:p>
        </p:txBody>
      </p:sp>
      <p:sp>
        <p:nvSpPr>
          <p:cNvPr id="44" name="TextBox 57">
            <a:extLst>
              <a:ext uri="{FF2B5EF4-FFF2-40B4-BE49-F238E27FC236}">
                <a16:creationId xmlns:a16="http://schemas.microsoft.com/office/drawing/2014/main" id="{E16AA04B-6B2E-FA42-9A87-55F83BA28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0475" y="2743200"/>
            <a:ext cx="8683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>
                <a:solidFill>
                  <a:srgbClr val="0000CC"/>
                </a:solidFill>
              </a:rPr>
              <a:t>P</a:t>
            </a:r>
            <a:r>
              <a:rPr lang="en-US" altLang="en-US" b="1" baseline="30000">
                <a:solidFill>
                  <a:srgbClr val="0000CC"/>
                </a:solidFill>
              </a:rPr>
              <a:t>(5)</a:t>
            </a:r>
            <a:endParaRPr lang="en-US" altLang="en-US" i="1">
              <a:solidFill>
                <a:srgbClr val="0000CC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711DE19-45B8-DE4B-A817-EC6A0E29073E}"/>
              </a:ext>
            </a:extLst>
          </p:cNvPr>
          <p:cNvSpPr/>
          <p:nvPr/>
        </p:nvSpPr>
        <p:spPr>
          <a:xfrm>
            <a:off x="3536950" y="3810000"/>
            <a:ext cx="547688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768AC62-5AAA-2241-B5DB-8088A0251CF7}"/>
              </a:ext>
            </a:extLst>
          </p:cNvPr>
          <p:cNvSpPr/>
          <p:nvPr/>
        </p:nvSpPr>
        <p:spPr>
          <a:xfrm>
            <a:off x="854075" y="5638800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AF36A0D-2F91-3246-8682-C82FD3FA2234}"/>
              </a:ext>
            </a:extLst>
          </p:cNvPr>
          <p:cNvSpPr/>
          <p:nvPr/>
        </p:nvSpPr>
        <p:spPr>
          <a:xfrm>
            <a:off x="7912100" y="3810000"/>
            <a:ext cx="547688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5920C2B-6FE2-8640-9EEE-80DA6922D981}"/>
              </a:ext>
            </a:extLst>
          </p:cNvPr>
          <p:cNvSpPr/>
          <p:nvPr/>
        </p:nvSpPr>
        <p:spPr>
          <a:xfrm>
            <a:off x="5608638" y="5638800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A308128-CA46-3249-A83F-8C5119AD74AF}"/>
              </a:ext>
            </a:extLst>
          </p:cNvPr>
          <p:cNvSpPr/>
          <p:nvPr/>
        </p:nvSpPr>
        <p:spPr>
          <a:xfrm>
            <a:off x="3519488" y="4710113"/>
            <a:ext cx="547687" cy="5476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3E7A993-10E8-8441-8A6B-35FF87135707}"/>
              </a:ext>
            </a:extLst>
          </p:cNvPr>
          <p:cNvSpPr/>
          <p:nvPr/>
        </p:nvSpPr>
        <p:spPr>
          <a:xfrm>
            <a:off x="2193925" y="5638800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C06388C-546F-D94C-91DD-2437B09DA767}"/>
              </a:ext>
            </a:extLst>
          </p:cNvPr>
          <p:cNvSpPr/>
          <p:nvPr/>
        </p:nvSpPr>
        <p:spPr>
          <a:xfrm>
            <a:off x="7893050" y="4724400"/>
            <a:ext cx="549275" cy="5492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87E25D7-4B97-B84E-BCC0-D99C2EFEE58D}"/>
              </a:ext>
            </a:extLst>
          </p:cNvPr>
          <p:cNvSpPr/>
          <p:nvPr/>
        </p:nvSpPr>
        <p:spPr>
          <a:xfrm>
            <a:off x="6811963" y="5654675"/>
            <a:ext cx="547687" cy="5476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98D70D0D-FF19-8D46-85B4-1EF6C103A57C}"/>
              </a:ext>
            </a:extLst>
          </p:cNvPr>
          <p:cNvSpPr/>
          <p:nvPr/>
        </p:nvSpPr>
        <p:spPr>
          <a:xfrm>
            <a:off x="2979738" y="1133475"/>
            <a:ext cx="2720975" cy="1452563"/>
          </a:xfrm>
          <a:custGeom>
            <a:avLst/>
            <a:gdLst>
              <a:gd name="connsiteX0" fmla="*/ 0 w 2720603"/>
              <a:gd name="connsiteY0" fmla="*/ 1357 h 1451785"/>
              <a:gd name="connsiteX1" fmla="*/ 1481958 w 2720603"/>
              <a:gd name="connsiteY1" fmla="*/ 32888 h 1451785"/>
              <a:gd name="connsiteX2" fmla="*/ 2711669 w 2720603"/>
              <a:gd name="connsiteY2" fmla="*/ 222074 h 1451785"/>
              <a:gd name="connsiteX3" fmla="*/ 1939158 w 2720603"/>
              <a:gd name="connsiteY3" fmla="*/ 1451785 h 1451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0603" h="1451785">
                <a:moveTo>
                  <a:pt x="0" y="1357"/>
                </a:moveTo>
                <a:cubicBezTo>
                  <a:pt x="515006" y="-1271"/>
                  <a:pt x="1030013" y="-3898"/>
                  <a:pt x="1481958" y="32888"/>
                </a:cubicBezTo>
                <a:cubicBezTo>
                  <a:pt x="1933903" y="69674"/>
                  <a:pt x="2635469" y="-14409"/>
                  <a:pt x="2711669" y="222074"/>
                </a:cubicBezTo>
                <a:cubicBezTo>
                  <a:pt x="2787869" y="458557"/>
                  <a:pt x="2363513" y="955171"/>
                  <a:pt x="1939158" y="1451785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CC0421AA-FAD6-D345-AF8B-6D80FA4360BC}"/>
              </a:ext>
            </a:extLst>
          </p:cNvPr>
          <p:cNvSpPr/>
          <p:nvPr/>
        </p:nvSpPr>
        <p:spPr>
          <a:xfrm>
            <a:off x="4683125" y="1120775"/>
            <a:ext cx="1009650" cy="1449388"/>
          </a:xfrm>
          <a:custGeom>
            <a:avLst/>
            <a:gdLst>
              <a:gd name="connsiteX0" fmla="*/ 0 w 1010643"/>
              <a:gd name="connsiteY0" fmla="*/ 46613 h 1449744"/>
              <a:gd name="connsiteX1" fmla="*/ 1008993 w 1010643"/>
              <a:gd name="connsiteY1" fmla="*/ 172737 h 1449744"/>
              <a:gd name="connsiteX2" fmla="*/ 189186 w 1010643"/>
              <a:gd name="connsiteY2" fmla="*/ 1449744 h 1449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0643" h="1449744">
                <a:moveTo>
                  <a:pt x="0" y="46613"/>
                </a:moveTo>
                <a:cubicBezTo>
                  <a:pt x="488731" y="-7253"/>
                  <a:pt x="977462" y="-61118"/>
                  <a:pt x="1008993" y="172737"/>
                </a:cubicBezTo>
                <a:cubicBezTo>
                  <a:pt x="1040524" y="406592"/>
                  <a:pt x="614855" y="928168"/>
                  <a:pt x="189186" y="1449744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033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50" grpId="0" animBg="1"/>
      <p:bldP spid="51" grpId="0" animBg="1"/>
      <p:bldP spid="5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DEF82D-5A28-8146-83FF-C496741DA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A55474-6F0A-844D-BAD7-18B8FE9AF462}"/>
              </a:ext>
            </a:extLst>
          </p:cNvPr>
          <p:cNvSpPr txBox="1">
            <a:spLocks/>
          </p:cNvSpPr>
          <p:nvPr/>
        </p:nvSpPr>
        <p:spPr bwMode="auto">
          <a:xfrm>
            <a:off x="457200" y="320675"/>
            <a:ext cx="7239000" cy="85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Minimum Spanning Tree (MST)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603868-2F65-2D41-A5D0-13DA49E8BC6C}"/>
              </a:ext>
            </a:extLst>
          </p:cNvPr>
          <p:cNvSpPr txBox="1">
            <a:spLocks/>
          </p:cNvSpPr>
          <p:nvPr/>
        </p:nvSpPr>
        <p:spPr>
          <a:xfrm>
            <a:off x="304800" y="1219200"/>
            <a:ext cx="77724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altLang="en-US" sz="2200" i="1"/>
              <a:t>A</a:t>
            </a:r>
            <a:r>
              <a:rPr lang="en-US" altLang="en-US" sz="2200"/>
              <a:t> minimum spanning tree of an undirected graph G is a tree formed from graph edges that connects all the vertices of G at lowest total cost. </a:t>
            </a:r>
          </a:p>
          <a:p>
            <a:pPr marL="342900" indent="-342900"/>
            <a:r>
              <a:rPr lang="en-US" altLang="en-US" sz="2200"/>
              <a:t>A minimum spanning tree exists if and only if G is connected</a:t>
            </a:r>
          </a:p>
        </p:txBody>
      </p:sp>
      <p:sp>
        <p:nvSpPr>
          <p:cNvPr id="5" name="Oval 9">
            <a:extLst>
              <a:ext uri="{FF2B5EF4-FFF2-40B4-BE49-F238E27FC236}">
                <a16:creationId xmlns:a16="http://schemas.microsoft.com/office/drawing/2014/main" id="{5244035C-7317-E243-8B01-F2E20F6CD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900" y="3328988"/>
            <a:ext cx="528638" cy="5111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6" name="Oval 15">
            <a:extLst>
              <a:ext uri="{FF2B5EF4-FFF2-40B4-BE49-F238E27FC236}">
                <a16:creationId xmlns:a16="http://schemas.microsoft.com/office/drawing/2014/main" id="{B814DA07-74FE-624A-9632-B3B7912E8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2075" y="3333750"/>
            <a:ext cx="530225" cy="512763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558FFC3D-EE40-1843-9A25-F87B93238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8" y="5324475"/>
            <a:ext cx="530225" cy="5111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8" name="Oval 15">
            <a:extLst>
              <a:ext uri="{FF2B5EF4-FFF2-40B4-BE49-F238E27FC236}">
                <a16:creationId xmlns:a16="http://schemas.microsoft.com/office/drawing/2014/main" id="{34D39F67-F4DF-6948-842A-F5ED00C6E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6850" y="5324475"/>
            <a:ext cx="527050" cy="5111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03742BEB-3FCC-814D-93A9-62F0DD923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321175"/>
            <a:ext cx="528638" cy="512763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219E81-DC03-2547-A8FC-A1B49FF82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8963" y="4340225"/>
            <a:ext cx="528637" cy="5111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1" name="Oval 15">
            <a:extLst>
              <a:ext uri="{FF2B5EF4-FFF2-40B4-BE49-F238E27FC236}">
                <a16:creationId xmlns:a16="http://schemas.microsoft.com/office/drawing/2014/main" id="{A988D013-D12C-9C4F-AB55-72F1B45CE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963" y="4344988"/>
            <a:ext cx="528637" cy="5111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A4D62C34-04B5-F548-B336-60FBED9131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7825" y="3576638"/>
            <a:ext cx="99695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629F398-9AEB-A64A-A7C3-012D9C90DCF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313" y="4602163"/>
            <a:ext cx="12906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D9CD7713-5A0D-8544-9869-7934DA0FC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57438" y="4581525"/>
            <a:ext cx="1173162" cy="206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F2300A4B-9F63-0A43-B83D-52497F9A5E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17625" y="5567363"/>
            <a:ext cx="1408113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A6C2630F-5F36-474D-A76F-D1F8B77CFB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5938" y="3746500"/>
            <a:ext cx="685800" cy="6461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7A644C5F-7638-5546-A40D-BA3A0C77F8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98575" y="4772025"/>
            <a:ext cx="685800" cy="6461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9">
            <a:extLst>
              <a:ext uri="{FF2B5EF4-FFF2-40B4-BE49-F238E27FC236}">
                <a16:creationId xmlns:a16="http://schemas.microsoft.com/office/drawing/2014/main" id="{F588657A-A361-6243-95B6-4B57F2D3F4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6588" y="4849813"/>
            <a:ext cx="527050" cy="5254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0">
            <a:extLst>
              <a:ext uri="{FF2B5EF4-FFF2-40B4-BE49-F238E27FC236}">
                <a16:creationId xmlns:a16="http://schemas.microsoft.com/office/drawing/2014/main" id="{FBC48D2E-7079-654B-A96B-F436AD30AA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14575" y="3844925"/>
            <a:ext cx="527050" cy="5635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1">
            <a:extLst>
              <a:ext uri="{FF2B5EF4-FFF2-40B4-BE49-F238E27FC236}">
                <a16:creationId xmlns:a16="http://schemas.microsoft.com/office/drawing/2014/main" id="{D7B4BFBB-8E9A-9F49-B90B-58EA4A6EF09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2125" y="4810125"/>
            <a:ext cx="452438" cy="5222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E1B5C957-0D8B-BB4B-A09D-E65F500F4F2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95525" y="4751388"/>
            <a:ext cx="550863" cy="6270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3">
            <a:extLst>
              <a:ext uri="{FF2B5EF4-FFF2-40B4-BE49-F238E27FC236}">
                <a16:creationId xmlns:a16="http://schemas.microsoft.com/office/drawing/2014/main" id="{31119C88-C082-DD44-B945-68C8D66480D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097213" y="3746500"/>
            <a:ext cx="549275" cy="6270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4">
            <a:extLst>
              <a:ext uri="{FF2B5EF4-FFF2-40B4-BE49-F238E27FC236}">
                <a16:creationId xmlns:a16="http://schemas.microsoft.com/office/drawing/2014/main" id="{BDDBDB47-0C82-F249-96B2-8787EF6CEE0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49400" y="3811588"/>
            <a:ext cx="452438" cy="5222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TextBox 44">
            <a:extLst>
              <a:ext uri="{FF2B5EF4-FFF2-40B4-BE49-F238E27FC236}">
                <a16:creationId xmlns:a16="http://schemas.microsoft.com/office/drawing/2014/main" id="{77E85D8C-1295-4042-B788-D9B6C5E40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5163" y="3200400"/>
            <a:ext cx="401637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5" name="TextBox 45">
            <a:extLst>
              <a:ext uri="{FF2B5EF4-FFF2-40B4-BE49-F238E27FC236}">
                <a16:creationId xmlns:a16="http://schemas.microsoft.com/office/drawing/2014/main" id="{1C0F2702-4378-8D49-BD7A-E2527EC0E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5562600"/>
            <a:ext cx="401638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26" name="TextBox 46">
            <a:extLst>
              <a:ext uri="{FF2B5EF4-FFF2-40B4-BE49-F238E27FC236}">
                <a16:creationId xmlns:a16="http://schemas.microsoft.com/office/drawing/2014/main" id="{DE8C1BB3-3B25-6844-A4A3-66C198A25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3" y="3810000"/>
            <a:ext cx="401637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7" name="TextBox 47">
            <a:extLst>
              <a:ext uri="{FF2B5EF4-FFF2-40B4-BE49-F238E27FC236}">
                <a16:creationId xmlns:a16="http://schemas.microsoft.com/office/drawing/2014/main" id="{10827B65-31A6-044C-AB8A-D46B345C1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3" y="5016500"/>
            <a:ext cx="4016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28" name="TextBox 48">
            <a:extLst>
              <a:ext uri="{FF2B5EF4-FFF2-40B4-BE49-F238E27FC236}">
                <a16:creationId xmlns:a16="http://schemas.microsoft.com/office/drawing/2014/main" id="{E0DAC5FB-6875-6F46-897C-46B2CF0A1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73613"/>
            <a:ext cx="40163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9" name="TextBox 50">
            <a:extLst>
              <a:ext uri="{FF2B5EF4-FFF2-40B4-BE49-F238E27FC236}">
                <a16:creationId xmlns:a16="http://schemas.microsoft.com/office/drawing/2014/main" id="{B09A6933-5256-DD45-8189-B3B32E388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575" y="4267200"/>
            <a:ext cx="401638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30" name="TextBox 51">
            <a:extLst>
              <a:ext uri="{FF2B5EF4-FFF2-40B4-BE49-F238E27FC236}">
                <a16:creationId xmlns:a16="http://schemas.microsoft.com/office/drawing/2014/main" id="{E740AA4F-6B82-E74E-8EC4-19B5F657D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762375"/>
            <a:ext cx="401638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31" name="TextBox 53">
            <a:extLst>
              <a:ext uri="{FF2B5EF4-FFF2-40B4-BE49-F238E27FC236}">
                <a16:creationId xmlns:a16="http://schemas.microsoft.com/office/drawing/2014/main" id="{2215935E-57D5-934A-B8B6-B0FEC01B8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363" y="3886200"/>
            <a:ext cx="401637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32" name="TextBox 54">
            <a:extLst>
              <a:ext uri="{FF2B5EF4-FFF2-40B4-BE49-F238E27FC236}">
                <a16:creationId xmlns:a16="http://schemas.microsoft.com/office/drawing/2014/main" id="{AA85F581-98DD-B44C-B6A4-A3D2C0410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7800" y="4267200"/>
            <a:ext cx="401638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33" name="TextBox 55">
            <a:extLst>
              <a:ext uri="{FF2B5EF4-FFF2-40B4-BE49-F238E27FC236}">
                <a16:creationId xmlns:a16="http://schemas.microsoft.com/office/drawing/2014/main" id="{16401B44-80B0-8940-A563-513A955D6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2013" y="5016500"/>
            <a:ext cx="4016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34" name="TextBox 57">
            <a:extLst>
              <a:ext uri="{FF2B5EF4-FFF2-40B4-BE49-F238E27FC236}">
                <a16:creationId xmlns:a16="http://schemas.microsoft.com/office/drawing/2014/main" id="{3E6AE7F4-4090-B440-BF9C-A9AB588D6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950" y="4876800"/>
            <a:ext cx="401638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8</a:t>
            </a:r>
          </a:p>
        </p:txBody>
      </p:sp>
      <p:sp>
        <p:nvSpPr>
          <p:cNvPr id="35" name="TextBox 58">
            <a:extLst>
              <a:ext uri="{FF2B5EF4-FFF2-40B4-BE49-F238E27FC236}">
                <a16:creationId xmlns:a16="http://schemas.microsoft.com/office/drawing/2014/main" id="{7829786B-3951-A844-9733-CA44A17A7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7075" y="3698875"/>
            <a:ext cx="56673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10</a:t>
            </a:r>
          </a:p>
        </p:txBody>
      </p:sp>
      <p:sp>
        <p:nvSpPr>
          <p:cNvPr id="36" name="Oval 9">
            <a:extLst>
              <a:ext uri="{FF2B5EF4-FFF2-40B4-BE49-F238E27FC236}">
                <a16:creationId xmlns:a16="http://schemas.microsoft.com/office/drawing/2014/main" id="{E8415CD9-04EC-7A44-B3E0-0C76D1625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5900" y="3378200"/>
            <a:ext cx="528638" cy="5111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7" name="Oval 15">
            <a:extLst>
              <a:ext uri="{FF2B5EF4-FFF2-40B4-BE49-F238E27FC236}">
                <a16:creationId xmlns:a16="http://schemas.microsoft.com/office/drawing/2014/main" id="{F6DE762B-D800-2C4A-9942-88FCF7B4B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3075" y="3382963"/>
            <a:ext cx="530225" cy="512762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8" name="Oval 9">
            <a:extLst>
              <a:ext uri="{FF2B5EF4-FFF2-40B4-BE49-F238E27FC236}">
                <a16:creationId xmlns:a16="http://schemas.microsoft.com/office/drawing/2014/main" id="{1D09B76F-9A63-1B4D-B231-001E0DC34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2688" y="5372100"/>
            <a:ext cx="530225" cy="5111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9" name="Oval 15">
            <a:extLst>
              <a:ext uri="{FF2B5EF4-FFF2-40B4-BE49-F238E27FC236}">
                <a16:creationId xmlns:a16="http://schemas.microsoft.com/office/drawing/2014/main" id="{A654124C-96B0-7D44-8555-24FABA6FA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7850" y="5372100"/>
            <a:ext cx="527050" cy="5111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40" name="Oval 9">
            <a:extLst>
              <a:ext uri="{FF2B5EF4-FFF2-40B4-BE49-F238E27FC236}">
                <a16:creationId xmlns:a16="http://schemas.microsoft.com/office/drawing/2014/main" id="{359581EE-0004-B14E-B521-06087CBD2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370388"/>
            <a:ext cx="528638" cy="512762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1" name="Oval 9">
            <a:extLst>
              <a:ext uri="{FF2B5EF4-FFF2-40B4-BE49-F238E27FC236}">
                <a16:creationId xmlns:a16="http://schemas.microsoft.com/office/drawing/2014/main" id="{007DB3E1-4FCC-6849-AB13-E2A0C4C25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9963" y="4389438"/>
            <a:ext cx="528637" cy="5111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2" name="Oval 15">
            <a:extLst>
              <a:ext uri="{FF2B5EF4-FFF2-40B4-BE49-F238E27FC236}">
                <a16:creationId xmlns:a16="http://schemas.microsoft.com/office/drawing/2014/main" id="{63565059-5C06-2742-BA03-B87D7B1C0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0963" y="4394200"/>
            <a:ext cx="528637" cy="5111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3" name="Line 13">
            <a:extLst>
              <a:ext uri="{FF2B5EF4-FFF2-40B4-BE49-F238E27FC236}">
                <a16:creationId xmlns:a16="http://schemas.microsoft.com/office/drawing/2014/main" id="{22661D56-3EE8-3F40-8FFE-73A6A6A5D0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8825" y="3625850"/>
            <a:ext cx="99695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14">
            <a:extLst>
              <a:ext uri="{FF2B5EF4-FFF2-40B4-BE49-F238E27FC236}">
                <a16:creationId xmlns:a16="http://schemas.microsoft.com/office/drawing/2014/main" id="{A48A2465-69DF-F142-A62E-F2A0EAF36C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6313" y="4649788"/>
            <a:ext cx="12906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16">
            <a:extLst>
              <a:ext uri="{FF2B5EF4-FFF2-40B4-BE49-F238E27FC236}">
                <a16:creationId xmlns:a16="http://schemas.microsoft.com/office/drawing/2014/main" id="{6217C1C0-11EC-9748-A5C8-9605240FA8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08625" y="5616575"/>
            <a:ext cx="1408113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19">
            <a:extLst>
              <a:ext uri="{FF2B5EF4-FFF2-40B4-BE49-F238E27FC236}">
                <a16:creationId xmlns:a16="http://schemas.microsoft.com/office/drawing/2014/main" id="{4B6690C6-92C2-7F49-89E3-9214DE24B1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67588" y="4899025"/>
            <a:ext cx="527050" cy="5254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22">
            <a:extLst>
              <a:ext uri="{FF2B5EF4-FFF2-40B4-BE49-F238E27FC236}">
                <a16:creationId xmlns:a16="http://schemas.microsoft.com/office/drawing/2014/main" id="{8A524FD6-61EB-684F-B5D0-863185443F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86525" y="4800600"/>
            <a:ext cx="550863" cy="6270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24">
            <a:extLst>
              <a:ext uri="{FF2B5EF4-FFF2-40B4-BE49-F238E27FC236}">
                <a16:creationId xmlns:a16="http://schemas.microsoft.com/office/drawing/2014/main" id="{A5F58FEB-69E1-C447-B737-80863249CC4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40400" y="3860800"/>
            <a:ext cx="452438" cy="5222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TextBox 79">
            <a:extLst>
              <a:ext uri="{FF2B5EF4-FFF2-40B4-BE49-F238E27FC236}">
                <a16:creationId xmlns:a16="http://schemas.microsoft.com/office/drawing/2014/main" id="{27CEA09B-B003-2047-8CA0-C3C164267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6163" y="3249613"/>
            <a:ext cx="4016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50" name="TextBox 80">
            <a:extLst>
              <a:ext uri="{FF2B5EF4-FFF2-40B4-BE49-F238E27FC236}">
                <a16:creationId xmlns:a16="http://schemas.microsoft.com/office/drawing/2014/main" id="{7B2DD569-3431-3A4F-B29E-830363AD4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0900" y="5611813"/>
            <a:ext cx="40163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51" name="TextBox 83">
            <a:extLst>
              <a:ext uri="{FF2B5EF4-FFF2-40B4-BE49-F238E27FC236}">
                <a16:creationId xmlns:a16="http://schemas.microsoft.com/office/drawing/2014/main" id="{EB9DB9F2-7F2E-314F-AEF3-E0268C701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4821238"/>
            <a:ext cx="401638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52" name="TextBox 84">
            <a:extLst>
              <a:ext uri="{FF2B5EF4-FFF2-40B4-BE49-F238E27FC236}">
                <a16:creationId xmlns:a16="http://schemas.microsoft.com/office/drawing/2014/main" id="{09E71226-53B1-9A47-8758-BD6DE284B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5575" y="4316413"/>
            <a:ext cx="40163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53" name="TextBox 85">
            <a:extLst>
              <a:ext uri="{FF2B5EF4-FFF2-40B4-BE49-F238E27FC236}">
                <a16:creationId xmlns:a16="http://schemas.microsoft.com/office/drawing/2014/main" id="{5FA6C40A-7E60-1D4D-816B-4CDB8234D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811588"/>
            <a:ext cx="401638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54" name="TextBox 88">
            <a:extLst>
              <a:ext uri="{FF2B5EF4-FFF2-40B4-BE49-F238E27FC236}">
                <a16:creationId xmlns:a16="http://schemas.microsoft.com/office/drawing/2014/main" id="{A233A9BB-7227-3348-9575-44157AF78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3013" y="5064125"/>
            <a:ext cx="401637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55" name="TextBox 91">
            <a:extLst>
              <a:ext uri="{FF2B5EF4-FFF2-40B4-BE49-F238E27FC236}">
                <a16:creationId xmlns:a16="http://schemas.microsoft.com/office/drawing/2014/main" id="{2314D859-3176-C943-B2DE-D7AD0442E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6078538"/>
            <a:ext cx="1908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FF0000"/>
                </a:solidFill>
              </a:rPr>
              <a:t>A graph G</a:t>
            </a:r>
          </a:p>
        </p:txBody>
      </p:sp>
      <p:sp>
        <p:nvSpPr>
          <p:cNvPr id="56" name="TextBox 92">
            <a:extLst>
              <a:ext uri="{FF2B5EF4-FFF2-40B4-BE49-F238E27FC236}">
                <a16:creationId xmlns:a16="http://schemas.microsoft.com/office/drawing/2014/main" id="{08881B12-BDB6-1C41-B907-25E3CD4DC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6069013"/>
            <a:ext cx="17605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FF0000"/>
                </a:solidFill>
              </a:rPr>
              <a:t>MST of G</a:t>
            </a:r>
          </a:p>
        </p:txBody>
      </p:sp>
    </p:spTree>
    <p:extLst>
      <p:ext uri="{BB962C8B-B14F-4D97-AF65-F5344CB8AC3E}">
        <p14:creationId xmlns:p14="http://schemas.microsoft.com/office/powerpoint/2010/main" val="2665074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17D3E1-9516-CD42-A7C2-05B6A778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F015E4-3A1C-CC41-80C9-6CC7A1C546EC}"/>
              </a:ext>
            </a:extLst>
          </p:cNvPr>
          <p:cNvSpPr/>
          <p:nvPr/>
        </p:nvSpPr>
        <p:spPr>
          <a:xfrm>
            <a:off x="1138353" y="1187825"/>
            <a:ext cx="71358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Connect all vertices with the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minimum total edge weight</a:t>
            </a:r>
            <a:r>
              <a:rPr lang="en-US" sz="2400" dirty="0"/>
              <a:t>, without forming any cycles.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24A198-BA03-E143-9E58-7B3560BBC19D}"/>
              </a:ext>
            </a:extLst>
          </p:cNvPr>
          <p:cNvSpPr/>
          <p:nvPr/>
        </p:nvSpPr>
        <p:spPr>
          <a:xfrm>
            <a:off x="2043113" y="2422707"/>
            <a:ext cx="654332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Start with any vertex (this becomes the root of the MST).</a:t>
            </a:r>
          </a:p>
          <a:p>
            <a:r>
              <a:rPr lang="en-US" sz="2400" dirty="0"/>
              <a:t>Maintain two sets:</a:t>
            </a:r>
          </a:p>
          <a:p>
            <a:endParaRPr lang="en-US" sz="2400" dirty="0"/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Tree vertices (T):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dirty="0"/>
              <a:t>already included in the MST.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Non-tree vertices</a:t>
            </a:r>
            <a:r>
              <a:rPr lang="en-US" sz="2400" b="1" dirty="0"/>
              <a:t>:</a:t>
            </a:r>
            <a:r>
              <a:rPr lang="en-US" sz="2400" dirty="0"/>
              <a:t> not yet in the MST.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4A13AEF-80C9-A741-994A-3EFCCB3659AF}"/>
              </a:ext>
            </a:extLst>
          </p:cNvPr>
          <p:cNvSpPr txBox="1">
            <a:spLocks/>
          </p:cNvSpPr>
          <p:nvPr/>
        </p:nvSpPr>
        <p:spPr bwMode="auto">
          <a:xfrm>
            <a:off x="457200" y="320675"/>
            <a:ext cx="7239000" cy="85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Prim Algorithm</a:t>
            </a:r>
          </a:p>
        </p:txBody>
      </p:sp>
    </p:spTree>
    <p:extLst>
      <p:ext uri="{BB962C8B-B14F-4D97-AF65-F5344CB8AC3E}">
        <p14:creationId xmlns:p14="http://schemas.microsoft.com/office/powerpoint/2010/main" val="269901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976879-F222-FA49-BE75-7C934D0BA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FCDA8C-DE01-314D-A128-EE9BAA17CE98}"/>
              </a:ext>
            </a:extLst>
          </p:cNvPr>
          <p:cNvSpPr txBox="1">
            <a:spLocks/>
          </p:cNvSpPr>
          <p:nvPr/>
        </p:nvSpPr>
        <p:spPr bwMode="auto">
          <a:xfrm>
            <a:off x="457200" y="320675"/>
            <a:ext cx="7239000" cy="85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Prim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EB8D3A-2964-BC49-BEF4-616EACC719D8}"/>
              </a:ext>
            </a:extLst>
          </p:cNvPr>
          <p:cNvSpPr txBox="1">
            <a:spLocks/>
          </p:cNvSpPr>
          <p:nvPr/>
        </p:nvSpPr>
        <p:spPr>
          <a:xfrm>
            <a:off x="304800" y="1219200"/>
            <a:ext cx="7772400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 2" pitchFamily="18" charset="2"/>
              <a:buChar char=""/>
              <a:defRPr/>
            </a:pPr>
            <a:r>
              <a:rPr lang="en-US" sz="2200" dirty="0"/>
              <a:t>One way to compute a minimum spanning tree is to grow the tree in successive stages. </a:t>
            </a:r>
          </a:p>
          <a:p>
            <a:pPr marL="342900" indent="-342900">
              <a:buFont typeface="Wingdings 2" pitchFamily="18" charset="2"/>
              <a:buChar char=""/>
              <a:defRPr/>
            </a:pPr>
            <a:r>
              <a:rPr lang="en-US" sz="2200" dirty="0"/>
              <a:t>In each stage, </a:t>
            </a:r>
          </a:p>
          <a:p>
            <a:pPr marL="704850" lvl="1" indent="-457200">
              <a:buFont typeface="+mj-lt"/>
              <a:buAutoNum type="arabicPeriod"/>
              <a:defRPr/>
            </a:pPr>
            <a:r>
              <a:rPr lang="en-US" sz="1900" dirty="0"/>
              <a:t>Pick a node as the root, </a:t>
            </a:r>
          </a:p>
          <a:p>
            <a:pPr marL="704850" lvl="1" indent="-457200">
              <a:buFont typeface="+mj-lt"/>
              <a:buAutoNum type="arabicPeriod"/>
              <a:defRPr/>
            </a:pPr>
            <a:r>
              <a:rPr lang="en-US" sz="1900" dirty="0"/>
              <a:t>add an edge, and </a:t>
            </a:r>
          </a:p>
          <a:p>
            <a:pPr marL="704850" lvl="1" indent="-457200">
              <a:buFont typeface="+mj-lt"/>
              <a:buAutoNum type="arabicPeriod"/>
              <a:defRPr/>
            </a:pPr>
            <a:r>
              <a:rPr lang="en-US" sz="1900" dirty="0"/>
              <a:t>the  associated vertex, to the tree.</a:t>
            </a:r>
          </a:p>
          <a:p>
            <a:pPr marL="342900" indent="-342900">
              <a:buFont typeface="Wingdings 2" pitchFamily="18" charset="2"/>
              <a:buChar char=""/>
              <a:defRPr/>
            </a:pPr>
            <a:r>
              <a:rPr lang="en-US" sz="2200" dirty="0"/>
              <a:t> At any point in the algorithm, we have </a:t>
            </a:r>
          </a:p>
          <a:p>
            <a:pPr marL="590550" lvl="1" indent="-342900">
              <a:buFont typeface="Wingdings 2" pitchFamily="18" charset="2"/>
              <a:buChar char=""/>
              <a:defRPr/>
            </a:pPr>
            <a:r>
              <a:rPr lang="en-US" sz="1900" dirty="0"/>
              <a:t>a set of vertices that have already been included in the tree; </a:t>
            </a:r>
          </a:p>
          <a:p>
            <a:pPr marL="590550" lvl="1" indent="-342900">
              <a:buFont typeface="Wingdings 2" pitchFamily="18" charset="2"/>
              <a:buChar char=""/>
              <a:defRPr/>
            </a:pPr>
            <a:r>
              <a:rPr lang="en-US" sz="1900" dirty="0"/>
              <a:t>the rest of the vertices are not in the tree yet</a:t>
            </a:r>
          </a:p>
          <a:p>
            <a:pPr marL="342900" indent="-342900">
              <a:buFont typeface="Wingdings 2" pitchFamily="18" charset="2"/>
              <a:buChar char=""/>
              <a:defRPr/>
            </a:pPr>
            <a:r>
              <a:rPr lang="en-US" sz="2200" dirty="0"/>
              <a:t>At each stage, the algorithm finds </a:t>
            </a:r>
          </a:p>
          <a:p>
            <a:pPr marL="590550" lvl="1" indent="-342900">
              <a:buFont typeface="Wingdings 2" pitchFamily="18" charset="2"/>
              <a:buChar char=""/>
              <a:defRPr/>
            </a:pPr>
            <a:r>
              <a:rPr lang="en-US" sz="1900" dirty="0"/>
              <a:t>a new vertex to add to the tree by choosing the edge </a:t>
            </a:r>
            <a:r>
              <a:rPr lang="en-US" sz="1900" b="1" dirty="0">
                <a:solidFill>
                  <a:srgbClr val="0000CC"/>
                </a:solidFill>
              </a:rPr>
              <a:t>(</a:t>
            </a:r>
            <a:r>
              <a:rPr lang="en-US" sz="1900" b="1" i="1" dirty="0">
                <a:solidFill>
                  <a:srgbClr val="0000CC"/>
                </a:solidFill>
              </a:rPr>
              <a:t>u</a:t>
            </a:r>
            <a:r>
              <a:rPr lang="en-US" sz="1900" b="1" dirty="0">
                <a:solidFill>
                  <a:srgbClr val="0000CC"/>
                </a:solidFill>
              </a:rPr>
              <a:t>, </a:t>
            </a:r>
            <a:r>
              <a:rPr lang="en-US" sz="1900" b="1" i="1" dirty="0">
                <a:solidFill>
                  <a:srgbClr val="0000CC"/>
                </a:solidFill>
              </a:rPr>
              <a:t>v</a:t>
            </a:r>
            <a:r>
              <a:rPr lang="en-US" sz="1900" b="1" dirty="0">
                <a:solidFill>
                  <a:srgbClr val="0000CC"/>
                </a:solidFill>
              </a:rPr>
              <a:t>)</a:t>
            </a:r>
            <a:r>
              <a:rPr lang="en-US" sz="1900" dirty="0"/>
              <a:t> </a:t>
            </a:r>
          </a:p>
          <a:p>
            <a:pPr marL="590550" lvl="1" indent="-342900">
              <a:buFont typeface="Wingdings 2" pitchFamily="18" charset="2"/>
              <a:buChar char=""/>
              <a:defRPr/>
            </a:pPr>
            <a:r>
              <a:rPr lang="en-US" sz="1900" dirty="0"/>
              <a:t>such that the cost of </a:t>
            </a:r>
            <a:r>
              <a:rPr lang="en-US" sz="1900" b="1" dirty="0">
                <a:solidFill>
                  <a:srgbClr val="0000CC"/>
                </a:solidFill>
              </a:rPr>
              <a:t>(</a:t>
            </a:r>
            <a:r>
              <a:rPr lang="en-US" sz="1900" b="1" i="1" dirty="0">
                <a:solidFill>
                  <a:srgbClr val="0000CC"/>
                </a:solidFill>
              </a:rPr>
              <a:t>u</a:t>
            </a:r>
            <a:r>
              <a:rPr lang="en-US" sz="1900" b="1" dirty="0">
                <a:solidFill>
                  <a:srgbClr val="0000CC"/>
                </a:solidFill>
              </a:rPr>
              <a:t>, </a:t>
            </a:r>
            <a:r>
              <a:rPr lang="en-US" sz="1900" b="1" i="1" dirty="0">
                <a:solidFill>
                  <a:srgbClr val="0000CC"/>
                </a:solidFill>
              </a:rPr>
              <a:t>v</a:t>
            </a:r>
            <a:r>
              <a:rPr lang="en-US" sz="1900" b="1" dirty="0">
                <a:solidFill>
                  <a:srgbClr val="0000CC"/>
                </a:solidFill>
              </a:rPr>
              <a:t>) </a:t>
            </a:r>
            <a:r>
              <a:rPr lang="en-US" sz="1900" dirty="0"/>
              <a:t>is the smallest among all edges where </a:t>
            </a:r>
            <a:r>
              <a:rPr lang="en-US" sz="1900" b="1" i="1" dirty="0">
                <a:solidFill>
                  <a:srgbClr val="0000CC"/>
                </a:solidFill>
              </a:rPr>
              <a:t>u</a:t>
            </a:r>
            <a:r>
              <a:rPr lang="en-US" sz="1900" dirty="0"/>
              <a:t> is in the tree and v is not. </a:t>
            </a:r>
          </a:p>
          <a:p>
            <a:pPr marL="342900" indent="-342900">
              <a:buFont typeface="Wingdings 2" pitchFamily="18" charset="2"/>
              <a:buChar char=""/>
              <a:defRPr/>
            </a:pPr>
            <a:r>
              <a:rPr lang="en-US" sz="2200" dirty="0"/>
              <a:t>Same as Dijkstra </a:t>
            </a:r>
            <a:r>
              <a:rPr lang="en-US" sz="2200" dirty="0" err="1"/>
              <a:t>algo</a:t>
            </a:r>
            <a:r>
              <a:rPr lang="en-US" sz="2200" dirty="0"/>
              <a:t>?</a:t>
            </a:r>
          </a:p>
          <a:p>
            <a:pPr marL="590550" lvl="1" indent="-342900">
              <a:buFont typeface="Wingdings 2" pitchFamily="18" charset="2"/>
              <a:buChar char=""/>
              <a:defRPr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392997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50E439-57A4-B946-930A-3D49AD40C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8" name="Rectangle 2">
            <a:extLst>
              <a:ext uri="{FF2B5EF4-FFF2-40B4-BE49-F238E27FC236}">
                <a16:creationId xmlns:a16="http://schemas.microsoft.com/office/drawing/2014/main" id="{DBC352DE-950A-2B42-9D4B-91D59CFE2AAB}"/>
              </a:ext>
            </a:extLst>
          </p:cNvPr>
          <p:cNvSpPr txBox="1">
            <a:spLocks/>
          </p:cNvSpPr>
          <p:nvPr/>
        </p:nvSpPr>
        <p:spPr bwMode="auto">
          <a:xfrm>
            <a:off x="457200" y="0"/>
            <a:ext cx="7239000" cy="85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Prim Algorithm</a:t>
            </a:r>
          </a:p>
        </p:txBody>
      </p:sp>
      <p:sp>
        <p:nvSpPr>
          <p:cNvPr id="59" name="Oval 9">
            <a:extLst>
              <a:ext uri="{FF2B5EF4-FFF2-40B4-BE49-F238E27FC236}">
                <a16:creationId xmlns:a16="http://schemas.microsoft.com/office/drawing/2014/main" id="{C1D5DC3A-F2B1-4A48-A2B3-85DD18B36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163" y="908050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60" name="Oval 15">
            <a:extLst>
              <a:ext uri="{FF2B5EF4-FFF2-40B4-BE49-F238E27FC236}">
                <a16:creationId xmlns:a16="http://schemas.microsoft.com/office/drawing/2014/main" id="{A83BCFDA-7BC1-E147-953B-5FB09B738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912813"/>
            <a:ext cx="500062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1" name="Oval 9">
            <a:extLst>
              <a:ext uri="{FF2B5EF4-FFF2-40B4-BE49-F238E27FC236}">
                <a16:creationId xmlns:a16="http://schemas.microsoft.com/office/drawing/2014/main" id="{9CF3890C-D31B-A548-A668-C079C8FB7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3" y="2743200"/>
            <a:ext cx="49847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62" name="Oval 15">
            <a:extLst>
              <a:ext uri="{FF2B5EF4-FFF2-40B4-BE49-F238E27FC236}">
                <a16:creationId xmlns:a16="http://schemas.microsoft.com/office/drawing/2014/main" id="{5593E12E-A5E7-7042-B9BB-83FB4DF28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2743200"/>
            <a:ext cx="49688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v7</a:t>
            </a:r>
          </a:p>
        </p:txBody>
      </p:sp>
      <p:sp>
        <p:nvSpPr>
          <p:cNvPr id="63" name="Oval 9">
            <a:extLst>
              <a:ext uri="{FF2B5EF4-FFF2-40B4-BE49-F238E27FC236}">
                <a16:creationId xmlns:a16="http://schemas.microsoft.com/office/drawing/2014/main" id="{41B9224E-45AA-2A4A-AE10-2E2D8250A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820863"/>
            <a:ext cx="49688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64" name="Oval 9">
            <a:extLst>
              <a:ext uri="{FF2B5EF4-FFF2-40B4-BE49-F238E27FC236}">
                <a16:creationId xmlns:a16="http://schemas.microsoft.com/office/drawing/2014/main" id="{4CD3122A-A416-ED42-B3D2-3EBC05945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7363" y="1838325"/>
            <a:ext cx="49688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65" name="Oval 15">
            <a:extLst>
              <a:ext uri="{FF2B5EF4-FFF2-40B4-BE49-F238E27FC236}">
                <a16:creationId xmlns:a16="http://schemas.microsoft.com/office/drawing/2014/main" id="{AB6BE2E1-1C58-C54E-8F4C-EC1174E0C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3113" y="1843088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66" name="Line 13">
            <a:extLst>
              <a:ext uri="{FF2B5EF4-FFF2-40B4-BE49-F238E27FC236}">
                <a16:creationId xmlns:a16="http://schemas.microsoft.com/office/drawing/2014/main" id="{C8DC3EC9-9D36-4E43-9E4B-B7DC677490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7338" y="1136650"/>
            <a:ext cx="9382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Line 14">
            <a:extLst>
              <a:ext uri="{FF2B5EF4-FFF2-40B4-BE49-F238E27FC236}">
                <a16:creationId xmlns:a16="http://schemas.microsoft.com/office/drawing/2014/main" id="{1E9BFBA9-A8A4-EC45-9196-7347E8552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738" y="2079625"/>
            <a:ext cx="12144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Line 15">
            <a:extLst>
              <a:ext uri="{FF2B5EF4-FFF2-40B4-BE49-F238E27FC236}">
                <a16:creationId xmlns:a16="http://schemas.microsoft.com/office/drawing/2014/main" id="{D0003516-C309-194A-BB62-F0EEC9FF96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25675" y="2060575"/>
            <a:ext cx="1106488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" name="Line 16">
            <a:extLst>
              <a:ext uri="{FF2B5EF4-FFF2-40B4-BE49-F238E27FC236}">
                <a16:creationId xmlns:a16="http://schemas.microsoft.com/office/drawing/2014/main" id="{D650A130-730A-494C-A3A2-EA1A7D1251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46188" y="2967038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Line 17">
            <a:extLst>
              <a:ext uri="{FF2B5EF4-FFF2-40B4-BE49-F238E27FC236}">
                <a16:creationId xmlns:a16="http://schemas.microsoft.com/office/drawing/2014/main" id="{B44CA809-DC03-234B-B4E1-9E629FC979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538" y="1292225"/>
            <a:ext cx="646112" cy="5953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Line 18">
            <a:extLst>
              <a:ext uri="{FF2B5EF4-FFF2-40B4-BE49-F238E27FC236}">
                <a16:creationId xmlns:a16="http://schemas.microsoft.com/office/drawing/2014/main" id="{B83676D9-C3EA-8049-A567-715F4C563B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28725" y="2235200"/>
            <a:ext cx="644525" cy="5937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Line 19">
            <a:extLst>
              <a:ext uri="{FF2B5EF4-FFF2-40B4-BE49-F238E27FC236}">
                <a16:creationId xmlns:a16="http://schemas.microsoft.com/office/drawing/2014/main" id="{0405DEFE-0283-0D41-A1E4-60F36CEF19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2306638"/>
            <a:ext cx="498475" cy="4857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Line 20">
            <a:extLst>
              <a:ext uri="{FF2B5EF4-FFF2-40B4-BE49-F238E27FC236}">
                <a16:creationId xmlns:a16="http://schemas.microsoft.com/office/drawing/2014/main" id="{DEF3B15A-F680-D04F-ACBA-682B95138B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84400" y="1382713"/>
            <a:ext cx="498475" cy="5175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" name="Line 21">
            <a:extLst>
              <a:ext uri="{FF2B5EF4-FFF2-40B4-BE49-F238E27FC236}">
                <a16:creationId xmlns:a16="http://schemas.microsoft.com/office/drawing/2014/main" id="{CBD615AD-9DDA-D04B-B6D4-A642921640D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8313" y="2271713"/>
            <a:ext cx="425450" cy="479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" name="Line 22">
            <a:extLst>
              <a:ext uri="{FF2B5EF4-FFF2-40B4-BE49-F238E27FC236}">
                <a16:creationId xmlns:a16="http://schemas.microsoft.com/office/drawing/2014/main" id="{29D31407-3CA2-B34B-B6BB-A90FFB0D8E8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68525" y="2217738"/>
            <a:ext cx="517525" cy="5762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" name="Line 23">
            <a:extLst>
              <a:ext uri="{FF2B5EF4-FFF2-40B4-BE49-F238E27FC236}">
                <a16:creationId xmlns:a16="http://schemas.microsoft.com/office/drawing/2014/main" id="{2B6B5612-E2ED-3E4F-8A7C-B35132E86E9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22588" y="1292225"/>
            <a:ext cx="519112" cy="5762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" name="Line 24">
            <a:extLst>
              <a:ext uri="{FF2B5EF4-FFF2-40B4-BE49-F238E27FC236}">
                <a16:creationId xmlns:a16="http://schemas.microsoft.com/office/drawing/2014/main" id="{C0E5B86E-264C-A547-9003-542A6978A9F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65263" y="1352550"/>
            <a:ext cx="425450" cy="4810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" name="TextBox 22">
            <a:extLst>
              <a:ext uri="{FF2B5EF4-FFF2-40B4-BE49-F238E27FC236}">
                <a16:creationId xmlns:a16="http://schemas.microsoft.com/office/drawing/2014/main" id="{48D8EE06-88CA-E543-AC64-F40D259C7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213" y="788988"/>
            <a:ext cx="379412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79" name="TextBox 23">
            <a:extLst>
              <a:ext uri="{FF2B5EF4-FFF2-40B4-BE49-F238E27FC236}">
                <a16:creationId xmlns:a16="http://schemas.microsoft.com/office/drawing/2014/main" id="{89216B42-D42D-724F-9414-35CF28EE6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963863"/>
            <a:ext cx="379412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80" name="TextBox 24">
            <a:extLst>
              <a:ext uri="{FF2B5EF4-FFF2-40B4-BE49-F238E27FC236}">
                <a16:creationId xmlns:a16="http://schemas.microsoft.com/office/drawing/2014/main" id="{A99572E1-4E6F-3E41-984C-C24217CFF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1350963"/>
            <a:ext cx="3778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81" name="TextBox 25">
            <a:extLst>
              <a:ext uri="{FF2B5EF4-FFF2-40B4-BE49-F238E27FC236}">
                <a16:creationId xmlns:a16="http://schemas.microsoft.com/office/drawing/2014/main" id="{6CA1F9B6-5F05-234E-9277-06600EECD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2460625"/>
            <a:ext cx="379413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82" name="TextBox 26">
            <a:extLst>
              <a:ext uri="{FF2B5EF4-FFF2-40B4-BE49-F238E27FC236}">
                <a16:creationId xmlns:a16="http://schemas.microsoft.com/office/drawing/2014/main" id="{CCEEFC90-D6DC-0846-AEE2-9B7EFC4E4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75" y="2236788"/>
            <a:ext cx="3794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83" name="TextBox 27">
            <a:extLst>
              <a:ext uri="{FF2B5EF4-FFF2-40B4-BE49-F238E27FC236}">
                <a16:creationId xmlns:a16="http://schemas.microsoft.com/office/drawing/2014/main" id="{B0815F2E-BF1E-9D41-93F4-7EA71AA9A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013" y="1771650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84" name="TextBox 28">
            <a:extLst>
              <a:ext uri="{FF2B5EF4-FFF2-40B4-BE49-F238E27FC236}">
                <a16:creationId xmlns:a16="http://schemas.microsoft.com/office/drawing/2014/main" id="{6AE5752F-CA9C-FE45-9BAA-9BA6C5788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888" y="1306513"/>
            <a:ext cx="3778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85" name="TextBox 29">
            <a:extLst>
              <a:ext uri="{FF2B5EF4-FFF2-40B4-BE49-F238E27FC236}">
                <a16:creationId xmlns:a16="http://schemas.microsoft.com/office/drawing/2014/main" id="{CEBC4032-3828-2447-A325-E5E99E48D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3" y="1420813"/>
            <a:ext cx="379412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86" name="TextBox 30">
            <a:extLst>
              <a:ext uri="{FF2B5EF4-FFF2-40B4-BE49-F238E27FC236}">
                <a16:creationId xmlns:a16="http://schemas.microsoft.com/office/drawing/2014/main" id="{E05BF285-A83D-404E-82FF-3E31FC369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400" y="1771650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87" name="TextBox 31">
            <a:extLst>
              <a:ext uri="{FF2B5EF4-FFF2-40B4-BE49-F238E27FC236}">
                <a16:creationId xmlns:a16="http://schemas.microsoft.com/office/drawing/2014/main" id="{0462DD7B-B90D-CB41-B7BB-0E10B8F26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1513" y="2460625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88" name="TextBox 32">
            <a:extLst>
              <a:ext uri="{FF2B5EF4-FFF2-40B4-BE49-F238E27FC236}">
                <a16:creationId xmlns:a16="http://schemas.microsoft.com/office/drawing/2014/main" id="{51735D46-3BDD-114A-A14E-DD62E2CDD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2332038"/>
            <a:ext cx="3778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8</a:t>
            </a:r>
          </a:p>
        </p:txBody>
      </p:sp>
      <p:sp>
        <p:nvSpPr>
          <p:cNvPr id="89" name="TextBox 33">
            <a:extLst>
              <a:ext uri="{FF2B5EF4-FFF2-40B4-BE49-F238E27FC236}">
                <a16:creationId xmlns:a16="http://schemas.microsoft.com/office/drawing/2014/main" id="{0F12CD35-441C-5143-9294-3DDC64287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925" y="1247775"/>
            <a:ext cx="534988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10</a:t>
            </a:r>
          </a:p>
        </p:txBody>
      </p:sp>
      <p:sp>
        <p:nvSpPr>
          <p:cNvPr id="90" name="Oval 9">
            <a:extLst>
              <a:ext uri="{FF2B5EF4-FFF2-40B4-BE49-F238E27FC236}">
                <a16:creationId xmlns:a16="http://schemas.microsoft.com/office/drawing/2014/main" id="{381CBAB1-9B66-9F41-8201-7DC0A66BC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163" y="885825"/>
            <a:ext cx="496887" cy="474663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1</a:t>
            </a:r>
          </a:p>
        </p:txBody>
      </p:sp>
      <p:sp>
        <p:nvSpPr>
          <p:cNvPr id="91" name="Oval 15">
            <a:extLst>
              <a:ext uri="{FF2B5EF4-FFF2-40B4-BE49-F238E27FC236}">
                <a16:creationId xmlns:a16="http://schemas.microsoft.com/office/drawing/2014/main" id="{9C92A7B2-60F1-BA4C-9493-AB8BF43E8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5438" y="889000"/>
            <a:ext cx="500062" cy="47783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92" name="Oval 9">
            <a:extLst>
              <a:ext uri="{FF2B5EF4-FFF2-40B4-BE49-F238E27FC236}">
                <a16:creationId xmlns:a16="http://schemas.microsoft.com/office/drawing/2014/main" id="{88BE2153-CFEE-BA4C-9DD9-8B1111F1C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413" y="2740025"/>
            <a:ext cx="498475" cy="474663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93" name="Oval 15">
            <a:extLst>
              <a:ext uri="{FF2B5EF4-FFF2-40B4-BE49-F238E27FC236}">
                <a16:creationId xmlns:a16="http://schemas.microsoft.com/office/drawing/2014/main" id="{4E97F40C-4FDA-8945-AD8B-B210762A5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863" y="2740025"/>
            <a:ext cx="496887" cy="474663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94" name="Oval 9">
            <a:extLst>
              <a:ext uri="{FF2B5EF4-FFF2-40B4-BE49-F238E27FC236}">
                <a16:creationId xmlns:a16="http://schemas.microsoft.com/office/drawing/2014/main" id="{6D85AA43-6D61-B341-969F-FD73CA358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808163"/>
            <a:ext cx="496888" cy="47625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95" name="Oval 9">
            <a:extLst>
              <a:ext uri="{FF2B5EF4-FFF2-40B4-BE49-F238E27FC236}">
                <a16:creationId xmlns:a16="http://schemas.microsoft.com/office/drawing/2014/main" id="{47A64A35-4115-C545-87D6-E3EA0D38A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363" y="1825625"/>
            <a:ext cx="496887" cy="47625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96" name="Oval 15">
            <a:extLst>
              <a:ext uri="{FF2B5EF4-FFF2-40B4-BE49-F238E27FC236}">
                <a16:creationId xmlns:a16="http://schemas.microsoft.com/office/drawing/2014/main" id="{97386D04-A256-A447-A5E5-D070A0C80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1830388"/>
            <a:ext cx="496887" cy="474662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graphicFrame>
        <p:nvGraphicFramePr>
          <p:cNvPr id="97" name="Group 124">
            <a:extLst>
              <a:ext uri="{FF2B5EF4-FFF2-40B4-BE49-F238E27FC236}">
                <a16:creationId xmlns:a16="http://schemas.microsoft.com/office/drawing/2014/main" id="{43682D42-0FF1-0142-BCCB-6C6ED2DBB9E3}"/>
              </a:ext>
            </a:extLst>
          </p:cNvPr>
          <p:cNvGraphicFramePr>
            <a:graphicFrameLocks noGrp="1"/>
          </p:cNvGraphicFramePr>
          <p:nvPr/>
        </p:nvGraphicFramePr>
        <p:xfrm>
          <a:off x="28575" y="3505200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 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8" name="TextBox 41">
            <a:extLst>
              <a:ext uri="{FF2B5EF4-FFF2-40B4-BE49-F238E27FC236}">
                <a16:creationId xmlns:a16="http://schemas.microsoft.com/office/drawing/2014/main" id="{8651E21B-F70D-CC41-B482-C8E66491E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3513" y="3090863"/>
            <a:ext cx="469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99" name="TextBox 42">
            <a:extLst>
              <a:ext uri="{FF2B5EF4-FFF2-40B4-BE49-F238E27FC236}">
                <a16:creationId xmlns:a16="http://schemas.microsoft.com/office/drawing/2014/main" id="{5B7ED885-591D-1845-846C-A92F654EC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09562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00" name="TextBox 43">
            <a:extLst>
              <a:ext uri="{FF2B5EF4-FFF2-40B4-BE49-F238E27FC236}">
                <a16:creationId xmlns:a16="http://schemas.microsoft.com/office/drawing/2014/main" id="{D6D2F38A-44C4-0842-A2AE-46E199733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3090863"/>
            <a:ext cx="469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01" name="TextBox 44">
            <a:extLst>
              <a:ext uri="{FF2B5EF4-FFF2-40B4-BE49-F238E27FC236}">
                <a16:creationId xmlns:a16="http://schemas.microsoft.com/office/drawing/2014/main" id="{5367AD77-FB77-7640-92A8-15681C53E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0" y="309562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02" name="TextBox 45">
            <a:extLst>
              <a:ext uri="{FF2B5EF4-FFF2-40B4-BE49-F238E27FC236}">
                <a16:creationId xmlns:a16="http://schemas.microsoft.com/office/drawing/2014/main" id="{62FB54A5-4662-2C41-B4EF-F8987252C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25" y="3090863"/>
            <a:ext cx="4714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03" name="TextBox 46">
            <a:extLst>
              <a:ext uri="{FF2B5EF4-FFF2-40B4-BE49-F238E27FC236}">
                <a16:creationId xmlns:a16="http://schemas.microsoft.com/office/drawing/2014/main" id="{2890707C-AF57-C748-BC10-A397436E1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309562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04" name="TextBox 47">
            <a:extLst>
              <a:ext uri="{FF2B5EF4-FFF2-40B4-BE49-F238E27FC236}">
                <a16:creationId xmlns:a16="http://schemas.microsoft.com/office/drawing/2014/main" id="{8792A11F-4ABF-E34B-9AEC-EB7A97A35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0913" y="309562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7</a:t>
            </a:r>
          </a:p>
        </p:txBody>
      </p:sp>
      <p:graphicFrame>
        <p:nvGraphicFramePr>
          <p:cNvPr id="106" name="Table 105">
            <a:extLst>
              <a:ext uri="{FF2B5EF4-FFF2-40B4-BE49-F238E27FC236}">
                <a16:creationId xmlns:a16="http://schemas.microsoft.com/office/drawing/2014/main" id="{4867C480-EA66-7D4D-9E7F-DC91B0CDE0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243997"/>
              </p:ext>
            </p:extLst>
          </p:nvPr>
        </p:nvGraphicFramePr>
        <p:xfrm>
          <a:off x="4927601" y="467519"/>
          <a:ext cx="3657598" cy="371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2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1</a:t>
                      </a:r>
                    </a:p>
                  </a:txBody>
                  <a:tcPr marT="45798" marB="45798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4</a:t>
                      </a:r>
                      <a:endParaRPr lang="en-US" sz="1800" dirty="0"/>
                    </a:p>
                  </a:txBody>
                  <a:tcPr marT="45798" marB="45798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2</a:t>
                      </a:r>
                      <a:endParaRPr lang="en-US" sz="1800" dirty="0"/>
                    </a:p>
                  </a:txBody>
                  <a:tcPr marT="45798" marB="45798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3</a:t>
                      </a:r>
                      <a:endParaRPr lang="en-US" sz="1800" dirty="0"/>
                    </a:p>
                  </a:txBody>
                  <a:tcPr marT="45798" marB="45798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7</a:t>
                      </a:r>
                      <a:endParaRPr lang="en-US" sz="1800" dirty="0"/>
                    </a:p>
                  </a:txBody>
                  <a:tcPr marT="45798" marB="45798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6</a:t>
                      </a:r>
                      <a:endParaRPr lang="en-US" sz="1800" dirty="0"/>
                    </a:p>
                  </a:txBody>
                  <a:tcPr marT="45798" marB="45798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5</a:t>
                      </a:r>
                      <a:endParaRPr lang="en-US" sz="1800" dirty="0"/>
                    </a:p>
                  </a:txBody>
                  <a:tcPr marT="45798" marB="45798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270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8E0CB2-8468-7C43-8D1B-87F9D240D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F8FAF5-0A24-324B-924A-AC988AD84DE6}"/>
              </a:ext>
            </a:extLst>
          </p:cNvPr>
          <p:cNvSpPr txBox="1">
            <a:spLocks/>
          </p:cNvSpPr>
          <p:nvPr/>
        </p:nvSpPr>
        <p:spPr bwMode="auto">
          <a:xfrm>
            <a:off x="457200" y="0"/>
            <a:ext cx="7239000" cy="85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Prim Algorithm</a:t>
            </a:r>
          </a:p>
        </p:txBody>
      </p:sp>
      <p:sp>
        <p:nvSpPr>
          <p:cNvPr id="4" name="Oval 9">
            <a:extLst>
              <a:ext uri="{FF2B5EF4-FFF2-40B4-BE49-F238E27FC236}">
                <a16:creationId xmlns:a16="http://schemas.microsoft.com/office/drawing/2014/main" id="{981789DE-3130-AA42-9603-C488DB458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163" y="908050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" name="Oval 15">
            <a:extLst>
              <a:ext uri="{FF2B5EF4-FFF2-40B4-BE49-F238E27FC236}">
                <a16:creationId xmlns:a16="http://schemas.microsoft.com/office/drawing/2014/main" id="{907DBA1E-7A1B-4142-B179-C25DB1E48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912813"/>
            <a:ext cx="500062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7229AA82-AF33-DD4C-898B-070CEBD67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3" y="2743200"/>
            <a:ext cx="49847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5AF9ED09-D9D1-BB49-9951-FE2C20F41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2743200"/>
            <a:ext cx="49688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v7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A5087629-ECDA-214A-8913-66A034C4F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820863"/>
            <a:ext cx="49688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A3B0268C-9F63-A74A-9D61-EBC7F7AAE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7363" y="1838325"/>
            <a:ext cx="49688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id="{7FCA2A34-342E-1B42-A614-E13271563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3113" y="1843088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C0010180-6379-6A4F-91B4-AFB03BE8F9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7338" y="1136650"/>
            <a:ext cx="9382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349BE70B-0D48-6E47-8DE9-8E77D50A48C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738" y="2079625"/>
            <a:ext cx="12144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5">
            <a:extLst>
              <a:ext uri="{FF2B5EF4-FFF2-40B4-BE49-F238E27FC236}">
                <a16:creationId xmlns:a16="http://schemas.microsoft.com/office/drawing/2014/main" id="{ED22648F-B905-8D4A-9DD3-476F3BEF19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25675" y="2060575"/>
            <a:ext cx="1106488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77A6895C-CB22-B244-B9A2-BAA8989124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46188" y="2967038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1258A060-253E-754E-A75C-F68923B5FA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538" y="1292225"/>
            <a:ext cx="646112" cy="5953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8">
            <a:extLst>
              <a:ext uri="{FF2B5EF4-FFF2-40B4-BE49-F238E27FC236}">
                <a16:creationId xmlns:a16="http://schemas.microsoft.com/office/drawing/2014/main" id="{1E4BAEC1-595A-7840-9F26-15BA356F82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28725" y="2235200"/>
            <a:ext cx="644525" cy="5937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9">
            <a:extLst>
              <a:ext uri="{FF2B5EF4-FFF2-40B4-BE49-F238E27FC236}">
                <a16:creationId xmlns:a16="http://schemas.microsoft.com/office/drawing/2014/main" id="{AD216F54-2E89-2543-AE60-2B1B8777F9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2306638"/>
            <a:ext cx="498475" cy="4857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0">
            <a:extLst>
              <a:ext uri="{FF2B5EF4-FFF2-40B4-BE49-F238E27FC236}">
                <a16:creationId xmlns:a16="http://schemas.microsoft.com/office/drawing/2014/main" id="{0941E8CA-CB31-7F4D-83BC-25340A1E47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84400" y="1382713"/>
            <a:ext cx="498475" cy="5175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1">
            <a:extLst>
              <a:ext uri="{FF2B5EF4-FFF2-40B4-BE49-F238E27FC236}">
                <a16:creationId xmlns:a16="http://schemas.microsoft.com/office/drawing/2014/main" id="{5944D2F1-3E6D-3A42-945E-519456BDB9E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8313" y="2271713"/>
            <a:ext cx="425450" cy="479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2">
            <a:extLst>
              <a:ext uri="{FF2B5EF4-FFF2-40B4-BE49-F238E27FC236}">
                <a16:creationId xmlns:a16="http://schemas.microsoft.com/office/drawing/2014/main" id="{1033374A-B542-7D46-9EBE-7CF41194D78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68525" y="2217738"/>
            <a:ext cx="517525" cy="5762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3">
            <a:extLst>
              <a:ext uri="{FF2B5EF4-FFF2-40B4-BE49-F238E27FC236}">
                <a16:creationId xmlns:a16="http://schemas.microsoft.com/office/drawing/2014/main" id="{9EB6E1A5-228A-684F-93A8-B32CB29343E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22588" y="1292225"/>
            <a:ext cx="519112" cy="5762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4">
            <a:extLst>
              <a:ext uri="{FF2B5EF4-FFF2-40B4-BE49-F238E27FC236}">
                <a16:creationId xmlns:a16="http://schemas.microsoft.com/office/drawing/2014/main" id="{F5B04C50-2052-6D4C-B66D-A78A52AC66E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65263" y="1352550"/>
            <a:ext cx="425450" cy="4810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2BB4B6-026E-804B-9E4E-B2FD80F37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213" y="788988"/>
            <a:ext cx="379412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97A308-46E0-6742-8172-5C200025F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963863"/>
            <a:ext cx="379412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DD5EFA-CA90-A947-ACEC-BD0BB7338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1350963"/>
            <a:ext cx="3778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C3F7A4-2782-0E4E-9262-BF958D51E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2460625"/>
            <a:ext cx="379413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5DA865-39A5-C440-A2C8-AB2788C82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75" y="2236788"/>
            <a:ext cx="3794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985096-C711-9D41-A9CC-0F4D8D263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013" y="1771650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E35DF9-EA71-9641-BE37-FB3D3C7B3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888" y="1306513"/>
            <a:ext cx="3778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72F60B-3228-744A-8DF9-E9BA57F3E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3" y="1420813"/>
            <a:ext cx="379412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2AD1D5-0012-2146-B3B7-3FCDB320E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400" y="1771650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F560C5-BC03-A64E-8E4C-622B11BB7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1513" y="2460625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69EE12-10CC-9841-9F2C-7C0FCB120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2332038"/>
            <a:ext cx="3778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E9760B-EFD3-3041-98C1-3DCF1BE91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925" y="1247775"/>
            <a:ext cx="534988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10</a:t>
            </a:r>
          </a:p>
        </p:txBody>
      </p:sp>
      <p:sp>
        <p:nvSpPr>
          <p:cNvPr id="35" name="Oval 9">
            <a:extLst>
              <a:ext uri="{FF2B5EF4-FFF2-40B4-BE49-F238E27FC236}">
                <a16:creationId xmlns:a16="http://schemas.microsoft.com/office/drawing/2014/main" id="{06FA7FD3-0D6B-DB49-85B9-83B505C6A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163" y="885825"/>
            <a:ext cx="496887" cy="47466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1</a:t>
            </a:r>
          </a:p>
        </p:txBody>
      </p:sp>
      <p:sp>
        <p:nvSpPr>
          <p:cNvPr id="36" name="Oval 15">
            <a:extLst>
              <a:ext uri="{FF2B5EF4-FFF2-40B4-BE49-F238E27FC236}">
                <a16:creationId xmlns:a16="http://schemas.microsoft.com/office/drawing/2014/main" id="{DCDBDA9E-A5C6-5E4E-8CB2-1CD421FE3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5438" y="889000"/>
            <a:ext cx="500062" cy="47783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7" name="Oval 9">
            <a:extLst>
              <a:ext uri="{FF2B5EF4-FFF2-40B4-BE49-F238E27FC236}">
                <a16:creationId xmlns:a16="http://schemas.microsoft.com/office/drawing/2014/main" id="{A49F16CF-0908-A949-A4EF-03AB47D37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413" y="2740025"/>
            <a:ext cx="498475" cy="474663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8" name="Oval 15">
            <a:extLst>
              <a:ext uri="{FF2B5EF4-FFF2-40B4-BE49-F238E27FC236}">
                <a16:creationId xmlns:a16="http://schemas.microsoft.com/office/drawing/2014/main" id="{C3028052-C6C8-F94E-A01E-5057AC3A3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863" y="2740025"/>
            <a:ext cx="496887" cy="474663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9" name="Oval 9">
            <a:extLst>
              <a:ext uri="{FF2B5EF4-FFF2-40B4-BE49-F238E27FC236}">
                <a16:creationId xmlns:a16="http://schemas.microsoft.com/office/drawing/2014/main" id="{74E05B62-7B45-7242-8FFB-1E9757A91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808163"/>
            <a:ext cx="496888" cy="47625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0" name="Oval 9">
            <a:extLst>
              <a:ext uri="{FF2B5EF4-FFF2-40B4-BE49-F238E27FC236}">
                <a16:creationId xmlns:a16="http://schemas.microsoft.com/office/drawing/2014/main" id="{685F1E81-DDFB-A343-806D-6B477BFB3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363" y="1825625"/>
            <a:ext cx="496887" cy="47625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1" name="Oval 15">
            <a:extLst>
              <a:ext uri="{FF2B5EF4-FFF2-40B4-BE49-F238E27FC236}">
                <a16:creationId xmlns:a16="http://schemas.microsoft.com/office/drawing/2014/main" id="{24788FED-11DE-724D-BDA2-1A73C38D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1830388"/>
            <a:ext cx="496887" cy="474662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2" name="Line 13">
            <a:extLst>
              <a:ext uri="{FF2B5EF4-FFF2-40B4-BE49-F238E27FC236}">
                <a16:creationId xmlns:a16="http://schemas.microsoft.com/office/drawing/2014/main" id="{77575606-9324-964C-ABCE-730209A3102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6750" y="1123950"/>
            <a:ext cx="939800" cy="0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17">
            <a:extLst>
              <a:ext uri="{FF2B5EF4-FFF2-40B4-BE49-F238E27FC236}">
                <a16:creationId xmlns:a16="http://schemas.microsoft.com/office/drawing/2014/main" id="{5E23A275-7F59-6746-9FA3-8DF42CBE86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1279525"/>
            <a:ext cx="644525" cy="595313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24">
            <a:extLst>
              <a:ext uri="{FF2B5EF4-FFF2-40B4-BE49-F238E27FC236}">
                <a16:creationId xmlns:a16="http://schemas.microsoft.com/office/drawing/2014/main" id="{A4CB4672-305B-0447-8D70-E8EC58B1628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54675" y="1339850"/>
            <a:ext cx="427038" cy="479425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TextBox 96">
            <a:extLst>
              <a:ext uri="{FF2B5EF4-FFF2-40B4-BE49-F238E27FC236}">
                <a16:creationId xmlns:a16="http://schemas.microsoft.com/office/drawing/2014/main" id="{1DBA4B9A-7A7F-EA4E-B53D-C087DB681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8213" y="776288"/>
            <a:ext cx="3063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2</a:t>
            </a:r>
          </a:p>
        </p:txBody>
      </p:sp>
      <p:sp>
        <p:nvSpPr>
          <p:cNvPr id="46" name="TextBox 97">
            <a:extLst>
              <a:ext uri="{FF2B5EF4-FFF2-40B4-BE49-F238E27FC236}">
                <a16:creationId xmlns:a16="http://schemas.microsoft.com/office/drawing/2014/main" id="{FB228B53-9761-8B4D-9B32-3E828FFAC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5338" y="1338263"/>
            <a:ext cx="347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4</a:t>
            </a:r>
          </a:p>
        </p:txBody>
      </p:sp>
      <p:sp>
        <p:nvSpPr>
          <p:cNvPr id="47" name="TextBox 99">
            <a:extLst>
              <a:ext uri="{FF2B5EF4-FFF2-40B4-BE49-F238E27FC236}">
                <a16:creationId xmlns:a16="http://schemas.microsoft.com/office/drawing/2014/main" id="{B7127E97-152F-C144-93AF-C3074E31C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4700" y="1293813"/>
            <a:ext cx="317500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1</a:t>
            </a:r>
          </a:p>
        </p:txBody>
      </p:sp>
      <p:graphicFrame>
        <p:nvGraphicFramePr>
          <p:cNvPr id="48" name="Group 375">
            <a:extLst>
              <a:ext uri="{FF2B5EF4-FFF2-40B4-BE49-F238E27FC236}">
                <a16:creationId xmlns:a16="http://schemas.microsoft.com/office/drawing/2014/main" id="{A07BB460-E7A9-3747-847B-DDD919AE2804}"/>
              </a:ext>
            </a:extLst>
          </p:cNvPr>
          <p:cNvGraphicFramePr>
            <a:graphicFrameLocks noGrp="1"/>
          </p:cNvGraphicFramePr>
          <p:nvPr/>
        </p:nvGraphicFramePr>
        <p:xfrm>
          <a:off x="28575" y="3462338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" name="Group 395">
            <a:extLst>
              <a:ext uri="{FF2B5EF4-FFF2-40B4-BE49-F238E27FC236}">
                <a16:creationId xmlns:a16="http://schemas.microsoft.com/office/drawing/2014/main" id="{80B0169D-4AB5-0A4C-9957-2A5A391F5771}"/>
              </a:ext>
            </a:extLst>
          </p:cNvPr>
          <p:cNvGraphicFramePr>
            <a:graphicFrameLocks noGrp="1"/>
          </p:cNvGraphicFramePr>
          <p:nvPr/>
        </p:nvGraphicFramePr>
        <p:xfrm>
          <a:off x="33338" y="3865563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" name="TextBox 59">
            <a:extLst>
              <a:ext uri="{FF2B5EF4-FFF2-40B4-BE49-F238E27FC236}">
                <a16:creationId xmlns:a16="http://schemas.microsoft.com/office/drawing/2014/main" id="{E45D4252-D9D6-EC4A-9BEC-ABAF90F2D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3513" y="3048000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1" name="TextBox 60">
            <a:extLst>
              <a:ext uri="{FF2B5EF4-FFF2-40B4-BE49-F238E27FC236}">
                <a16:creationId xmlns:a16="http://schemas.microsoft.com/office/drawing/2014/main" id="{B5677E73-FF09-D146-A0D3-C54288EDC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2" name="TextBox 61">
            <a:extLst>
              <a:ext uri="{FF2B5EF4-FFF2-40B4-BE49-F238E27FC236}">
                <a16:creationId xmlns:a16="http://schemas.microsoft.com/office/drawing/2014/main" id="{B186D3B9-A381-7343-B0E3-D512EA1F3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3048000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3" name="TextBox 62">
            <a:extLst>
              <a:ext uri="{FF2B5EF4-FFF2-40B4-BE49-F238E27FC236}">
                <a16:creationId xmlns:a16="http://schemas.microsoft.com/office/drawing/2014/main" id="{F6BA0AE4-67F3-F64C-847E-143BF7371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54" name="TextBox 63">
            <a:extLst>
              <a:ext uri="{FF2B5EF4-FFF2-40B4-BE49-F238E27FC236}">
                <a16:creationId xmlns:a16="http://schemas.microsoft.com/office/drawing/2014/main" id="{B3B3A2B9-B11C-E64C-8B5D-254081D44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25" y="3048000"/>
            <a:ext cx="4714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55" name="TextBox 64">
            <a:extLst>
              <a:ext uri="{FF2B5EF4-FFF2-40B4-BE49-F238E27FC236}">
                <a16:creationId xmlns:a16="http://schemas.microsoft.com/office/drawing/2014/main" id="{64031291-2FC7-CC40-9165-CDD21779E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56" name="TextBox 65">
            <a:extLst>
              <a:ext uri="{FF2B5EF4-FFF2-40B4-BE49-F238E27FC236}">
                <a16:creationId xmlns:a16="http://schemas.microsoft.com/office/drawing/2014/main" id="{E3913450-7B76-8844-BAD3-4046BBA64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0913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7</a:t>
            </a:r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83F71D03-FE6B-D34B-992E-1D32886A2B7C}"/>
              </a:ext>
            </a:extLst>
          </p:cNvPr>
          <p:cNvGraphicFramePr>
            <a:graphicFrameLocks noGrp="1"/>
          </p:cNvGraphicFramePr>
          <p:nvPr/>
        </p:nvGraphicFramePr>
        <p:xfrm>
          <a:off x="4968875" y="390525"/>
          <a:ext cx="3135312" cy="371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2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25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4</a:t>
                      </a:r>
                      <a:endParaRPr lang="en-US" sz="1800" dirty="0"/>
                    </a:p>
                  </a:txBody>
                  <a:tcPr marL="91447" marR="91447" marT="45798" marB="45798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2</a:t>
                      </a:r>
                      <a:endParaRPr lang="en-US" sz="1800" dirty="0"/>
                    </a:p>
                  </a:txBody>
                  <a:tcPr marL="91447" marR="91447" marT="45798" marB="45798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3</a:t>
                      </a:r>
                      <a:endParaRPr lang="en-US" sz="1800" dirty="0"/>
                    </a:p>
                  </a:txBody>
                  <a:tcPr marL="91447" marR="91447" marT="45798" marB="45798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7</a:t>
                      </a:r>
                      <a:endParaRPr lang="en-US" sz="1800" dirty="0"/>
                    </a:p>
                  </a:txBody>
                  <a:tcPr marL="91447" marR="91447" marT="45798" marB="45798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6</a:t>
                      </a:r>
                      <a:endParaRPr lang="en-US" sz="1800" dirty="0"/>
                    </a:p>
                  </a:txBody>
                  <a:tcPr marL="91447" marR="91447" marT="45798" marB="45798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5</a:t>
                      </a:r>
                      <a:endParaRPr lang="en-US" sz="1800" dirty="0"/>
                    </a:p>
                  </a:txBody>
                  <a:tcPr marL="91447" marR="91447" marT="45798" marB="45798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264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AE8A08-8399-5941-87B1-F0143F45E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C64EC4-4C04-D14F-8F0E-52BF821F4286}"/>
              </a:ext>
            </a:extLst>
          </p:cNvPr>
          <p:cNvSpPr txBox="1">
            <a:spLocks/>
          </p:cNvSpPr>
          <p:nvPr/>
        </p:nvSpPr>
        <p:spPr bwMode="auto">
          <a:xfrm>
            <a:off x="457200" y="0"/>
            <a:ext cx="7239000" cy="85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Prim Algorithm</a:t>
            </a:r>
          </a:p>
        </p:txBody>
      </p:sp>
      <p:sp>
        <p:nvSpPr>
          <p:cNvPr id="4" name="Oval 9">
            <a:extLst>
              <a:ext uri="{FF2B5EF4-FFF2-40B4-BE49-F238E27FC236}">
                <a16:creationId xmlns:a16="http://schemas.microsoft.com/office/drawing/2014/main" id="{F988CE3F-D92A-C145-97BB-AB9EBF3A9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163" y="908050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" name="Oval 15">
            <a:extLst>
              <a:ext uri="{FF2B5EF4-FFF2-40B4-BE49-F238E27FC236}">
                <a16:creationId xmlns:a16="http://schemas.microsoft.com/office/drawing/2014/main" id="{B89B92DC-EE0B-0544-9EAA-2988C493E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912813"/>
            <a:ext cx="500062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CD129545-E874-8B4A-A8BB-BAB27F0FD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3" y="2743200"/>
            <a:ext cx="49847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10D6D16B-7E0D-E04B-BE77-331D692A5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2743200"/>
            <a:ext cx="49688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v7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1D21CFBB-4792-844C-A7C1-9CE30FB1C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820863"/>
            <a:ext cx="49688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2D783CB9-14A2-C14E-AF10-DE124F780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7363" y="1838325"/>
            <a:ext cx="49688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id="{25F59FB1-476A-E940-B8A8-A92E16DDD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3113" y="1843088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12E39934-A983-3F4B-9EB3-7CE8DA4074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7338" y="1136650"/>
            <a:ext cx="9382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0ADF807D-D47F-D84D-A674-D5618E4D50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738" y="2079625"/>
            <a:ext cx="12144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5">
            <a:extLst>
              <a:ext uri="{FF2B5EF4-FFF2-40B4-BE49-F238E27FC236}">
                <a16:creationId xmlns:a16="http://schemas.microsoft.com/office/drawing/2014/main" id="{12BDF188-70E1-7947-9B8E-2DE4789B3E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25675" y="2060575"/>
            <a:ext cx="1106488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84F4E7CC-B509-AB4F-93A5-5A346E58F2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46188" y="2967038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860ABADE-8E1A-744F-A627-A56721622E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538" y="1292225"/>
            <a:ext cx="646112" cy="5953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8">
            <a:extLst>
              <a:ext uri="{FF2B5EF4-FFF2-40B4-BE49-F238E27FC236}">
                <a16:creationId xmlns:a16="http://schemas.microsoft.com/office/drawing/2014/main" id="{C3A0230A-C9BF-854C-8053-650C90C6A5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28725" y="2235200"/>
            <a:ext cx="644525" cy="5937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9">
            <a:extLst>
              <a:ext uri="{FF2B5EF4-FFF2-40B4-BE49-F238E27FC236}">
                <a16:creationId xmlns:a16="http://schemas.microsoft.com/office/drawing/2014/main" id="{561C1FD5-80F3-C748-A1A0-FB8D1E0190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2306638"/>
            <a:ext cx="498475" cy="4857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0">
            <a:extLst>
              <a:ext uri="{FF2B5EF4-FFF2-40B4-BE49-F238E27FC236}">
                <a16:creationId xmlns:a16="http://schemas.microsoft.com/office/drawing/2014/main" id="{4FA86F73-205C-D942-BD1B-617C370294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84400" y="1382713"/>
            <a:ext cx="498475" cy="5175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1">
            <a:extLst>
              <a:ext uri="{FF2B5EF4-FFF2-40B4-BE49-F238E27FC236}">
                <a16:creationId xmlns:a16="http://schemas.microsoft.com/office/drawing/2014/main" id="{A92A000C-F4A1-604B-82BF-38E4B19AE6C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8313" y="2271713"/>
            <a:ext cx="425450" cy="479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2">
            <a:extLst>
              <a:ext uri="{FF2B5EF4-FFF2-40B4-BE49-F238E27FC236}">
                <a16:creationId xmlns:a16="http://schemas.microsoft.com/office/drawing/2014/main" id="{5BA8E05A-C599-D84A-AE05-81751099610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68525" y="2217738"/>
            <a:ext cx="517525" cy="5762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3">
            <a:extLst>
              <a:ext uri="{FF2B5EF4-FFF2-40B4-BE49-F238E27FC236}">
                <a16:creationId xmlns:a16="http://schemas.microsoft.com/office/drawing/2014/main" id="{3B2C457E-0437-CA44-9827-8586C3331EC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22588" y="1292225"/>
            <a:ext cx="519112" cy="5762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4">
            <a:extLst>
              <a:ext uri="{FF2B5EF4-FFF2-40B4-BE49-F238E27FC236}">
                <a16:creationId xmlns:a16="http://schemas.microsoft.com/office/drawing/2014/main" id="{F9C7AB47-DEE8-C842-B361-EC1D2ED1AF9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65263" y="1352550"/>
            <a:ext cx="425450" cy="4810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B1C85F-43C1-2A41-AF29-472383C72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213" y="788988"/>
            <a:ext cx="379412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5FDFFB-E2EE-2F48-A978-909215124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963863"/>
            <a:ext cx="379412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BFBF05-5EAF-7D46-B1DB-6664BBC0D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1350963"/>
            <a:ext cx="3778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76C8FE-543F-3440-9688-D83A695DD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2460625"/>
            <a:ext cx="379413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4AF790-7472-4B45-BEC0-CDC982F89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75" y="2236788"/>
            <a:ext cx="3794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46C4C8-2915-8D40-A58C-F8A6508D8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013" y="1771650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7975C9-D887-1541-B572-F35118E8D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888" y="1306513"/>
            <a:ext cx="3778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B57710-F478-7B44-84A1-97BAD436B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3" y="1420813"/>
            <a:ext cx="379412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450C56-EADA-2A43-AE86-C780B6418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400" y="1771650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D3CA76-167E-2A44-9F9E-A1CA8144B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1513" y="2460625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AA5CC6-C98A-1A49-A7CA-E904DD871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2332038"/>
            <a:ext cx="3778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A6C53B-7466-BF46-80C4-5CE161DFC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925" y="1247775"/>
            <a:ext cx="534988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10</a:t>
            </a:r>
          </a:p>
        </p:txBody>
      </p:sp>
      <p:sp>
        <p:nvSpPr>
          <p:cNvPr id="35" name="Oval 9">
            <a:extLst>
              <a:ext uri="{FF2B5EF4-FFF2-40B4-BE49-F238E27FC236}">
                <a16:creationId xmlns:a16="http://schemas.microsoft.com/office/drawing/2014/main" id="{4A354FB8-4038-C54B-B220-E0C1F9020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163" y="881063"/>
            <a:ext cx="496887" cy="4699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1</a:t>
            </a:r>
          </a:p>
        </p:txBody>
      </p:sp>
      <p:sp>
        <p:nvSpPr>
          <p:cNvPr id="36" name="Oval 15">
            <a:extLst>
              <a:ext uri="{FF2B5EF4-FFF2-40B4-BE49-F238E27FC236}">
                <a16:creationId xmlns:a16="http://schemas.microsoft.com/office/drawing/2014/main" id="{E407A97E-2B0F-0944-8B33-6F6354A4B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5438" y="884238"/>
            <a:ext cx="500062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7" name="Oval 9">
            <a:extLst>
              <a:ext uri="{FF2B5EF4-FFF2-40B4-BE49-F238E27FC236}">
                <a16:creationId xmlns:a16="http://schemas.microsoft.com/office/drawing/2014/main" id="{3458B96B-74E4-7549-82A2-CFA4EE5B7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413" y="2716213"/>
            <a:ext cx="498475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8" name="Oval 15">
            <a:extLst>
              <a:ext uri="{FF2B5EF4-FFF2-40B4-BE49-F238E27FC236}">
                <a16:creationId xmlns:a16="http://schemas.microsoft.com/office/drawing/2014/main" id="{79033FFF-4172-3E47-AD0D-6C7F616EC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863" y="2716213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v7</a:t>
            </a:r>
          </a:p>
        </p:txBody>
      </p:sp>
      <p:sp>
        <p:nvSpPr>
          <p:cNvPr id="39" name="Oval 9">
            <a:extLst>
              <a:ext uri="{FF2B5EF4-FFF2-40B4-BE49-F238E27FC236}">
                <a16:creationId xmlns:a16="http://schemas.microsoft.com/office/drawing/2014/main" id="{42A54DCB-4BD4-4D4C-80AF-BD33AB456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793875"/>
            <a:ext cx="49688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0" name="Oval 9">
            <a:extLst>
              <a:ext uri="{FF2B5EF4-FFF2-40B4-BE49-F238E27FC236}">
                <a16:creationId xmlns:a16="http://schemas.microsoft.com/office/drawing/2014/main" id="{7A97E02A-5579-2741-92E0-40BA5EF09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363" y="1811338"/>
            <a:ext cx="496887" cy="4699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4</a:t>
            </a:r>
          </a:p>
        </p:txBody>
      </p:sp>
      <p:sp>
        <p:nvSpPr>
          <p:cNvPr id="41" name="Oval 15">
            <a:extLst>
              <a:ext uri="{FF2B5EF4-FFF2-40B4-BE49-F238E27FC236}">
                <a16:creationId xmlns:a16="http://schemas.microsoft.com/office/drawing/2014/main" id="{40205200-3EB7-B24C-B99B-A1E2C4065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1816100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2" name="Line 13">
            <a:extLst>
              <a:ext uri="{FF2B5EF4-FFF2-40B4-BE49-F238E27FC236}">
                <a16:creationId xmlns:a16="http://schemas.microsoft.com/office/drawing/2014/main" id="{0FBF00C7-4AEE-BD42-854B-D4BCF1D6000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8338" y="1109663"/>
            <a:ext cx="938212" cy="0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14">
            <a:extLst>
              <a:ext uri="{FF2B5EF4-FFF2-40B4-BE49-F238E27FC236}">
                <a16:creationId xmlns:a16="http://schemas.microsoft.com/office/drawing/2014/main" id="{7149C9AF-4726-7C44-9586-5733E67B83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7738" y="2051050"/>
            <a:ext cx="1214437" cy="0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15">
            <a:extLst>
              <a:ext uri="{FF2B5EF4-FFF2-40B4-BE49-F238E27FC236}">
                <a16:creationId xmlns:a16="http://schemas.microsoft.com/office/drawing/2014/main" id="{D0260E81-3DAD-5B48-A6DB-428514571E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16675" y="2033588"/>
            <a:ext cx="1106488" cy="17462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16">
            <a:extLst>
              <a:ext uri="{FF2B5EF4-FFF2-40B4-BE49-F238E27FC236}">
                <a16:creationId xmlns:a16="http://schemas.microsoft.com/office/drawing/2014/main" id="{D492D93F-64D0-5848-920E-97D5CEC165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37188" y="2940050"/>
            <a:ext cx="1327150" cy="19050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17">
            <a:extLst>
              <a:ext uri="{FF2B5EF4-FFF2-40B4-BE49-F238E27FC236}">
                <a16:creationId xmlns:a16="http://schemas.microsoft.com/office/drawing/2014/main" id="{AC3E5B35-1A53-DA44-9E34-D137E47DF7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1265238"/>
            <a:ext cx="646112" cy="593725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18">
            <a:extLst>
              <a:ext uri="{FF2B5EF4-FFF2-40B4-BE49-F238E27FC236}">
                <a16:creationId xmlns:a16="http://schemas.microsoft.com/office/drawing/2014/main" id="{761D4AB9-D7F1-0C40-A357-8BB529C78B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9725" y="2208213"/>
            <a:ext cx="644525" cy="593725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19">
            <a:extLst>
              <a:ext uri="{FF2B5EF4-FFF2-40B4-BE49-F238E27FC236}">
                <a16:creationId xmlns:a16="http://schemas.microsoft.com/office/drawing/2014/main" id="{516DE9CF-F806-9640-A023-4C54D69F35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88200" y="2279650"/>
            <a:ext cx="498475" cy="484188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20">
            <a:extLst>
              <a:ext uri="{FF2B5EF4-FFF2-40B4-BE49-F238E27FC236}">
                <a16:creationId xmlns:a16="http://schemas.microsoft.com/office/drawing/2014/main" id="{7CA3A2BF-958E-0943-888E-6A4A5AB372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75400" y="1355725"/>
            <a:ext cx="498475" cy="517525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21">
            <a:extLst>
              <a:ext uri="{FF2B5EF4-FFF2-40B4-BE49-F238E27FC236}">
                <a16:creationId xmlns:a16="http://schemas.microsoft.com/office/drawing/2014/main" id="{782B404D-155A-AD48-B19F-EFC5ED2697C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59313" y="2243138"/>
            <a:ext cx="425450" cy="481012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22">
            <a:extLst>
              <a:ext uri="{FF2B5EF4-FFF2-40B4-BE49-F238E27FC236}">
                <a16:creationId xmlns:a16="http://schemas.microsoft.com/office/drawing/2014/main" id="{38BF1C3A-1710-F04B-AAAC-6C1D31BAC5F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59525" y="2189163"/>
            <a:ext cx="517525" cy="577850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Line 23">
            <a:extLst>
              <a:ext uri="{FF2B5EF4-FFF2-40B4-BE49-F238E27FC236}">
                <a16:creationId xmlns:a16="http://schemas.microsoft.com/office/drawing/2014/main" id="{BC15563E-9823-EA41-9118-C572B67FFF8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13588" y="1265238"/>
            <a:ext cx="519112" cy="576262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Line 24">
            <a:extLst>
              <a:ext uri="{FF2B5EF4-FFF2-40B4-BE49-F238E27FC236}">
                <a16:creationId xmlns:a16="http://schemas.microsoft.com/office/drawing/2014/main" id="{97270DBE-E2B3-8344-8DF0-A1671974EE8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56263" y="1325563"/>
            <a:ext cx="425450" cy="479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" name="TextBox 74">
            <a:extLst>
              <a:ext uri="{FF2B5EF4-FFF2-40B4-BE49-F238E27FC236}">
                <a16:creationId xmlns:a16="http://schemas.microsoft.com/office/drawing/2014/main" id="{BBB5AF01-1C6E-8E48-94B8-A2DB625DF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8213" y="762000"/>
            <a:ext cx="314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2</a:t>
            </a:r>
          </a:p>
        </p:txBody>
      </p:sp>
      <p:sp>
        <p:nvSpPr>
          <p:cNvPr id="55" name="TextBox 75">
            <a:extLst>
              <a:ext uri="{FF2B5EF4-FFF2-40B4-BE49-F238E27FC236}">
                <a16:creationId xmlns:a16="http://schemas.microsoft.com/office/drawing/2014/main" id="{A6843226-09FB-F840-9922-525A9069B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6925" y="1322388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4</a:t>
            </a:r>
          </a:p>
        </p:txBody>
      </p:sp>
      <p:sp>
        <p:nvSpPr>
          <p:cNvPr id="56" name="TextBox 76">
            <a:extLst>
              <a:ext uri="{FF2B5EF4-FFF2-40B4-BE49-F238E27FC236}">
                <a16:creationId xmlns:a16="http://schemas.microsoft.com/office/drawing/2014/main" id="{23BA8287-494E-F841-858B-5D2E0BB2E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1350" y="2432050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5</a:t>
            </a:r>
          </a:p>
        </p:txBody>
      </p:sp>
      <p:sp>
        <p:nvSpPr>
          <p:cNvPr id="57" name="TextBox 77">
            <a:extLst>
              <a:ext uri="{FF2B5EF4-FFF2-40B4-BE49-F238E27FC236}">
                <a16:creationId xmlns:a16="http://schemas.microsoft.com/office/drawing/2014/main" id="{BD6BD4AF-FF3A-234E-A827-299A8DB4D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75" y="2209800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4</a:t>
            </a:r>
          </a:p>
        </p:txBody>
      </p:sp>
      <p:sp>
        <p:nvSpPr>
          <p:cNvPr id="58" name="TextBox 78">
            <a:extLst>
              <a:ext uri="{FF2B5EF4-FFF2-40B4-BE49-F238E27FC236}">
                <a16:creationId xmlns:a16="http://schemas.microsoft.com/office/drawing/2014/main" id="{4796FB28-4483-9243-A22D-E9D34680F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0013" y="1743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C0C0C0"/>
                </a:solidFill>
              </a:rPr>
              <a:t>2</a:t>
            </a:r>
          </a:p>
        </p:txBody>
      </p:sp>
      <p:sp>
        <p:nvSpPr>
          <p:cNvPr id="59" name="TextBox 79">
            <a:extLst>
              <a:ext uri="{FF2B5EF4-FFF2-40B4-BE49-F238E27FC236}">
                <a16:creationId xmlns:a16="http://schemas.microsoft.com/office/drawing/2014/main" id="{D9D3015F-0793-914C-A448-95AED206D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3263" y="1306513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60" name="TextBox 80">
            <a:extLst>
              <a:ext uri="{FF2B5EF4-FFF2-40B4-BE49-F238E27FC236}">
                <a16:creationId xmlns:a16="http://schemas.microsoft.com/office/drawing/2014/main" id="{1B4FA66F-C55A-334E-92C8-988735919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1393825"/>
            <a:ext cx="300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3</a:t>
            </a:r>
          </a:p>
        </p:txBody>
      </p:sp>
      <p:sp>
        <p:nvSpPr>
          <p:cNvPr id="61" name="TextBox 81">
            <a:extLst>
              <a:ext uri="{FF2B5EF4-FFF2-40B4-BE49-F238E27FC236}">
                <a16:creationId xmlns:a16="http://schemas.microsoft.com/office/drawing/2014/main" id="{0D6E286E-CCE6-D347-9E0E-947D8F162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6400" y="1743075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7</a:t>
            </a:r>
          </a:p>
        </p:txBody>
      </p:sp>
      <p:sp>
        <p:nvSpPr>
          <p:cNvPr id="62" name="TextBox 82">
            <a:extLst>
              <a:ext uri="{FF2B5EF4-FFF2-40B4-BE49-F238E27FC236}">
                <a16:creationId xmlns:a16="http://schemas.microsoft.com/office/drawing/2014/main" id="{E9710360-F817-A047-A5C9-973F4E087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2513" y="2432050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6</a:t>
            </a:r>
          </a:p>
        </p:txBody>
      </p:sp>
      <p:sp>
        <p:nvSpPr>
          <p:cNvPr id="63" name="TextBox 83">
            <a:extLst>
              <a:ext uri="{FF2B5EF4-FFF2-40B4-BE49-F238E27FC236}">
                <a16:creationId xmlns:a16="http://schemas.microsoft.com/office/drawing/2014/main" id="{57326305-2C73-C84A-8968-B99C592FA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2305050"/>
            <a:ext cx="3127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8</a:t>
            </a:r>
          </a:p>
        </p:txBody>
      </p:sp>
      <p:sp>
        <p:nvSpPr>
          <p:cNvPr id="64" name="TextBox 84">
            <a:extLst>
              <a:ext uri="{FF2B5EF4-FFF2-40B4-BE49-F238E27FC236}">
                <a16:creationId xmlns:a16="http://schemas.microsoft.com/office/drawing/2014/main" id="{C14662FD-95E2-1541-A928-DBE577B35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3925" y="1220788"/>
            <a:ext cx="441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10</a:t>
            </a:r>
          </a:p>
        </p:txBody>
      </p:sp>
      <p:sp>
        <p:nvSpPr>
          <p:cNvPr id="65" name="TextBox 98">
            <a:extLst>
              <a:ext uri="{FF2B5EF4-FFF2-40B4-BE49-F238E27FC236}">
                <a16:creationId xmlns:a16="http://schemas.microsoft.com/office/drawing/2014/main" id="{B09784C1-56B5-BB4F-82BD-217922D2A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6775" y="2895600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1</a:t>
            </a:r>
          </a:p>
        </p:txBody>
      </p:sp>
      <p:graphicFrame>
        <p:nvGraphicFramePr>
          <p:cNvPr id="66" name="Group 275">
            <a:extLst>
              <a:ext uri="{FF2B5EF4-FFF2-40B4-BE49-F238E27FC236}">
                <a16:creationId xmlns:a16="http://schemas.microsoft.com/office/drawing/2014/main" id="{8C60D711-BC77-E242-85D7-44187E9340BF}"/>
              </a:ext>
            </a:extLst>
          </p:cNvPr>
          <p:cNvGraphicFramePr>
            <a:graphicFrameLocks noGrp="1"/>
          </p:cNvGraphicFramePr>
          <p:nvPr/>
        </p:nvGraphicFramePr>
        <p:xfrm>
          <a:off x="28575" y="4281488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" name="Group 375">
            <a:extLst>
              <a:ext uri="{FF2B5EF4-FFF2-40B4-BE49-F238E27FC236}">
                <a16:creationId xmlns:a16="http://schemas.microsoft.com/office/drawing/2014/main" id="{2A45C666-2BA8-7C41-A2BF-6364D1A50008}"/>
              </a:ext>
            </a:extLst>
          </p:cNvPr>
          <p:cNvGraphicFramePr>
            <a:graphicFrameLocks noGrp="1"/>
          </p:cNvGraphicFramePr>
          <p:nvPr/>
        </p:nvGraphicFramePr>
        <p:xfrm>
          <a:off x="28575" y="3462338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" name="Group 395">
            <a:extLst>
              <a:ext uri="{FF2B5EF4-FFF2-40B4-BE49-F238E27FC236}">
                <a16:creationId xmlns:a16="http://schemas.microsoft.com/office/drawing/2014/main" id="{746EA3A4-B6A8-7B4D-B528-9185F3D51397}"/>
              </a:ext>
            </a:extLst>
          </p:cNvPr>
          <p:cNvGraphicFramePr>
            <a:graphicFrameLocks noGrp="1"/>
          </p:cNvGraphicFramePr>
          <p:nvPr/>
        </p:nvGraphicFramePr>
        <p:xfrm>
          <a:off x="33338" y="3865563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" name="TextBox 78">
            <a:extLst>
              <a:ext uri="{FF2B5EF4-FFF2-40B4-BE49-F238E27FC236}">
                <a16:creationId xmlns:a16="http://schemas.microsoft.com/office/drawing/2014/main" id="{88693A14-85BA-714D-89F4-ACA431808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3513" y="3048000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0" name="TextBox 79">
            <a:extLst>
              <a:ext uri="{FF2B5EF4-FFF2-40B4-BE49-F238E27FC236}">
                <a16:creationId xmlns:a16="http://schemas.microsoft.com/office/drawing/2014/main" id="{AE2E8ADA-C5F4-7941-BB7A-DE4923BD7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71" name="TextBox 80">
            <a:extLst>
              <a:ext uri="{FF2B5EF4-FFF2-40B4-BE49-F238E27FC236}">
                <a16:creationId xmlns:a16="http://schemas.microsoft.com/office/drawing/2014/main" id="{208F46E5-CA36-D543-BCD0-99CC2EAA7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3048000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2" name="TextBox 81">
            <a:extLst>
              <a:ext uri="{FF2B5EF4-FFF2-40B4-BE49-F238E27FC236}">
                <a16:creationId xmlns:a16="http://schemas.microsoft.com/office/drawing/2014/main" id="{1F9350CD-AD90-2F44-871A-3A60F9A2D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73" name="TextBox 82">
            <a:extLst>
              <a:ext uri="{FF2B5EF4-FFF2-40B4-BE49-F238E27FC236}">
                <a16:creationId xmlns:a16="http://schemas.microsoft.com/office/drawing/2014/main" id="{3461C2CE-BE4D-B14F-BAF8-174223407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25" y="3048000"/>
            <a:ext cx="4714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74" name="TextBox 83">
            <a:extLst>
              <a:ext uri="{FF2B5EF4-FFF2-40B4-BE49-F238E27FC236}">
                <a16:creationId xmlns:a16="http://schemas.microsoft.com/office/drawing/2014/main" id="{71F8D4CA-1FC6-3148-9460-FE5527DA5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75" name="TextBox 84">
            <a:extLst>
              <a:ext uri="{FF2B5EF4-FFF2-40B4-BE49-F238E27FC236}">
                <a16:creationId xmlns:a16="http://schemas.microsoft.com/office/drawing/2014/main" id="{4F9966A5-E5D2-C64D-9855-D2457E4FB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0913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7</a:t>
            </a:r>
          </a:p>
        </p:txBody>
      </p:sp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244B2D28-B304-E043-BD39-A6F4FC50FA49}"/>
              </a:ext>
            </a:extLst>
          </p:cNvPr>
          <p:cNvGraphicFramePr>
            <a:graphicFrameLocks noGrp="1"/>
          </p:cNvGraphicFramePr>
          <p:nvPr/>
        </p:nvGraphicFramePr>
        <p:xfrm>
          <a:off x="5480050" y="390525"/>
          <a:ext cx="2613025" cy="371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2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2</a:t>
                      </a:r>
                      <a:endParaRPr lang="en-US" sz="1800" dirty="0"/>
                    </a:p>
                  </a:txBody>
                  <a:tcPr marL="91456" marR="91456" marT="45798" marB="45798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3</a:t>
                      </a:r>
                      <a:endParaRPr lang="en-US" sz="1800" dirty="0"/>
                    </a:p>
                  </a:txBody>
                  <a:tcPr marL="91456" marR="91456" marT="45798" marB="45798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7</a:t>
                      </a:r>
                      <a:endParaRPr lang="en-US" sz="1800" dirty="0"/>
                    </a:p>
                  </a:txBody>
                  <a:tcPr marL="91456" marR="91456" marT="45798" marB="45798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6</a:t>
                      </a:r>
                      <a:endParaRPr lang="en-US" sz="1800" dirty="0"/>
                    </a:p>
                  </a:txBody>
                  <a:tcPr marL="91456" marR="91456" marT="45798" marB="45798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5</a:t>
                      </a:r>
                      <a:endParaRPr lang="en-US" sz="1800" dirty="0"/>
                    </a:p>
                  </a:txBody>
                  <a:tcPr marL="91456" marR="91456" marT="45798" marB="45798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798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B40B27-31F7-2242-BF84-9254E1918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22310F-BADC-584D-983E-536DF65E7946}"/>
              </a:ext>
            </a:extLst>
          </p:cNvPr>
          <p:cNvSpPr txBox="1">
            <a:spLocks/>
          </p:cNvSpPr>
          <p:nvPr/>
        </p:nvSpPr>
        <p:spPr bwMode="auto">
          <a:xfrm>
            <a:off x="457200" y="0"/>
            <a:ext cx="7239000" cy="85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Prim Algorithm</a:t>
            </a:r>
          </a:p>
        </p:txBody>
      </p:sp>
      <p:sp>
        <p:nvSpPr>
          <p:cNvPr id="4" name="Oval 9">
            <a:extLst>
              <a:ext uri="{FF2B5EF4-FFF2-40B4-BE49-F238E27FC236}">
                <a16:creationId xmlns:a16="http://schemas.microsoft.com/office/drawing/2014/main" id="{D9787F39-855F-E843-BF5B-1281786B4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163" y="908050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" name="Oval 15">
            <a:extLst>
              <a:ext uri="{FF2B5EF4-FFF2-40B4-BE49-F238E27FC236}">
                <a16:creationId xmlns:a16="http://schemas.microsoft.com/office/drawing/2014/main" id="{8AC50B2E-2AE2-444A-8AAF-8007C51EC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912813"/>
            <a:ext cx="500062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E6E3C185-2EE6-1843-A937-06558A55E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3" y="2743200"/>
            <a:ext cx="49847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0DF3561A-42F4-A94C-82BD-F9863478D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2743200"/>
            <a:ext cx="49688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v7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34FE3B79-0E27-AB4D-95B7-D39F34C90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820863"/>
            <a:ext cx="49688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2489A87F-0803-A745-B751-C1277E508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7363" y="1838325"/>
            <a:ext cx="49688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id="{D459FD3C-B5B6-DD46-846D-9EFA97FEA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3113" y="1843088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00B0935D-52EB-1E47-A12D-4AE8A53D75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7338" y="1136650"/>
            <a:ext cx="9382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0DC35889-AF8F-2B4C-AE6F-38F3F8299B1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738" y="2079625"/>
            <a:ext cx="12144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5">
            <a:extLst>
              <a:ext uri="{FF2B5EF4-FFF2-40B4-BE49-F238E27FC236}">
                <a16:creationId xmlns:a16="http://schemas.microsoft.com/office/drawing/2014/main" id="{57EE4DE3-CE97-C843-962F-35478B3AAB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25675" y="2060575"/>
            <a:ext cx="1106488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6BACEA8A-B509-4D46-85D3-49F3D5AFC6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46188" y="2967038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F4E0A533-C5D5-3A4C-B567-B2E96D1A03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538" y="1292225"/>
            <a:ext cx="646112" cy="5953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8">
            <a:extLst>
              <a:ext uri="{FF2B5EF4-FFF2-40B4-BE49-F238E27FC236}">
                <a16:creationId xmlns:a16="http://schemas.microsoft.com/office/drawing/2014/main" id="{1F06FDB2-70B9-4F47-87A1-AB9734226C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28725" y="2235200"/>
            <a:ext cx="644525" cy="5937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9">
            <a:extLst>
              <a:ext uri="{FF2B5EF4-FFF2-40B4-BE49-F238E27FC236}">
                <a16:creationId xmlns:a16="http://schemas.microsoft.com/office/drawing/2014/main" id="{836EF946-67B5-2D4D-AE93-4521A3A06B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2306638"/>
            <a:ext cx="498475" cy="4857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0">
            <a:extLst>
              <a:ext uri="{FF2B5EF4-FFF2-40B4-BE49-F238E27FC236}">
                <a16:creationId xmlns:a16="http://schemas.microsoft.com/office/drawing/2014/main" id="{F711AA3B-72CE-3E4B-BE71-3F4DFD44CE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84400" y="1382713"/>
            <a:ext cx="498475" cy="5175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1">
            <a:extLst>
              <a:ext uri="{FF2B5EF4-FFF2-40B4-BE49-F238E27FC236}">
                <a16:creationId xmlns:a16="http://schemas.microsoft.com/office/drawing/2014/main" id="{F49D4DBA-7E01-7844-AEFA-D0B2BD41668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8313" y="2271713"/>
            <a:ext cx="425450" cy="479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2">
            <a:extLst>
              <a:ext uri="{FF2B5EF4-FFF2-40B4-BE49-F238E27FC236}">
                <a16:creationId xmlns:a16="http://schemas.microsoft.com/office/drawing/2014/main" id="{B91E001C-FF69-1F43-8F3A-FB986EC0EE4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68525" y="2217738"/>
            <a:ext cx="517525" cy="5762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3">
            <a:extLst>
              <a:ext uri="{FF2B5EF4-FFF2-40B4-BE49-F238E27FC236}">
                <a16:creationId xmlns:a16="http://schemas.microsoft.com/office/drawing/2014/main" id="{BC6C9691-8783-324A-9823-AE073BFECBA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22588" y="1292225"/>
            <a:ext cx="519112" cy="5762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4">
            <a:extLst>
              <a:ext uri="{FF2B5EF4-FFF2-40B4-BE49-F238E27FC236}">
                <a16:creationId xmlns:a16="http://schemas.microsoft.com/office/drawing/2014/main" id="{D6259209-998C-FB41-952E-A117204F357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65263" y="1352550"/>
            <a:ext cx="425450" cy="4810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397CB9-BCE8-AB4D-9D0F-AE860D517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213" y="788988"/>
            <a:ext cx="379412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CB1C18-DA48-904A-932F-364021CA4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963863"/>
            <a:ext cx="379412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F64C55-CF5F-0D4F-B4E4-80E50399C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1350963"/>
            <a:ext cx="3778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D5A98C-CFCB-FE4E-A0C8-6D8970F0F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2460625"/>
            <a:ext cx="379413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E3AC8C-B6D8-E542-B8E5-4E1E5FF6E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75" y="2236788"/>
            <a:ext cx="3794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25F2D6-B8F8-D94E-B4F1-4051E3B57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013" y="1771650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08CD08-558D-6140-A4D0-CBD22C6CD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888" y="1306513"/>
            <a:ext cx="3778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A23F1F-277F-5A41-8318-E49C92078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3" y="1420813"/>
            <a:ext cx="379412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7C3718-8278-724A-B5E2-D63710C1A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400" y="1771650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4C185B-E12F-2D4A-BFE5-16ECC868B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1513" y="2460625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E909B3-F1A7-D04E-9ED7-D9BD32035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2332038"/>
            <a:ext cx="3778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0432B9-E47F-7D43-AB72-26E23AD3B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925" y="1247775"/>
            <a:ext cx="534988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10</a:t>
            </a:r>
          </a:p>
        </p:txBody>
      </p:sp>
      <p:sp>
        <p:nvSpPr>
          <p:cNvPr id="35" name="Oval 9">
            <a:extLst>
              <a:ext uri="{FF2B5EF4-FFF2-40B4-BE49-F238E27FC236}">
                <a16:creationId xmlns:a16="http://schemas.microsoft.com/office/drawing/2014/main" id="{508C091C-39C6-0548-AF6C-FA2A4C431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163" y="881063"/>
            <a:ext cx="496887" cy="4699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1</a:t>
            </a:r>
          </a:p>
        </p:txBody>
      </p:sp>
      <p:sp>
        <p:nvSpPr>
          <p:cNvPr id="36" name="Oval 15">
            <a:extLst>
              <a:ext uri="{FF2B5EF4-FFF2-40B4-BE49-F238E27FC236}">
                <a16:creationId xmlns:a16="http://schemas.microsoft.com/office/drawing/2014/main" id="{DD9DA76F-6174-E84F-9092-128ECDAF2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5438" y="884238"/>
            <a:ext cx="500062" cy="47307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37" name="Oval 9">
            <a:extLst>
              <a:ext uri="{FF2B5EF4-FFF2-40B4-BE49-F238E27FC236}">
                <a16:creationId xmlns:a16="http://schemas.microsoft.com/office/drawing/2014/main" id="{F1142C2E-F8DD-2E46-8723-3F7D6C81A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413" y="2716213"/>
            <a:ext cx="498475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8" name="Oval 15">
            <a:extLst>
              <a:ext uri="{FF2B5EF4-FFF2-40B4-BE49-F238E27FC236}">
                <a16:creationId xmlns:a16="http://schemas.microsoft.com/office/drawing/2014/main" id="{FD363C8D-B754-8F4F-A26C-1FA5002F2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863" y="2716213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v7</a:t>
            </a:r>
          </a:p>
        </p:txBody>
      </p:sp>
      <p:sp>
        <p:nvSpPr>
          <p:cNvPr id="39" name="Oval 9">
            <a:extLst>
              <a:ext uri="{FF2B5EF4-FFF2-40B4-BE49-F238E27FC236}">
                <a16:creationId xmlns:a16="http://schemas.microsoft.com/office/drawing/2014/main" id="{F9641C82-FF95-0C43-8EF2-2F4F403BF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793875"/>
            <a:ext cx="496888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0" name="Oval 9">
            <a:extLst>
              <a:ext uri="{FF2B5EF4-FFF2-40B4-BE49-F238E27FC236}">
                <a16:creationId xmlns:a16="http://schemas.microsoft.com/office/drawing/2014/main" id="{B549C41E-95DE-C34E-B7B6-B4D7D685A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363" y="1811338"/>
            <a:ext cx="496887" cy="4699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4</a:t>
            </a:r>
          </a:p>
        </p:txBody>
      </p:sp>
      <p:sp>
        <p:nvSpPr>
          <p:cNvPr id="41" name="Oval 15">
            <a:extLst>
              <a:ext uri="{FF2B5EF4-FFF2-40B4-BE49-F238E27FC236}">
                <a16:creationId xmlns:a16="http://schemas.microsoft.com/office/drawing/2014/main" id="{BF091ED3-CCC5-6E4E-A897-3CE07FC04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1816100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2" name="Line 13">
            <a:extLst>
              <a:ext uri="{FF2B5EF4-FFF2-40B4-BE49-F238E27FC236}">
                <a16:creationId xmlns:a16="http://schemas.microsoft.com/office/drawing/2014/main" id="{9FEED6A8-3BE0-4D4C-9D11-7EC3F9A4072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8338" y="1109663"/>
            <a:ext cx="9382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14">
            <a:extLst>
              <a:ext uri="{FF2B5EF4-FFF2-40B4-BE49-F238E27FC236}">
                <a16:creationId xmlns:a16="http://schemas.microsoft.com/office/drawing/2014/main" id="{8A19496F-AA3E-C641-A1CA-B9FEDC7EA3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7738" y="2051050"/>
            <a:ext cx="1214437" cy="0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15">
            <a:extLst>
              <a:ext uri="{FF2B5EF4-FFF2-40B4-BE49-F238E27FC236}">
                <a16:creationId xmlns:a16="http://schemas.microsoft.com/office/drawing/2014/main" id="{C7FFCE9D-F64A-AD42-B5C0-8C0061C620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16675" y="2033588"/>
            <a:ext cx="1106488" cy="17462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16">
            <a:extLst>
              <a:ext uri="{FF2B5EF4-FFF2-40B4-BE49-F238E27FC236}">
                <a16:creationId xmlns:a16="http://schemas.microsoft.com/office/drawing/2014/main" id="{6D2D2BE7-63D7-AA4E-9409-2C7542EF7D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37188" y="2940050"/>
            <a:ext cx="1327150" cy="19050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17">
            <a:extLst>
              <a:ext uri="{FF2B5EF4-FFF2-40B4-BE49-F238E27FC236}">
                <a16:creationId xmlns:a16="http://schemas.microsoft.com/office/drawing/2014/main" id="{44A6F9FD-9960-6749-820A-AE9F5B6E95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1265238"/>
            <a:ext cx="646112" cy="593725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18">
            <a:extLst>
              <a:ext uri="{FF2B5EF4-FFF2-40B4-BE49-F238E27FC236}">
                <a16:creationId xmlns:a16="http://schemas.microsoft.com/office/drawing/2014/main" id="{802F88FC-3C87-6146-9CAD-D8DE1A73B8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9725" y="2208213"/>
            <a:ext cx="644525" cy="593725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19">
            <a:extLst>
              <a:ext uri="{FF2B5EF4-FFF2-40B4-BE49-F238E27FC236}">
                <a16:creationId xmlns:a16="http://schemas.microsoft.com/office/drawing/2014/main" id="{AC436904-6384-3E45-B361-266BBFD986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88200" y="2279650"/>
            <a:ext cx="498475" cy="484188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20">
            <a:extLst>
              <a:ext uri="{FF2B5EF4-FFF2-40B4-BE49-F238E27FC236}">
                <a16:creationId xmlns:a16="http://schemas.microsoft.com/office/drawing/2014/main" id="{EA811AB4-69DB-904B-9F53-BE82A1B40C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75400" y="1355725"/>
            <a:ext cx="498475" cy="517525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21">
            <a:extLst>
              <a:ext uri="{FF2B5EF4-FFF2-40B4-BE49-F238E27FC236}">
                <a16:creationId xmlns:a16="http://schemas.microsoft.com/office/drawing/2014/main" id="{DB1D880A-72C6-9E43-B32A-E3B0F796463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59313" y="2243138"/>
            <a:ext cx="425450" cy="481012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22">
            <a:extLst>
              <a:ext uri="{FF2B5EF4-FFF2-40B4-BE49-F238E27FC236}">
                <a16:creationId xmlns:a16="http://schemas.microsoft.com/office/drawing/2014/main" id="{0CBFC4FD-4C29-6642-A357-BD590F1AA62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59525" y="2189163"/>
            <a:ext cx="517525" cy="577850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Line 23">
            <a:extLst>
              <a:ext uri="{FF2B5EF4-FFF2-40B4-BE49-F238E27FC236}">
                <a16:creationId xmlns:a16="http://schemas.microsoft.com/office/drawing/2014/main" id="{E0F39D7B-7D78-7C4E-A2EF-ACAAB3511D2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13588" y="1265238"/>
            <a:ext cx="519112" cy="576262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Line 24">
            <a:extLst>
              <a:ext uri="{FF2B5EF4-FFF2-40B4-BE49-F238E27FC236}">
                <a16:creationId xmlns:a16="http://schemas.microsoft.com/office/drawing/2014/main" id="{6428FCDE-2B36-F04F-A1E5-48D31F58275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56263" y="1325563"/>
            <a:ext cx="425450" cy="479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" name="TextBox 74">
            <a:extLst>
              <a:ext uri="{FF2B5EF4-FFF2-40B4-BE49-F238E27FC236}">
                <a16:creationId xmlns:a16="http://schemas.microsoft.com/office/drawing/2014/main" id="{D2E700B9-9A57-ED40-8F81-E1D82FE10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8213" y="762000"/>
            <a:ext cx="314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55" name="TextBox 75">
            <a:extLst>
              <a:ext uri="{FF2B5EF4-FFF2-40B4-BE49-F238E27FC236}">
                <a16:creationId xmlns:a16="http://schemas.microsoft.com/office/drawing/2014/main" id="{8531DAE7-4092-6246-AC8C-B2FABD985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6925" y="1322388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4</a:t>
            </a:r>
          </a:p>
        </p:txBody>
      </p:sp>
      <p:sp>
        <p:nvSpPr>
          <p:cNvPr id="56" name="TextBox 76">
            <a:extLst>
              <a:ext uri="{FF2B5EF4-FFF2-40B4-BE49-F238E27FC236}">
                <a16:creationId xmlns:a16="http://schemas.microsoft.com/office/drawing/2014/main" id="{3DE3D205-A294-CE4D-A104-EC0A1B36A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1350" y="2432050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5</a:t>
            </a:r>
          </a:p>
        </p:txBody>
      </p:sp>
      <p:sp>
        <p:nvSpPr>
          <p:cNvPr id="57" name="TextBox 77">
            <a:extLst>
              <a:ext uri="{FF2B5EF4-FFF2-40B4-BE49-F238E27FC236}">
                <a16:creationId xmlns:a16="http://schemas.microsoft.com/office/drawing/2014/main" id="{39FE3772-D77D-9443-9C0A-4724E0B90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75" y="2209800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4</a:t>
            </a:r>
          </a:p>
        </p:txBody>
      </p:sp>
      <p:sp>
        <p:nvSpPr>
          <p:cNvPr id="58" name="TextBox 78">
            <a:extLst>
              <a:ext uri="{FF2B5EF4-FFF2-40B4-BE49-F238E27FC236}">
                <a16:creationId xmlns:a16="http://schemas.microsoft.com/office/drawing/2014/main" id="{711098B6-B3B5-C348-969B-471241E11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0013" y="1743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C0C0C0"/>
                </a:solidFill>
              </a:rPr>
              <a:t>2</a:t>
            </a:r>
          </a:p>
        </p:txBody>
      </p:sp>
      <p:sp>
        <p:nvSpPr>
          <p:cNvPr id="59" name="TextBox 79">
            <a:extLst>
              <a:ext uri="{FF2B5EF4-FFF2-40B4-BE49-F238E27FC236}">
                <a16:creationId xmlns:a16="http://schemas.microsoft.com/office/drawing/2014/main" id="{85E681DC-1DD4-EC46-AFF7-3F5F88430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3263" y="1306513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60" name="TextBox 80">
            <a:extLst>
              <a:ext uri="{FF2B5EF4-FFF2-40B4-BE49-F238E27FC236}">
                <a16:creationId xmlns:a16="http://schemas.microsoft.com/office/drawing/2014/main" id="{481DDF2C-92BE-5C4E-A360-4B0FE084D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1393825"/>
            <a:ext cx="300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3</a:t>
            </a:r>
          </a:p>
        </p:txBody>
      </p:sp>
      <p:sp>
        <p:nvSpPr>
          <p:cNvPr id="61" name="TextBox 81">
            <a:extLst>
              <a:ext uri="{FF2B5EF4-FFF2-40B4-BE49-F238E27FC236}">
                <a16:creationId xmlns:a16="http://schemas.microsoft.com/office/drawing/2014/main" id="{A26976A6-40B6-544F-9D28-1D350EFB6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6400" y="1743075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7</a:t>
            </a:r>
          </a:p>
        </p:txBody>
      </p:sp>
      <p:sp>
        <p:nvSpPr>
          <p:cNvPr id="62" name="TextBox 82">
            <a:extLst>
              <a:ext uri="{FF2B5EF4-FFF2-40B4-BE49-F238E27FC236}">
                <a16:creationId xmlns:a16="http://schemas.microsoft.com/office/drawing/2014/main" id="{79C6FD85-FFE8-6644-A5FD-AFA922F08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2513" y="2432050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6</a:t>
            </a:r>
          </a:p>
        </p:txBody>
      </p:sp>
      <p:sp>
        <p:nvSpPr>
          <p:cNvPr id="63" name="TextBox 83">
            <a:extLst>
              <a:ext uri="{FF2B5EF4-FFF2-40B4-BE49-F238E27FC236}">
                <a16:creationId xmlns:a16="http://schemas.microsoft.com/office/drawing/2014/main" id="{8611C763-C7BF-2E45-9C71-41D672885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2305050"/>
            <a:ext cx="3127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8</a:t>
            </a:r>
          </a:p>
        </p:txBody>
      </p:sp>
      <p:sp>
        <p:nvSpPr>
          <p:cNvPr id="64" name="TextBox 84">
            <a:extLst>
              <a:ext uri="{FF2B5EF4-FFF2-40B4-BE49-F238E27FC236}">
                <a16:creationId xmlns:a16="http://schemas.microsoft.com/office/drawing/2014/main" id="{661C9083-033D-6042-A2AD-5F9C434C7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3925" y="1220788"/>
            <a:ext cx="441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10</a:t>
            </a:r>
          </a:p>
        </p:txBody>
      </p:sp>
      <p:sp>
        <p:nvSpPr>
          <p:cNvPr id="65" name="TextBox 69">
            <a:extLst>
              <a:ext uri="{FF2B5EF4-FFF2-40B4-BE49-F238E27FC236}">
                <a16:creationId xmlns:a16="http://schemas.microsoft.com/office/drawing/2014/main" id="{424C2527-24D0-F544-8072-2A919F6BE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6775" y="2895600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1</a:t>
            </a:r>
          </a:p>
        </p:txBody>
      </p:sp>
      <p:graphicFrame>
        <p:nvGraphicFramePr>
          <p:cNvPr id="66" name="Group 275">
            <a:extLst>
              <a:ext uri="{FF2B5EF4-FFF2-40B4-BE49-F238E27FC236}">
                <a16:creationId xmlns:a16="http://schemas.microsoft.com/office/drawing/2014/main" id="{480B3673-728F-934B-A8B5-2E50C3152919}"/>
              </a:ext>
            </a:extLst>
          </p:cNvPr>
          <p:cNvGraphicFramePr>
            <a:graphicFrameLocks noGrp="1"/>
          </p:cNvGraphicFramePr>
          <p:nvPr/>
        </p:nvGraphicFramePr>
        <p:xfrm>
          <a:off x="28575" y="4267200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7" name="Group 295">
            <a:extLst>
              <a:ext uri="{FF2B5EF4-FFF2-40B4-BE49-F238E27FC236}">
                <a16:creationId xmlns:a16="http://schemas.microsoft.com/office/drawing/2014/main" id="{87BDB6B2-C7B6-FC49-B0CC-9F1F5C4E73F9}"/>
              </a:ext>
            </a:extLst>
          </p:cNvPr>
          <p:cNvGraphicFramePr>
            <a:graphicFrameLocks noGrp="1"/>
          </p:cNvGraphicFramePr>
          <p:nvPr/>
        </p:nvGraphicFramePr>
        <p:xfrm>
          <a:off x="33338" y="4699000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1,4,2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" name="Group 375">
            <a:extLst>
              <a:ext uri="{FF2B5EF4-FFF2-40B4-BE49-F238E27FC236}">
                <a16:creationId xmlns:a16="http://schemas.microsoft.com/office/drawing/2014/main" id="{7E3FE95D-FA73-B349-B397-A2F28E661175}"/>
              </a:ext>
            </a:extLst>
          </p:cNvPr>
          <p:cNvGraphicFramePr>
            <a:graphicFrameLocks noGrp="1"/>
          </p:cNvGraphicFramePr>
          <p:nvPr/>
        </p:nvGraphicFramePr>
        <p:xfrm>
          <a:off x="28575" y="3462338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" name="Group 395">
            <a:extLst>
              <a:ext uri="{FF2B5EF4-FFF2-40B4-BE49-F238E27FC236}">
                <a16:creationId xmlns:a16="http://schemas.microsoft.com/office/drawing/2014/main" id="{EA9201FC-9096-024C-B87F-03A0EE38A535}"/>
              </a:ext>
            </a:extLst>
          </p:cNvPr>
          <p:cNvGraphicFramePr>
            <a:graphicFrameLocks noGrp="1"/>
          </p:cNvGraphicFramePr>
          <p:nvPr/>
        </p:nvGraphicFramePr>
        <p:xfrm>
          <a:off x="33338" y="3865563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0" name="TextBox 79">
            <a:extLst>
              <a:ext uri="{FF2B5EF4-FFF2-40B4-BE49-F238E27FC236}">
                <a16:creationId xmlns:a16="http://schemas.microsoft.com/office/drawing/2014/main" id="{AC7A9FEB-ECA4-2F41-A21D-D27131028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3513" y="3048000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1" name="TextBox 80">
            <a:extLst>
              <a:ext uri="{FF2B5EF4-FFF2-40B4-BE49-F238E27FC236}">
                <a16:creationId xmlns:a16="http://schemas.microsoft.com/office/drawing/2014/main" id="{3D8D135C-8919-284C-BD94-EA09E3CAD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72" name="TextBox 81">
            <a:extLst>
              <a:ext uri="{FF2B5EF4-FFF2-40B4-BE49-F238E27FC236}">
                <a16:creationId xmlns:a16="http://schemas.microsoft.com/office/drawing/2014/main" id="{BA15DE72-26F8-CE42-82F0-D98805066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3048000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3" name="TextBox 82">
            <a:extLst>
              <a:ext uri="{FF2B5EF4-FFF2-40B4-BE49-F238E27FC236}">
                <a16:creationId xmlns:a16="http://schemas.microsoft.com/office/drawing/2014/main" id="{22F8B756-A4E2-484E-8E80-9FFFF4B68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74" name="TextBox 83">
            <a:extLst>
              <a:ext uri="{FF2B5EF4-FFF2-40B4-BE49-F238E27FC236}">
                <a16:creationId xmlns:a16="http://schemas.microsoft.com/office/drawing/2014/main" id="{5C9D75DA-E7FA-C444-9515-2A2F87CB5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25" y="3048000"/>
            <a:ext cx="4714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75" name="TextBox 84">
            <a:extLst>
              <a:ext uri="{FF2B5EF4-FFF2-40B4-BE49-F238E27FC236}">
                <a16:creationId xmlns:a16="http://schemas.microsoft.com/office/drawing/2014/main" id="{8A181824-A06C-7045-BB15-DC255A39C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76" name="TextBox 85">
            <a:extLst>
              <a:ext uri="{FF2B5EF4-FFF2-40B4-BE49-F238E27FC236}">
                <a16:creationId xmlns:a16="http://schemas.microsoft.com/office/drawing/2014/main" id="{86734C77-7751-3542-B23E-5143FD2CA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0913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7</a:t>
            </a:r>
          </a:p>
        </p:txBody>
      </p:sp>
      <p:graphicFrame>
        <p:nvGraphicFramePr>
          <p:cNvPr id="78" name="Table 77">
            <a:extLst>
              <a:ext uri="{FF2B5EF4-FFF2-40B4-BE49-F238E27FC236}">
                <a16:creationId xmlns:a16="http://schemas.microsoft.com/office/drawing/2014/main" id="{A21650EA-DFAA-5444-8AF5-4FB1C5E68E6D}"/>
              </a:ext>
            </a:extLst>
          </p:cNvPr>
          <p:cNvGraphicFramePr>
            <a:graphicFrameLocks noGrp="1"/>
          </p:cNvGraphicFramePr>
          <p:nvPr/>
        </p:nvGraphicFramePr>
        <p:xfrm>
          <a:off x="6002338" y="390525"/>
          <a:ext cx="2090736" cy="371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2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3</a:t>
                      </a:r>
                      <a:endParaRPr lang="en-US" sz="1800" dirty="0"/>
                    </a:p>
                  </a:txBody>
                  <a:tcPr marL="91470" marR="91470" marT="45798" marB="45798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7</a:t>
                      </a:r>
                      <a:endParaRPr lang="en-US" sz="1800" dirty="0"/>
                    </a:p>
                  </a:txBody>
                  <a:tcPr marL="91470" marR="91470" marT="45798" marB="45798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6</a:t>
                      </a:r>
                      <a:endParaRPr lang="en-US" sz="1800" dirty="0"/>
                    </a:p>
                  </a:txBody>
                  <a:tcPr marL="91470" marR="91470" marT="45798" marB="45798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5</a:t>
                      </a:r>
                      <a:endParaRPr lang="en-US" sz="1800" dirty="0"/>
                    </a:p>
                  </a:txBody>
                  <a:tcPr marL="91470" marR="91470" marT="45798" marB="45798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791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6C7EE0-E7BC-604C-B970-ACF2A6C59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80DADB-3C9C-5548-A529-4A73B6DB0240}"/>
              </a:ext>
            </a:extLst>
          </p:cNvPr>
          <p:cNvSpPr txBox="1">
            <a:spLocks/>
          </p:cNvSpPr>
          <p:nvPr/>
        </p:nvSpPr>
        <p:spPr bwMode="auto">
          <a:xfrm>
            <a:off x="457200" y="0"/>
            <a:ext cx="7239000" cy="85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Prim Algorithm</a:t>
            </a:r>
          </a:p>
        </p:txBody>
      </p:sp>
      <p:sp>
        <p:nvSpPr>
          <p:cNvPr id="4" name="Oval 9">
            <a:extLst>
              <a:ext uri="{FF2B5EF4-FFF2-40B4-BE49-F238E27FC236}">
                <a16:creationId xmlns:a16="http://schemas.microsoft.com/office/drawing/2014/main" id="{EC0990C1-D110-4E48-BD4F-2D9F16805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163" y="908050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" name="Oval 15">
            <a:extLst>
              <a:ext uri="{FF2B5EF4-FFF2-40B4-BE49-F238E27FC236}">
                <a16:creationId xmlns:a16="http://schemas.microsoft.com/office/drawing/2014/main" id="{73843CC3-2993-284C-B05C-74D2A3E1E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912813"/>
            <a:ext cx="500062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845746AB-4B9E-DA42-A5C2-59CE1F696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3" y="2743200"/>
            <a:ext cx="49847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8424F482-8C83-2545-859F-8386BFCAC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2743200"/>
            <a:ext cx="49688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v7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FD3D7145-18F5-314B-9FC8-F0892FE8D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820863"/>
            <a:ext cx="49688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CD6E519F-21A4-3E42-8086-C2FF6A29B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7363" y="1838325"/>
            <a:ext cx="49688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id="{71F9F4BD-D9FF-324A-866F-26361B426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3113" y="1843088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C2BD92A1-FA44-B641-9636-3FFE10EB9B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7338" y="1136650"/>
            <a:ext cx="9382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B744333D-C336-C44C-89B7-D2CD05ABE3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738" y="2079625"/>
            <a:ext cx="12144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5">
            <a:extLst>
              <a:ext uri="{FF2B5EF4-FFF2-40B4-BE49-F238E27FC236}">
                <a16:creationId xmlns:a16="http://schemas.microsoft.com/office/drawing/2014/main" id="{2F5178D2-FFD4-DA47-989B-1B66576583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25675" y="2060575"/>
            <a:ext cx="1106488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F1031FCC-F37B-8549-9795-E36A3EBE78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46188" y="2967038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9B0F7167-28A9-884F-B34D-53CDFD6A82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538" y="1292225"/>
            <a:ext cx="646112" cy="5953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8">
            <a:extLst>
              <a:ext uri="{FF2B5EF4-FFF2-40B4-BE49-F238E27FC236}">
                <a16:creationId xmlns:a16="http://schemas.microsoft.com/office/drawing/2014/main" id="{79E869F7-E64C-DA44-80FB-81FF74824E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28725" y="2235200"/>
            <a:ext cx="644525" cy="5937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9">
            <a:extLst>
              <a:ext uri="{FF2B5EF4-FFF2-40B4-BE49-F238E27FC236}">
                <a16:creationId xmlns:a16="http://schemas.microsoft.com/office/drawing/2014/main" id="{1F288BE0-2E89-BC4D-ACE7-03BD11E269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2306638"/>
            <a:ext cx="498475" cy="4857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0">
            <a:extLst>
              <a:ext uri="{FF2B5EF4-FFF2-40B4-BE49-F238E27FC236}">
                <a16:creationId xmlns:a16="http://schemas.microsoft.com/office/drawing/2014/main" id="{355E403E-039B-4E47-8BAA-B4A217B61D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84400" y="1382713"/>
            <a:ext cx="498475" cy="5175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1">
            <a:extLst>
              <a:ext uri="{FF2B5EF4-FFF2-40B4-BE49-F238E27FC236}">
                <a16:creationId xmlns:a16="http://schemas.microsoft.com/office/drawing/2014/main" id="{C5764722-9EB5-8248-836E-8277CCC4543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8313" y="2271713"/>
            <a:ext cx="425450" cy="479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2">
            <a:extLst>
              <a:ext uri="{FF2B5EF4-FFF2-40B4-BE49-F238E27FC236}">
                <a16:creationId xmlns:a16="http://schemas.microsoft.com/office/drawing/2014/main" id="{09EF506F-D222-2248-BE5B-7CBA8E4C5BC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68525" y="2217738"/>
            <a:ext cx="517525" cy="5762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3">
            <a:extLst>
              <a:ext uri="{FF2B5EF4-FFF2-40B4-BE49-F238E27FC236}">
                <a16:creationId xmlns:a16="http://schemas.microsoft.com/office/drawing/2014/main" id="{1DF45CE1-AD40-4F40-AA93-62594821100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22588" y="1292225"/>
            <a:ext cx="519112" cy="5762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4">
            <a:extLst>
              <a:ext uri="{FF2B5EF4-FFF2-40B4-BE49-F238E27FC236}">
                <a16:creationId xmlns:a16="http://schemas.microsoft.com/office/drawing/2014/main" id="{B27177AC-B9F2-584F-8C95-0B104AD71A9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65263" y="1352550"/>
            <a:ext cx="425450" cy="4810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BD25BD-7137-9D4A-9708-BC40D903D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213" y="788988"/>
            <a:ext cx="379412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5864A4-CAE5-DA4A-A47A-CE9DFDD47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963863"/>
            <a:ext cx="379412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1C137A-EC56-C147-842A-BF7EBA9C2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1350963"/>
            <a:ext cx="3778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CCAD09-17E5-A649-9907-C45200A70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2460625"/>
            <a:ext cx="379413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D1F1C4-D405-8847-9051-36E9B60B6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75" y="2236788"/>
            <a:ext cx="3794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42A647-A4ED-3A44-8F09-DDDA3EA46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013" y="1771650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4E052C-E016-A049-BABB-75D710970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888" y="1306513"/>
            <a:ext cx="3778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417CFA-B100-E94F-B286-2C0D96331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3" y="1420813"/>
            <a:ext cx="379412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0893CF-7535-844E-AE92-272950306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400" y="1771650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17D517-C82D-4048-A392-EB27E2E79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1513" y="2460625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9C0E14-1161-9947-885B-8DB4F8637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2332038"/>
            <a:ext cx="3778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A098B7-C895-B44A-945E-60075A78C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925" y="1247775"/>
            <a:ext cx="534988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10</a:t>
            </a:r>
          </a:p>
        </p:txBody>
      </p:sp>
      <p:sp>
        <p:nvSpPr>
          <p:cNvPr id="35" name="Oval 9">
            <a:extLst>
              <a:ext uri="{FF2B5EF4-FFF2-40B4-BE49-F238E27FC236}">
                <a16:creationId xmlns:a16="http://schemas.microsoft.com/office/drawing/2014/main" id="{E694C06D-7013-AD45-BB09-5C711C0F2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163" y="881063"/>
            <a:ext cx="496887" cy="4699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1</a:t>
            </a:r>
          </a:p>
        </p:txBody>
      </p:sp>
      <p:sp>
        <p:nvSpPr>
          <p:cNvPr id="36" name="Oval 15">
            <a:extLst>
              <a:ext uri="{FF2B5EF4-FFF2-40B4-BE49-F238E27FC236}">
                <a16:creationId xmlns:a16="http://schemas.microsoft.com/office/drawing/2014/main" id="{70273C93-BF8E-AB4F-8FE7-5AADF0F96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5438" y="884238"/>
            <a:ext cx="500062" cy="47307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37" name="Oval 9">
            <a:extLst>
              <a:ext uri="{FF2B5EF4-FFF2-40B4-BE49-F238E27FC236}">
                <a16:creationId xmlns:a16="http://schemas.microsoft.com/office/drawing/2014/main" id="{E6AE1351-9359-9C46-A5EF-1F3ED6098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413" y="2716213"/>
            <a:ext cx="498475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8" name="Oval 15">
            <a:extLst>
              <a:ext uri="{FF2B5EF4-FFF2-40B4-BE49-F238E27FC236}">
                <a16:creationId xmlns:a16="http://schemas.microsoft.com/office/drawing/2014/main" id="{A8DC340A-63EC-8A43-B245-3E87E3B87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863" y="2716213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v7</a:t>
            </a:r>
          </a:p>
        </p:txBody>
      </p:sp>
      <p:sp>
        <p:nvSpPr>
          <p:cNvPr id="39" name="Oval 9">
            <a:extLst>
              <a:ext uri="{FF2B5EF4-FFF2-40B4-BE49-F238E27FC236}">
                <a16:creationId xmlns:a16="http://schemas.microsoft.com/office/drawing/2014/main" id="{03B5A300-AE09-FA4F-8D70-39755B959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793875"/>
            <a:ext cx="496888" cy="471488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3</a:t>
            </a:r>
          </a:p>
        </p:txBody>
      </p:sp>
      <p:sp>
        <p:nvSpPr>
          <p:cNvPr id="40" name="Oval 9">
            <a:extLst>
              <a:ext uri="{FF2B5EF4-FFF2-40B4-BE49-F238E27FC236}">
                <a16:creationId xmlns:a16="http://schemas.microsoft.com/office/drawing/2014/main" id="{D61FA7EE-8B97-DC40-B328-D02F62FD9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363" y="1811338"/>
            <a:ext cx="496887" cy="4699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4</a:t>
            </a:r>
          </a:p>
        </p:txBody>
      </p:sp>
      <p:sp>
        <p:nvSpPr>
          <p:cNvPr id="41" name="Oval 15">
            <a:extLst>
              <a:ext uri="{FF2B5EF4-FFF2-40B4-BE49-F238E27FC236}">
                <a16:creationId xmlns:a16="http://schemas.microsoft.com/office/drawing/2014/main" id="{39CBF2D6-B13E-E049-9F94-CF4339F6C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1816100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2" name="Line 13">
            <a:extLst>
              <a:ext uri="{FF2B5EF4-FFF2-40B4-BE49-F238E27FC236}">
                <a16:creationId xmlns:a16="http://schemas.microsoft.com/office/drawing/2014/main" id="{D42F2363-7210-E742-893C-1A1B41C1D78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8338" y="1109663"/>
            <a:ext cx="9382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14">
            <a:extLst>
              <a:ext uri="{FF2B5EF4-FFF2-40B4-BE49-F238E27FC236}">
                <a16:creationId xmlns:a16="http://schemas.microsoft.com/office/drawing/2014/main" id="{68A4884B-1DE4-E14F-B070-225EB64B8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7738" y="2051050"/>
            <a:ext cx="12144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15">
            <a:extLst>
              <a:ext uri="{FF2B5EF4-FFF2-40B4-BE49-F238E27FC236}">
                <a16:creationId xmlns:a16="http://schemas.microsoft.com/office/drawing/2014/main" id="{3E72F70D-AB61-7746-BECC-5D67147A47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16675" y="2033588"/>
            <a:ext cx="1106488" cy="17462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16">
            <a:extLst>
              <a:ext uri="{FF2B5EF4-FFF2-40B4-BE49-F238E27FC236}">
                <a16:creationId xmlns:a16="http://schemas.microsoft.com/office/drawing/2014/main" id="{33D1150E-CC16-5049-810A-20D52546BE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37188" y="2940050"/>
            <a:ext cx="1327150" cy="19050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17">
            <a:extLst>
              <a:ext uri="{FF2B5EF4-FFF2-40B4-BE49-F238E27FC236}">
                <a16:creationId xmlns:a16="http://schemas.microsoft.com/office/drawing/2014/main" id="{2C8FEF39-CFF8-7C44-BC76-3C9BD2B6D2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1265238"/>
            <a:ext cx="646112" cy="593725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18">
            <a:extLst>
              <a:ext uri="{FF2B5EF4-FFF2-40B4-BE49-F238E27FC236}">
                <a16:creationId xmlns:a16="http://schemas.microsoft.com/office/drawing/2014/main" id="{34CD7F80-CC42-724B-A8FF-5B1352C21F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9725" y="2208213"/>
            <a:ext cx="644525" cy="593725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19">
            <a:extLst>
              <a:ext uri="{FF2B5EF4-FFF2-40B4-BE49-F238E27FC236}">
                <a16:creationId xmlns:a16="http://schemas.microsoft.com/office/drawing/2014/main" id="{00C4BABE-D4E6-624C-A352-77808E3BA5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88200" y="2279650"/>
            <a:ext cx="498475" cy="484188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20">
            <a:extLst>
              <a:ext uri="{FF2B5EF4-FFF2-40B4-BE49-F238E27FC236}">
                <a16:creationId xmlns:a16="http://schemas.microsoft.com/office/drawing/2014/main" id="{BB0E5B1E-70E6-3A4F-A382-F141432A8C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75400" y="1355725"/>
            <a:ext cx="498475" cy="517525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21">
            <a:extLst>
              <a:ext uri="{FF2B5EF4-FFF2-40B4-BE49-F238E27FC236}">
                <a16:creationId xmlns:a16="http://schemas.microsoft.com/office/drawing/2014/main" id="{DD3AE105-A3D7-A04A-9576-763E905E7DE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59313" y="2243138"/>
            <a:ext cx="425450" cy="481012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22">
            <a:extLst>
              <a:ext uri="{FF2B5EF4-FFF2-40B4-BE49-F238E27FC236}">
                <a16:creationId xmlns:a16="http://schemas.microsoft.com/office/drawing/2014/main" id="{E384F932-1D4C-E849-B56D-20A02025612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59525" y="2189163"/>
            <a:ext cx="517525" cy="577850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Line 23">
            <a:extLst>
              <a:ext uri="{FF2B5EF4-FFF2-40B4-BE49-F238E27FC236}">
                <a16:creationId xmlns:a16="http://schemas.microsoft.com/office/drawing/2014/main" id="{F7472413-CA1B-4E4D-9A46-2064417A15F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13588" y="1265238"/>
            <a:ext cx="519112" cy="576262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Line 24">
            <a:extLst>
              <a:ext uri="{FF2B5EF4-FFF2-40B4-BE49-F238E27FC236}">
                <a16:creationId xmlns:a16="http://schemas.microsoft.com/office/drawing/2014/main" id="{C5EA87A8-A437-324A-B76A-F72A2C448AA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56263" y="1325563"/>
            <a:ext cx="425450" cy="479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" name="TextBox 74">
            <a:extLst>
              <a:ext uri="{FF2B5EF4-FFF2-40B4-BE49-F238E27FC236}">
                <a16:creationId xmlns:a16="http://schemas.microsoft.com/office/drawing/2014/main" id="{2D7BBEA7-4CFF-A043-9591-D9FBED3EF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8213" y="762000"/>
            <a:ext cx="314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55" name="TextBox 76">
            <a:extLst>
              <a:ext uri="{FF2B5EF4-FFF2-40B4-BE49-F238E27FC236}">
                <a16:creationId xmlns:a16="http://schemas.microsoft.com/office/drawing/2014/main" id="{A247EC96-C3AD-4044-9869-FF983FBB1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1350" y="2432050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5</a:t>
            </a:r>
          </a:p>
        </p:txBody>
      </p:sp>
      <p:sp>
        <p:nvSpPr>
          <p:cNvPr id="56" name="TextBox 77">
            <a:extLst>
              <a:ext uri="{FF2B5EF4-FFF2-40B4-BE49-F238E27FC236}">
                <a16:creationId xmlns:a16="http://schemas.microsoft.com/office/drawing/2014/main" id="{415B0648-67E3-3E46-BBD4-4EA74FADA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75" y="2209800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4</a:t>
            </a:r>
          </a:p>
        </p:txBody>
      </p:sp>
      <p:sp>
        <p:nvSpPr>
          <p:cNvPr id="57" name="TextBox 78">
            <a:extLst>
              <a:ext uri="{FF2B5EF4-FFF2-40B4-BE49-F238E27FC236}">
                <a16:creationId xmlns:a16="http://schemas.microsoft.com/office/drawing/2014/main" id="{A9E816DE-CA23-784B-B8E7-2D9D53440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0013" y="1743075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58" name="TextBox 79">
            <a:extLst>
              <a:ext uri="{FF2B5EF4-FFF2-40B4-BE49-F238E27FC236}">
                <a16:creationId xmlns:a16="http://schemas.microsoft.com/office/drawing/2014/main" id="{48CB5313-3A87-8A40-AD99-A26C91941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3263" y="1306513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59" name="TextBox 80">
            <a:extLst>
              <a:ext uri="{FF2B5EF4-FFF2-40B4-BE49-F238E27FC236}">
                <a16:creationId xmlns:a16="http://schemas.microsoft.com/office/drawing/2014/main" id="{057E95A9-C69A-6B4A-B039-7CE943E33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1393825"/>
            <a:ext cx="300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3</a:t>
            </a:r>
          </a:p>
        </p:txBody>
      </p:sp>
      <p:sp>
        <p:nvSpPr>
          <p:cNvPr id="60" name="TextBox 81">
            <a:extLst>
              <a:ext uri="{FF2B5EF4-FFF2-40B4-BE49-F238E27FC236}">
                <a16:creationId xmlns:a16="http://schemas.microsoft.com/office/drawing/2014/main" id="{72A5C69D-7C85-7C47-8198-2C2306FCD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6400" y="1743075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7</a:t>
            </a:r>
          </a:p>
        </p:txBody>
      </p:sp>
      <p:sp>
        <p:nvSpPr>
          <p:cNvPr id="61" name="TextBox 82">
            <a:extLst>
              <a:ext uri="{FF2B5EF4-FFF2-40B4-BE49-F238E27FC236}">
                <a16:creationId xmlns:a16="http://schemas.microsoft.com/office/drawing/2014/main" id="{931467E1-E94B-9B4D-ABB1-46BAD511A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2513" y="2432050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6</a:t>
            </a:r>
          </a:p>
        </p:txBody>
      </p:sp>
      <p:sp>
        <p:nvSpPr>
          <p:cNvPr id="62" name="TextBox 83">
            <a:extLst>
              <a:ext uri="{FF2B5EF4-FFF2-40B4-BE49-F238E27FC236}">
                <a16:creationId xmlns:a16="http://schemas.microsoft.com/office/drawing/2014/main" id="{87524CB6-A16F-774A-91F9-2BE4D2FF2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2305050"/>
            <a:ext cx="3127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8</a:t>
            </a:r>
          </a:p>
        </p:txBody>
      </p:sp>
      <p:sp>
        <p:nvSpPr>
          <p:cNvPr id="63" name="TextBox 84">
            <a:extLst>
              <a:ext uri="{FF2B5EF4-FFF2-40B4-BE49-F238E27FC236}">
                <a16:creationId xmlns:a16="http://schemas.microsoft.com/office/drawing/2014/main" id="{6E8A6EF9-3719-C24E-AE73-3154CC376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3925" y="1220788"/>
            <a:ext cx="441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10</a:t>
            </a:r>
          </a:p>
        </p:txBody>
      </p:sp>
      <p:sp>
        <p:nvSpPr>
          <p:cNvPr id="64" name="TextBox 70">
            <a:extLst>
              <a:ext uri="{FF2B5EF4-FFF2-40B4-BE49-F238E27FC236}">
                <a16:creationId xmlns:a16="http://schemas.microsoft.com/office/drawing/2014/main" id="{5229748C-3EFB-D94A-A166-5D73C5D3B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6775" y="2895600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1</a:t>
            </a:r>
          </a:p>
        </p:txBody>
      </p:sp>
      <p:sp>
        <p:nvSpPr>
          <p:cNvPr id="65" name="TextBox 71">
            <a:extLst>
              <a:ext uri="{FF2B5EF4-FFF2-40B4-BE49-F238E27FC236}">
                <a16:creationId xmlns:a16="http://schemas.microsoft.com/office/drawing/2014/main" id="{16467449-6F67-0E42-903B-BB5E097DB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6925" y="1322388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4</a:t>
            </a:r>
          </a:p>
        </p:txBody>
      </p:sp>
      <p:graphicFrame>
        <p:nvGraphicFramePr>
          <p:cNvPr id="66" name="Group 246">
            <a:extLst>
              <a:ext uri="{FF2B5EF4-FFF2-40B4-BE49-F238E27FC236}">
                <a16:creationId xmlns:a16="http://schemas.microsoft.com/office/drawing/2014/main" id="{8F0C450A-5154-6648-A6C7-61C748CDDF80}"/>
              </a:ext>
            </a:extLst>
          </p:cNvPr>
          <p:cNvGraphicFramePr>
            <a:graphicFrameLocks noGrp="1"/>
          </p:cNvGraphicFramePr>
          <p:nvPr/>
        </p:nvGraphicFramePr>
        <p:xfrm>
          <a:off x="28575" y="5045075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1,4,2,3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" name="TextBox 82">
            <a:extLst>
              <a:ext uri="{FF2B5EF4-FFF2-40B4-BE49-F238E27FC236}">
                <a16:creationId xmlns:a16="http://schemas.microsoft.com/office/drawing/2014/main" id="{EC265E9E-4CFA-BE4D-84EA-5FF7CAE5C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3513" y="3048000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8" name="TextBox 83">
            <a:extLst>
              <a:ext uri="{FF2B5EF4-FFF2-40B4-BE49-F238E27FC236}">
                <a16:creationId xmlns:a16="http://schemas.microsoft.com/office/drawing/2014/main" id="{31136F5F-C5C8-8E4E-AC25-149CD0B90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69" name="TextBox 84">
            <a:extLst>
              <a:ext uri="{FF2B5EF4-FFF2-40B4-BE49-F238E27FC236}">
                <a16:creationId xmlns:a16="http://schemas.microsoft.com/office/drawing/2014/main" id="{985B240D-4473-C84D-8B4B-E1B8663AB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3048000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0" name="TextBox 85">
            <a:extLst>
              <a:ext uri="{FF2B5EF4-FFF2-40B4-BE49-F238E27FC236}">
                <a16:creationId xmlns:a16="http://schemas.microsoft.com/office/drawing/2014/main" id="{89B9666F-7C1E-984D-B16A-FD55E6FC1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71" name="TextBox 86">
            <a:extLst>
              <a:ext uri="{FF2B5EF4-FFF2-40B4-BE49-F238E27FC236}">
                <a16:creationId xmlns:a16="http://schemas.microsoft.com/office/drawing/2014/main" id="{A7B4D2AA-C915-F04F-97B5-83B167663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25" y="3048000"/>
            <a:ext cx="4714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72" name="TextBox 87">
            <a:extLst>
              <a:ext uri="{FF2B5EF4-FFF2-40B4-BE49-F238E27FC236}">
                <a16:creationId xmlns:a16="http://schemas.microsoft.com/office/drawing/2014/main" id="{09B3223E-FC33-6547-9BB1-F757405D21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73" name="TextBox 88">
            <a:extLst>
              <a:ext uri="{FF2B5EF4-FFF2-40B4-BE49-F238E27FC236}">
                <a16:creationId xmlns:a16="http://schemas.microsoft.com/office/drawing/2014/main" id="{4C103FEA-221F-6B45-881A-FF230E170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0913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7</a:t>
            </a:r>
          </a:p>
        </p:txBody>
      </p:sp>
      <p:graphicFrame>
        <p:nvGraphicFramePr>
          <p:cNvPr id="74" name="Group 275">
            <a:extLst>
              <a:ext uri="{FF2B5EF4-FFF2-40B4-BE49-F238E27FC236}">
                <a16:creationId xmlns:a16="http://schemas.microsoft.com/office/drawing/2014/main" id="{068E84BD-EAEA-9B4C-AF0F-D4A90B5D78CD}"/>
              </a:ext>
            </a:extLst>
          </p:cNvPr>
          <p:cNvGraphicFramePr>
            <a:graphicFrameLocks noGrp="1"/>
          </p:cNvGraphicFramePr>
          <p:nvPr/>
        </p:nvGraphicFramePr>
        <p:xfrm>
          <a:off x="28575" y="4267200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Group 295">
            <a:extLst>
              <a:ext uri="{FF2B5EF4-FFF2-40B4-BE49-F238E27FC236}">
                <a16:creationId xmlns:a16="http://schemas.microsoft.com/office/drawing/2014/main" id="{C67DC6E0-3D31-E44F-A058-BDC897CABD59}"/>
              </a:ext>
            </a:extLst>
          </p:cNvPr>
          <p:cNvGraphicFramePr>
            <a:graphicFrameLocks noGrp="1"/>
          </p:cNvGraphicFramePr>
          <p:nvPr/>
        </p:nvGraphicFramePr>
        <p:xfrm>
          <a:off x="33338" y="4648200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1,4,2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" name="Group 375">
            <a:extLst>
              <a:ext uri="{FF2B5EF4-FFF2-40B4-BE49-F238E27FC236}">
                <a16:creationId xmlns:a16="http://schemas.microsoft.com/office/drawing/2014/main" id="{742DC708-7016-1C4C-B56C-5A38731D3E20}"/>
              </a:ext>
            </a:extLst>
          </p:cNvPr>
          <p:cNvGraphicFramePr>
            <a:graphicFrameLocks noGrp="1"/>
          </p:cNvGraphicFramePr>
          <p:nvPr/>
        </p:nvGraphicFramePr>
        <p:xfrm>
          <a:off x="28575" y="3462338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" name="Group 395">
            <a:extLst>
              <a:ext uri="{FF2B5EF4-FFF2-40B4-BE49-F238E27FC236}">
                <a16:creationId xmlns:a16="http://schemas.microsoft.com/office/drawing/2014/main" id="{73CAA93D-65F3-D44B-AC6C-F1E52D4412ED}"/>
              </a:ext>
            </a:extLst>
          </p:cNvPr>
          <p:cNvGraphicFramePr>
            <a:graphicFrameLocks noGrp="1"/>
          </p:cNvGraphicFramePr>
          <p:nvPr/>
        </p:nvGraphicFramePr>
        <p:xfrm>
          <a:off x="33338" y="3865563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4E1EDDE0-5F17-BD47-BEC7-E92CFFC107DD}"/>
              </a:ext>
            </a:extLst>
          </p:cNvPr>
          <p:cNvGraphicFramePr>
            <a:graphicFrameLocks noGrp="1"/>
          </p:cNvGraphicFramePr>
          <p:nvPr/>
        </p:nvGraphicFramePr>
        <p:xfrm>
          <a:off x="6526213" y="390525"/>
          <a:ext cx="1566861" cy="371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2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2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7</a:t>
                      </a:r>
                      <a:endParaRPr lang="en-US" sz="1800" dirty="0"/>
                    </a:p>
                  </a:txBody>
                  <a:tcPr marL="91400" marR="91400" marT="45798" marB="45798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6</a:t>
                      </a:r>
                      <a:endParaRPr lang="en-US" sz="1800" dirty="0"/>
                    </a:p>
                  </a:txBody>
                  <a:tcPr marL="91400" marR="91400" marT="45798" marB="45798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5</a:t>
                      </a:r>
                      <a:endParaRPr lang="en-US" sz="1800" dirty="0"/>
                    </a:p>
                  </a:txBody>
                  <a:tcPr marL="91400" marR="91400" marT="45798" marB="45798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4014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08F785-E832-D248-B22C-45C37B9DF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5C57C1-5550-EC4B-B1F4-61E02DFB618F}"/>
              </a:ext>
            </a:extLst>
          </p:cNvPr>
          <p:cNvSpPr txBox="1">
            <a:spLocks/>
          </p:cNvSpPr>
          <p:nvPr/>
        </p:nvSpPr>
        <p:spPr bwMode="auto">
          <a:xfrm>
            <a:off x="457200" y="0"/>
            <a:ext cx="7239000" cy="85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Prim Algorithm</a:t>
            </a:r>
          </a:p>
        </p:txBody>
      </p:sp>
      <p:sp>
        <p:nvSpPr>
          <p:cNvPr id="4" name="Oval 9">
            <a:extLst>
              <a:ext uri="{FF2B5EF4-FFF2-40B4-BE49-F238E27FC236}">
                <a16:creationId xmlns:a16="http://schemas.microsoft.com/office/drawing/2014/main" id="{AA0FB6C5-42DE-4447-ABBC-92163608C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163" y="908050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" name="Oval 15">
            <a:extLst>
              <a:ext uri="{FF2B5EF4-FFF2-40B4-BE49-F238E27FC236}">
                <a16:creationId xmlns:a16="http://schemas.microsoft.com/office/drawing/2014/main" id="{A7AFE450-B786-A14C-8CB9-7BB26AFED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912813"/>
            <a:ext cx="500062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BA574AF6-8B73-0A41-8B7B-5B0D46B81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3" y="2743200"/>
            <a:ext cx="49847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621B028E-AAF2-7A4A-B6C0-501AADB4E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2743200"/>
            <a:ext cx="49688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v7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FB5958FB-50F6-354F-A1A5-AA44EDC71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820863"/>
            <a:ext cx="49688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EF2500C6-D360-9E44-BF62-517CB745E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7363" y="1838325"/>
            <a:ext cx="49688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id="{22312E6D-B6D9-1E4C-B6F5-0C60854AE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3113" y="1843088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9522532A-009D-924C-90F4-8D0A6AF298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7338" y="1136650"/>
            <a:ext cx="9382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8DCC2456-98C1-B041-91FA-4065B6A89AA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738" y="2079625"/>
            <a:ext cx="12144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5">
            <a:extLst>
              <a:ext uri="{FF2B5EF4-FFF2-40B4-BE49-F238E27FC236}">
                <a16:creationId xmlns:a16="http://schemas.microsoft.com/office/drawing/2014/main" id="{4A3FB4E1-3C75-9C4A-9083-E90DFF73BC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25675" y="2060575"/>
            <a:ext cx="1106488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76C647A3-2E48-E443-97D2-400360A4CB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46188" y="2967038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2FFA391E-8032-AF42-9E10-25B1C617CF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538" y="1292225"/>
            <a:ext cx="646112" cy="5953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8">
            <a:extLst>
              <a:ext uri="{FF2B5EF4-FFF2-40B4-BE49-F238E27FC236}">
                <a16:creationId xmlns:a16="http://schemas.microsoft.com/office/drawing/2014/main" id="{69C72299-3920-894A-80A0-EB9D8FACBE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28725" y="2235200"/>
            <a:ext cx="644525" cy="5937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9">
            <a:extLst>
              <a:ext uri="{FF2B5EF4-FFF2-40B4-BE49-F238E27FC236}">
                <a16:creationId xmlns:a16="http://schemas.microsoft.com/office/drawing/2014/main" id="{F881FD3C-B08C-1147-98B9-A12DAE6E79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2306638"/>
            <a:ext cx="498475" cy="4857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0">
            <a:extLst>
              <a:ext uri="{FF2B5EF4-FFF2-40B4-BE49-F238E27FC236}">
                <a16:creationId xmlns:a16="http://schemas.microsoft.com/office/drawing/2014/main" id="{95041132-2675-0C49-B616-0F17455512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84400" y="1382713"/>
            <a:ext cx="498475" cy="5175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1">
            <a:extLst>
              <a:ext uri="{FF2B5EF4-FFF2-40B4-BE49-F238E27FC236}">
                <a16:creationId xmlns:a16="http://schemas.microsoft.com/office/drawing/2014/main" id="{C879B932-4D33-3F49-BD27-6FB559A527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8313" y="2271713"/>
            <a:ext cx="425450" cy="479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2">
            <a:extLst>
              <a:ext uri="{FF2B5EF4-FFF2-40B4-BE49-F238E27FC236}">
                <a16:creationId xmlns:a16="http://schemas.microsoft.com/office/drawing/2014/main" id="{6B1882F1-2FFA-9A46-960B-2FA9CC52DDC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68525" y="2217738"/>
            <a:ext cx="517525" cy="5762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3">
            <a:extLst>
              <a:ext uri="{FF2B5EF4-FFF2-40B4-BE49-F238E27FC236}">
                <a16:creationId xmlns:a16="http://schemas.microsoft.com/office/drawing/2014/main" id="{DA511CAC-978C-3344-B368-7EADAD7C673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22588" y="1292225"/>
            <a:ext cx="519112" cy="5762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4">
            <a:extLst>
              <a:ext uri="{FF2B5EF4-FFF2-40B4-BE49-F238E27FC236}">
                <a16:creationId xmlns:a16="http://schemas.microsoft.com/office/drawing/2014/main" id="{9340C095-20DC-2041-8B61-E25D23087E4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65263" y="1352550"/>
            <a:ext cx="425450" cy="4810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1D87E9-8780-204C-B503-51D3D1645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213" y="788988"/>
            <a:ext cx="379412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B46134-1931-D140-B519-46EE17EAD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963863"/>
            <a:ext cx="379412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6DA620-56EF-EA4F-9948-86DA46582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1350963"/>
            <a:ext cx="3778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A0A10B-F4E4-9741-B691-493FF71F7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2460625"/>
            <a:ext cx="379413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86EC10-D5AF-E64D-9C61-F592387CD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75" y="2236788"/>
            <a:ext cx="3794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7089D0-AEA5-4544-BA50-2F5C153FB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013" y="1771650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050C02-CC0E-964D-B6E9-B2B52E35B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888" y="1306513"/>
            <a:ext cx="3778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2EA9A6-18EE-894C-B9E1-D8686B057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3" y="1420813"/>
            <a:ext cx="379412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A3C6D4-ED25-7F47-BEF8-7E41F9B50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400" y="1771650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14B4C3-4CC8-4F4F-8228-D5D0D5D52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1513" y="2460625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A407E6-873F-5C4C-92EB-E33E0DE5A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2332038"/>
            <a:ext cx="3778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47FC3F-E2D4-B546-9CBD-7129E57FD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925" y="1247775"/>
            <a:ext cx="534988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10</a:t>
            </a:r>
          </a:p>
        </p:txBody>
      </p:sp>
      <p:sp>
        <p:nvSpPr>
          <p:cNvPr id="35" name="Oval 9">
            <a:extLst>
              <a:ext uri="{FF2B5EF4-FFF2-40B4-BE49-F238E27FC236}">
                <a16:creationId xmlns:a16="http://schemas.microsoft.com/office/drawing/2014/main" id="{CA5A5D22-1061-7043-A836-A4B56DAA8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163" y="881063"/>
            <a:ext cx="496887" cy="4699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1</a:t>
            </a:r>
          </a:p>
        </p:txBody>
      </p:sp>
      <p:sp>
        <p:nvSpPr>
          <p:cNvPr id="36" name="Oval 15">
            <a:extLst>
              <a:ext uri="{FF2B5EF4-FFF2-40B4-BE49-F238E27FC236}">
                <a16:creationId xmlns:a16="http://schemas.microsoft.com/office/drawing/2014/main" id="{F23916DB-ED1F-E64D-9D36-255E3BAF0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5438" y="884238"/>
            <a:ext cx="500062" cy="47307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37" name="Oval 9">
            <a:extLst>
              <a:ext uri="{FF2B5EF4-FFF2-40B4-BE49-F238E27FC236}">
                <a16:creationId xmlns:a16="http://schemas.microsoft.com/office/drawing/2014/main" id="{1B618059-6F02-AF47-8DC9-877C36E2A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413" y="2716213"/>
            <a:ext cx="498475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8" name="Oval 15">
            <a:extLst>
              <a:ext uri="{FF2B5EF4-FFF2-40B4-BE49-F238E27FC236}">
                <a16:creationId xmlns:a16="http://schemas.microsoft.com/office/drawing/2014/main" id="{E53FAD79-5DD4-1049-B6D5-1F25C19F6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863" y="2716213"/>
            <a:ext cx="496887" cy="4699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v7</a:t>
            </a:r>
          </a:p>
        </p:txBody>
      </p:sp>
      <p:sp>
        <p:nvSpPr>
          <p:cNvPr id="39" name="Oval 9">
            <a:extLst>
              <a:ext uri="{FF2B5EF4-FFF2-40B4-BE49-F238E27FC236}">
                <a16:creationId xmlns:a16="http://schemas.microsoft.com/office/drawing/2014/main" id="{A84E3AB7-DAA4-3747-8A41-D78DBEEF0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793875"/>
            <a:ext cx="496888" cy="471488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3</a:t>
            </a:r>
          </a:p>
        </p:txBody>
      </p:sp>
      <p:sp>
        <p:nvSpPr>
          <p:cNvPr id="40" name="Oval 9">
            <a:extLst>
              <a:ext uri="{FF2B5EF4-FFF2-40B4-BE49-F238E27FC236}">
                <a16:creationId xmlns:a16="http://schemas.microsoft.com/office/drawing/2014/main" id="{66CD0F66-C071-D547-8ADE-CB91E4913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363" y="1811338"/>
            <a:ext cx="496887" cy="4699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4</a:t>
            </a:r>
          </a:p>
        </p:txBody>
      </p:sp>
      <p:sp>
        <p:nvSpPr>
          <p:cNvPr id="41" name="Oval 15">
            <a:extLst>
              <a:ext uri="{FF2B5EF4-FFF2-40B4-BE49-F238E27FC236}">
                <a16:creationId xmlns:a16="http://schemas.microsoft.com/office/drawing/2014/main" id="{C6CDAEB9-6D92-3740-8E57-87C7D4A42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1816100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2" name="Line 13">
            <a:extLst>
              <a:ext uri="{FF2B5EF4-FFF2-40B4-BE49-F238E27FC236}">
                <a16:creationId xmlns:a16="http://schemas.microsoft.com/office/drawing/2014/main" id="{7759CEF2-1F82-554A-9921-0AAFAD9B6D2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8338" y="1109663"/>
            <a:ext cx="9382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14">
            <a:extLst>
              <a:ext uri="{FF2B5EF4-FFF2-40B4-BE49-F238E27FC236}">
                <a16:creationId xmlns:a16="http://schemas.microsoft.com/office/drawing/2014/main" id="{B741239C-2CD3-864B-8569-1DD6A8B34B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7738" y="2051050"/>
            <a:ext cx="12144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15">
            <a:extLst>
              <a:ext uri="{FF2B5EF4-FFF2-40B4-BE49-F238E27FC236}">
                <a16:creationId xmlns:a16="http://schemas.microsoft.com/office/drawing/2014/main" id="{A9D81C13-D89F-D641-B748-AEFBE98F37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16675" y="2033588"/>
            <a:ext cx="1106488" cy="17462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16">
            <a:extLst>
              <a:ext uri="{FF2B5EF4-FFF2-40B4-BE49-F238E27FC236}">
                <a16:creationId xmlns:a16="http://schemas.microsoft.com/office/drawing/2014/main" id="{F3133763-0A0A-B24D-B6B5-D314BE1F1D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37188" y="2940050"/>
            <a:ext cx="1327150" cy="19050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17">
            <a:extLst>
              <a:ext uri="{FF2B5EF4-FFF2-40B4-BE49-F238E27FC236}">
                <a16:creationId xmlns:a16="http://schemas.microsoft.com/office/drawing/2014/main" id="{B39CEBF1-397F-5F48-80C5-591BD2F449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1265238"/>
            <a:ext cx="646112" cy="593725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18">
            <a:extLst>
              <a:ext uri="{FF2B5EF4-FFF2-40B4-BE49-F238E27FC236}">
                <a16:creationId xmlns:a16="http://schemas.microsoft.com/office/drawing/2014/main" id="{19D123A1-B6D2-1C4E-AC99-2E4540097B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9725" y="2208213"/>
            <a:ext cx="644525" cy="593725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19">
            <a:extLst>
              <a:ext uri="{FF2B5EF4-FFF2-40B4-BE49-F238E27FC236}">
                <a16:creationId xmlns:a16="http://schemas.microsoft.com/office/drawing/2014/main" id="{0D9796FC-3D72-9347-8918-6B8E1BC8BB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88200" y="2279650"/>
            <a:ext cx="498475" cy="484188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20">
            <a:extLst>
              <a:ext uri="{FF2B5EF4-FFF2-40B4-BE49-F238E27FC236}">
                <a16:creationId xmlns:a16="http://schemas.microsoft.com/office/drawing/2014/main" id="{28650AE1-E719-9C44-8EB6-CB44B6613A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75400" y="1355725"/>
            <a:ext cx="498475" cy="517525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21">
            <a:extLst>
              <a:ext uri="{FF2B5EF4-FFF2-40B4-BE49-F238E27FC236}">
                <a16:creationId xmlns:a16="http://schemas.microsoft.com/office/drawing/2014/main" id="{2574E598-D89A-4247-BA7D-B4B27D3CD0F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59313" y="2243138"/>
            <a:ext cx="425450" cy="481012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22">
            <a:extLst>
              <a:ext uri="{FF2B5EF4-FFF2-40B4-BE49-F238E27FC236}">
                <a16:creationId xmlns:a16="http://schemas.microsoft.com/office/drawing/2014/main" id="{9B41642B-93CC-B243-93A0-FDDF6E25801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59525" y="2189163"/>
            <a:ext cx="517525" cy="5778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Line 23">
            <a:extLst>
              <a:ext uri="{FF2B5EF4-FFF2-40B4-BE49-F238E27FC236}">
                <a16:creationId xmlns:a16="http://schemas.microsoft.com/office/drawing/2014/main" id="{DF3E2ECE-408F-FF48-B336-29DD00871B8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13588" y="1265238"/>
            <a:ext cx="519112" cy="576262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Line 24">
            <a:extLst>
              <a:ext uri="{FF2B5EF4-FFF2-40B4-BE49-F238E27FC236}">
                <a16:creationId xmlns:a16="http://schemas.microsoft.com/office/drawing/2014/main" id="{420BB19A-C1E8-8142-8C03-32E18DBC850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56263" y="1325563"/>
            <a:ext cx="425450" cy="479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" name="TextBox 74">
            <a:extLst>
              <a:ext uri="{FF2B5EF4-FFF2-40B4-BE49-F238E27FC236}">
                <a16:creationId xmlns:a16="http://schemas.microsoft.com/office/drawing/2014/main" id="{B155E897-7B78-D140-8D4D-63EFFBB3C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8213" y="762000"/>
            <a:ext cx="314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55" name="TextBox 76">
            <a:extLst>
              <a:ext uri="{FF2B5EF4-FFF2-40B4-BE49-F238E27FC236}">
                <a16:creationId xmlns:a16="http://schemas.microsoft.com/office/drawing/2014/main" id="{31615751-D9A6-8045-A1FF-0DB9568C3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1350" y="2432050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5</a:t>
            </a:r>
          </a:p>
        </p:txBody>
      </p:sp>
      <p:sp>
        <p:nvSpPr>
          <p:cNvPr id="56" name="TextBox 77">
            <a:extLst>
              <a:ext uri="{FF2B5EF4-FFF2-40B4-BE49-F238E27FC236}">
                <a16:creationId xmlns:a16="http://schemas.microsoft.com/office/drawing/2014/main" id="{68F4F920-C013-3141-999A-360E688CE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75" y="2209800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57" name="TextBox 78">
            <a:extLst>
              <a:ext uri="{FF2B5EF4-FFF2-40B4-BE49-F238E27FC236}">
                <a16:creationId xmlns:a16="http://schemas.microsoft.com/office/drawing/2014/main" id="{A37C23D4-957B-7A42-8A47-F78790DB9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0013" y="1743075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58" name="TextBox 79">
            <a:extLst>
              <a:ext uri="{FF2B5EF4-FFF2-40B4-BE49-F238E27FC236}">
                <a16:creationId xmlns:a16="http://schemas.microsoft.com/office/drawing/2014/main" id="{2B575091-CBD5-3448-93B3-ECECFACDB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3263" y="1306513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59" name="TextBox 80">
            <a:extLst>
              <a:ext uri="{FF2B5EF4-FFF2-40B4-BE49-F238E27FC236}">
                <a16:creationId xmlns:a16="http://schemas.microsoft.com/office/drawing/2014/main" id="{D90F27A9-6358-6948-B7E5-307C1C00B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1393825"/>
            <a:ext cx="300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3</a:t>
            </a:r>
          </a:p>
        </p:txBody>
      </p:sp>
      <p:sp>
        <p:nvSpPr>
          <p:cNvPr id="60" name="TextBox 81">
            <a:extLst>
              <a:ext uri="{FF2B5EF4-FFF2-40B4-BE49-F238E27FC236}">
                <a16:creationId xmlns:a16="http://schemas.microsoft.com/office/drawing/2014/main" id="{DCAE776E-B9F7-4C44-8E09-C29F8C523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6400" y="1743075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7</a:t>
            </a:r>
          </a:p>
        </p:txBody>
      </p:sp>
      <p:sp>
        <p:nvSpPr>
          <p:cNvPr id="61" name="TextBox 82">
            <a:extLst>
              <a:ext uri="{FF2B5EF4-FFF2-40B4-BE49-F238E27FC236}">
                <a16:creationId xmlns:a16="http://schemas.microsoft.com/office/drawing/2014/main" id="{0E966BB4-CD7C-6D44-9289-081183D3D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2513" y="2432050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6</a:t>
            </a:r>
          </a:p>
        </p:txBody>
      </p:sp>
      <p:sp>
        <p:nvSpPr>
          <p:cNvPr id="62" name="TextBox 83">
            <a:extLst>
              <a:ext uri="{FF2B5EF4-FFF2-40B4-BE49-F238E27FC236}">
                <a16:creationId xmlns:a16="http://schemas.microsoft.com/office/drawing/2014/main" id="{FA5C246D-9439-6546-B4D7-30BC93062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2305050"/>
            <a:ext cx="3127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8</a:t>
            </a:r>
          </a:p>
        </p:txBody>
      </p:sp>
      <p:sp>
        <p:nvSpPr>
          <p:cNvPr id="63" name="TextBox 84">
            <a:extLst>
              <a:ext uri="{FF2B5EF4-FFF2-40B4-BE49-F238E27FC236}">
                <a16:creationId xmlns:a16="http://schemas.microsoft.com/office/drawing/2014/main" id="{109749E8-AE78-064D-A7F3-D46C51223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3925" y="1220788"/>
            <a:ext cx="441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10</a:t>
            </a:r>
          </a:p>
        </p:txBody>
      </p:sp>
      <p:sp>
        <p:nvSpPr>
          <p:cNvPr id="64" name="TextBox 71">
            <a:extLst>
              <a:ext uri="{FF2B5EF4-FFF2-40B4-BE49-F238E27FC236}">
                <a16:creationId xmlns:a16="http://schemas.microsoft.com/office/drawing/2014/main" id="{747ED97C-D65B-4B48-849A-D4B84ADC9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6775" y="2895600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1</a:t>
            </a:r>
          </a:p>
        </p:txBody>
      </p:sp>
      <p:sp>
        <p:nvSpPr>
          <p:cNvPr id="65" name="TextBox 85">
            <a:extLst>
              <a:ext uri="{FF2B5EF4-FFF2-40B4-BE49-F238E27FC236}">
                <a16:creationId xmlns:a16="http://schemas.microsoft.com/office/drawing/2014/main" id="{078AFBF0-40D3-844D-9F74-256B49A46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6925" y="1322388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4</a:t>
            </a:r>
          </a:p>
        </p:txBody>
      </p:sp>
      <p:graphicFrame>
        <p:nvGraphicFramePr>
          <p:cNvPr id="66" name="Group 315">
            <a:extLst>
              <a:ext uri="{FF2B5EF4-FFF2-40B4-BE49-F238E27FC236}">
                <a16:creationId xmlns:a16="http://schemas.microsoft.com/office/drawing/2014/main" id="{9DDE80D0-7FE4-A94F-ACB6-DF20BDB50C21}"/>
              </a:ext>
            </a:extLst>
          </p:cNvPr>
          <p:cNvGraphicFramePr>
            <a:graphicFrameLocks noGrp="1"/>
          </p:cNvGraphicFramePr>
          <p:nvPr/>
        </p:nvGraphicFramePr>
        <p:xfrm>
          <a:off x="33338" y="5410200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1,4,2,3,7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" name="TextBox 86">
            <a:extLst>
              <a:ext uri="{FF2B5EF4-FFF2-40B4-BE49-F238E27FC236}">
                <a16:creationId xmlns:a16="http://schemas.microsoft.com/office/drawing/2014/main" id="{2AFFF46E-3C13-E448-B86D-6E058B692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3513" y="3048000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8" name="TextBox 87">
            <a:extLst>
              <a:ext uri="{FF2B5EF4-FFF2-40B4-BE49-F238E27FC236}">
                <a16:creationId xmlns:a16="http://schemas.microsoft.com/office/drawing/2014/main" id="{A40FC500-9BDD-5A46-9ED5-071C5A980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69" name="TextBox 88">
            <a:extLst>
              <a:ext uri="{FF2B5EF4-FFF2-40B4-BE49-F238E27FC236}">
                <a16:creationId xmlns:a16="http://schemas.microsoft.com/office/drawing/2014/main" id="{C1CFE3E0-42AB-BE41-B0D6-B287FC31C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3048000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0" name="TextBox 89">
            <a:extLst>
              <a:ext uri="{FF2B5EF4-FFF2-40B4-BE49-F238E27FC236}">
                <a16:creationId xmlns:a16="http://schemas.microsoft.com/office/drawing/2014/main" id="{0C744447-F8D0-1947-9A6B-1D2B3EAA7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71" name="TextBox 90">
            <a:extLst>
              <a:ext uri="{FF2B5EF4-FFF2-40B4-BE49-F238E27FC236}">
                <a16:creationId xmlns:a16="http://schemas.microsoft.com/office/drawing/2014/main" id="{B086D7E7-2064-1A45-92E0-A464A638B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25" y="3048000"/>
            <a:ext cx="4714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72" name="TextBox 91">
            <a:extLst>
              <a:ext uri="{FF2B5EF4-FFF2-40B4-BE49-F238E27FC236}">
                <a16:creationId xmlns:a16="http://schemas.microsoft.com/office/drawing/2014/main" id="{FA78F2BF-3DE9-0C41-AD97-005BBD419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73" name="TextBox 92">
            <a:extLst>
              <a:ext uri="{FF2B5EF4-FFF2-40B4-BE49-F238E27FC236}">
                <a16:creationId xmlns:a16="http://schemas.microsoft.com/office/drawing/2014/main" id="{326DA022-10D4-1442-95EA-784A3F6C7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0913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7</a:t>
            </a:r>
          </a:p>
        </p:txBody>
      </p:sp>
      <p:graphicFrame>
        <p:nvGraphicFramePr>
          <p:cNvPr id="74" name="Group 246">
            <a:extLst>
              <a:ext uri="{FF2B5EF4-FFF2-40B4-BE49-F238E27FC236}">
                <a16:creationId xmlns:a16="http://schemas.microsoft.com/office/drawing/2014/main" id="{A90DF977-E5FD-C040-A100-6B2B36B764A0}"/>
              </a:ext>
            </a:extLst>
          </p:cNvPr>
          <p:cNvGraphicFramePr>
            <a:graphicFrameLocks noGrp="1"/>
          </p:cNvGraphicFramePr>
          <p:nvPr/>
        </p:nvGraphicFramePr>
        <p:xfrm>
          <a:off x="28575" y="5045075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1,4,2,3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Group 275">
            <a:extLst>
              <a:ext uri="{FF2B5EF4-FFF2-40B4-BE49-F238E27FC236}">
                <a16:creationId xmlns:a16="http://schemas.microsoft.com/office/drawing/2014/main" id="{F501D73A-ADBC-DF40-942D-8FFB030D6C3F}"/>
              </a:ext>
            </a:extLst>
          </p:cNvPr>
          <p:cNvGraphicFramePr>
            <a:graphicFrameLocks noGrp="1"/>
          </p:cNvGraphicFramePr>
          <p:nvPr/>
        </p:nvGraphicFramePr>
        <p:xfrm>
          <a:off x="28575" y="4267200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" name="Group 295">
            <a:extLst>
              <a:ext uri="{FF2B5EF4-FFF2-40B4-BE49-F238E27FC236}">
                <a16:creationId xmlns:a16="http://schemas.microsoft.com/office/drawing/2014/main" id="{849A3029-3188-984E-B34E-43053AA21A47}"/>
              </a:ext>
            </a:extLst>
          </p:cNvPr>
          <p:cNvGraphicFramePr>
            <a:graphicFrameLocks noGrp="1"/>
          </p:cNvGraphicFramePr>
          <p:nvPr/>
        </p:nvGraphicFramePr>
        <p:xfrm>
          <a:off x="33338" y="4648200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1,4,2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" name="Group 375">
            <a:extLst>
              <a:ext uri="{FF2B5EF4-FFF2-40B4-BE49-F238E27FC236}">
                <a16:creationId xmlns:a16="http://schemas.microsoft.com/office/drawing/2014/main" id="{6BE1425E-C1CB-9F4F-98CC-0FEC3BCE8754}"/>
              </a:ext>
            </a:extLst>
          </p:cNvPr>
          <p:cNvGraphicFramePr>
            <a:graphicFrameLocks noGrp="1"/>
          </p:cNvGraphicFramePr>
          <p:nvPr/>
        </p:nvGraphicFramePr>
        <p:xfrm>
          <a:off x="28575" y="3462338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" name="Group 395">
            <a:extLst>
              <a:ext uri="{FF2B5EF4-FFF2-40B4-BE49-F238E27FC236}">
                <a16:creationId xmlns:a16="http://schemas.microsoft.com/office/drawing/2014/main" id="{38E09F7D-8391-7A4C-B61A-9707B95A6D74}"/>
              </a:ext>
            </a:extLst>
          </p:cNvPr>
          <p:cNvGraphicFramePr>
            <a:graphicFrameLocks noGrp="1"/>
          </p:cNvGraphicFramePr>
          <p:nvPr/>
        </p:nvGraphicFramePr>
        <p:xfrm>
          <a:off x="33338" y="3865563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0" name="Table 79">
            <a:extLst>
              <a:ext uri="{FF2B5EF4-FFF2-40B4-BE49-F238E27FC236}">
                <a16:creationId xmlns:a16="http://schemas.microsoft.com/office/drawing/2014/main" id="{4AFC6929-F5CA-C64A-9151-32689064410C}"/>
              </a:ext>
            </a:extLst>
          </p:cNvPr>
          <p:cNvGraphicFramePr>
            <a:graphicFrameLocks noGrp="1"/>
          </p:cNvGraphicFramePr>
          <p:nvPr/>
        </p:nvGraphicFramePr>
        <p:xfrm>
          <a:off x="7048500" y="390525"/>
          <a:ext cx="1044576" cy="371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2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6</a:t>
                      </a:r>
                      <a:endParaRPr lang="en-US" sz="1800" dirty="0"/>
                    </a:p>
                  </a:txBody>
                  <a:tcPr marL="91400" marR="91400" marT="45798" marB="45798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5</a:t>
                      </a:r>
                      <a:endParaRPr lang="en-US" sz="1800" dirty="0"/>
                    </a:p>
                  </a:txBody>
                  <a:tcPr marL="91400" marR="91400" marT="45798" marB="45798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5990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A289B6-CDB9-424D-92F8-B92990F51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863BC8-DE67-AA44-93AD-30DF3956AF89}"/>
              </a:ext>
            </a:extLst>
          </p:cNvPr>
          <p:cNvSpPr txBox="1">
            <a:spLocks/>
          </p:cNvSpPr>
          <p:nvPr/>
        </p:nvSpPr>
        <p:spPr bwMode="auto">
          <a:xfrm>
            <a:off x="457200" y="0"/>
            <a:ext cx="7239000" cy="85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Prim Algorithm</a:t>
            </a:r>
          </a:p>
        </p:txBody>
      </p:sp>
      <p:sp>
        <p:nvSpPr>
          <p:cNvPr id="4" name="Oval 9">
            <a:extLst>
              <a:ext uri="{FF2B5EF4-FFF2-40B4-BE49-F238E27FC236}">
                <a16:creationId xmlns:a16="http://schemas.microsoft.com/office/drawing/2014/main" id="{68C2B1AC-CB6C-A441-97AF-C741050ED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163" y="908050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" name="Oval 15">
            <a:extLst>
              <a:ext uri="{FF2B5EF4-FFF2-40B4-BE49-F238E27FC236}">
                <a16:creationId xmlns:a16="http://schemas.microsoft.com/office/drawing/2014/main" id="{39D88950-21F9-0846-A4D1-3E5E758B9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912813"/>
            <a:ext cx="500062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D4470C92-51AF-484A-ACFC-1773FF105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3" y="2743200"/>
            <a:ext cx="49847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4D58FB3A-A1A0-B943-8BDF-044AD8D3B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2743200"/>
            <a:ext cx="49688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v7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EE9273E3-CAFA-9944-B5F0-FADA2001A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820863"/>
            <a:ext cx="49688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3E22B5DE-4C47-D64A-BE72-A899CAB7E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7363" y="1838325"/>
            <a:ext cx="49688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id="{812E0B0F-72A5-2343-A15F-5B2B5CB9E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3113" y="1843088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BD90D841-52EA-694C-BCCB-A2FC30F695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7338" y="1136650"/>
            <a:ext cx="9382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D62E19EC-7727-E14C-A1C1-0EA7421C26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738" y="2079625"/>
            <a:ext cx="12144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5">
            <a:extLst>
              <a:ext uri="{FF2B5EF4-FFF2-40B4-BE49-F238E27FC236}">
                <a16:creationId xmlns:a16="http://schemas.microsoft.com/office/drawing/2014/main" id="{BBEC6FD1-6276-EA48-A718-D3CD73DC6C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25675" y="2060575"/>
            <a:ext cx="1106488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27B2C6B0-3E9D-4B4E-8C1E-17925A181B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46188" y="2967038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BD6B6078-4569-504B-B21F-676A0904F1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538" y="1292225"/>
            <a:ext cx="646112" cy="5953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8">
            <a:extLst>
              <a:ext uri="{FF2B5EF4-FFF2-40B4-BE49-F238E27FC236}">
                <a16:creationId xmlns:a16="http://schemas.microsoft.com/office/drawing/2014/main" id="{E4FC489A-70D7-4041-8C4F-69B9BFDDDF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28725" y="2235200"/>
            <a:ext cx="644525" cy="5937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9">
            <a:extLst>
              <a:ext uri="{FF2B5EF4-FFF2-40B4-BE49-F238E27FC236}">
                <a16:creationId xmlns:a16="http://schemas.microsoft.com/office/drawing/2014/main" id="{EDD31076-8571-3E4F-9126-9396CB0DB6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2306638"/>
            <a:ext cx="498475" cy="4857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0">
            <a:extLst>
              <a:ext uri="{FF2B5EF4-FFF2-40B4-BE49-F238E27FC236}">
                <a16:creationId xmlns:a16="http://schemas.microsoft.com/office/drawing/2014/main" id="{FAAE2D69-ED96-F54B-AEDA-B8ADD45EA7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84400" y="1382713"/>
            <a:ext cx="498475" cy="5175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1">
            <a:extLst>
              <a:ext uri="{FF2B5EF4-FFF2-40B4-BE49-F238E27FC236}">
                <a16:creationId xmlns:a16="http://schemas.microsoft.com/office/drawing/2014/main" id="{98D6B2B0-BDD2-EE42-A828-F348F05EA2F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8313" y="2271713"/>
            <a:ext cx="425450" cy="479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2">
            <a:extLst>
              <a:ext uri="{FF2B5EF4-FFF2-40B4-BE49-F238E27FC236}">
                <a16:creationId xmlns:a16="http://schemas.microsoft.com/office/drawing/2014/main" id="{5733FDB1-EA69-2D47-9BCF-1E30602A10E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68525" y="2217738"/>
            <a:ext cx="517525" cy="5762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3">
            <a:extLst>
              <a:ext uri="{FF2B5EF4-FFF2-40B4-BE49-F238E27FC236}">
                <a16:creationId xmlns:a16="http://schemas.microsoft.com/office/drawing/2014/main" id="{FF2FB943-456A-C34A-B589-2E3B8617F67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22588" y="1292225"/>
            <a:ext cx="519112" cy="5762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4">
            <a:extLst>
              <a:ext uri="{FF2B5EF4-FFF2-40B4-BE49-F238E27FC236}">
                <a16:creationId xmlns:a16="http://schemas.microsoft.com/office/drawing/2014/main" id="{66810440-11B8-2540-A21F-126A263BF65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65263" y="1352550"/>
            <a:ext cx="425450" cy="4810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D9162C-B5C7-9E41-9F35-3F3972A06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213" y="788988"/>
            <a:ext cx="379412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03AB35-9CE0-E341-88AD-23BA7B02D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963863"/>
            <a:ext cx="379412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48BA16-3A32-6744-BA23-E2B048081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1350963"/>
            <a:ext cx="3778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21E09A-5D62-584F-B18C-A631AA446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2460625"/>
            <a:ext cx="379413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30B2C8-2D6A-6A40-A7D4-B53B970BB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75" y="2236788"/>
            <a:ext cx="3794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E03624-C83A-5345-A029-6885E9773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013" y="1771650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87717B-F0E5-BE4C-9E63-D17689BF0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888" y="1306513"/>
            <a:ext cx="3778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DC7E07-658A-874F-9964-5499F7F94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3" y="1420813"/>
            <a:ext cx="379412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DEB2DD-2963-654C-AADE-DD47F1B6C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400" y="1771650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9A158D-BF9A-4346-9EA7-0ACC96C0A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1513" y="2460625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0528E0-BCF5-7D43-ACB7-5B2C9111D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2332038"/>
            <a:ext cx="3778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B7A42A-835F-A449-AB96-9B580F9F8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925" y="1247775"/>
            <a:ext cx="534988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10</a:t>
            </a:r>
          </a:p>
        </p:txBody>
      </p:sp>
      <p:sp>
        <p:nvSpPr>
          <p:cNvPr id="35" name="Oval 9">
            <a:extLst>
              <a:ext uri="{FF2B5EF4-FFF2-40B4-BE49-F238E27FC236}">
                <a16:creationId xmlns:a16="http://schemas.microsoft.com/office/drawing/2014/main" id="{1ACDC5FB-5A82-9D40-8ECA-6DCD125DF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163" y="881063"/>
            <a:ext cx="496887" cy="4699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1</a:t>
            </a:r>
          </a:p>
        </p:txBody>
      </p:sp>
      <p:sp>
        <p:nvSpPr>
          <p:cNvPr id="36" name="Oval 15">
            <a:extLst>
              <a:ext uri="{FF2B5EF4-FFF2-40B4-BE49-F238E27FC236}">
                <a16:creationId xmlns:a16="http://schemas.microsoft.com/office/drawing/2014/main" id="{0577A06C-707F-7C41-A760-5B9886210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5438" y="884238"/>
            <a:ext cx="500062" cy="47307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37" name="Oval 9">
            <a:extLst>
              <a:ext uri="{FF2B5EF4-FFF2-40B4-BE49-F238E27FC236}">
                <a16:creationId xmlns:a16="http://schemas.microsoft.com/office/drawing/2014/main" id="{7397B7B2-2157-FE4F-9178-565FE959B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413" y="2716213"/>
            <a:ext cx="498475" cy="4699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6</a:t>
            </a:r>
          </a:p>
        </p:txBody>
      </p:sp>
      <p:sp>
        <p:nvSpPr>
          <p:cNvPr id="38" name="Oval 15">
            <a:extLst>
              <a:ext uri="{FF2B5EF4-FFF2-40B4-BE49-F238E27FC236}">
                <a16:creationId xmlns:a16="http://schemas.microsoft.com/office/drawing/2014/main" id="{006A179C-63A3-794C-ABF4-07BE81EAD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863" y="2716213"/>
            <a:ext cx="496887" cy="4699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v7</a:t>
            </a:r>
          </a:p>
        </p:txBody>
      </p:sp>
      <p:sp>
        <p:nvSpPr>
          <p:cNvPr id="39" name="Oval 9">
            <a:extLst>
              <a:ext uri="{FF2B5EF4-FFF2-40B4-BE49-F238E27FC236}">
                <a16:creationId xmlns:a16="http://schemas.microsoft.com/office/drawing/2014/main" id="{7FD11E1D-5A91-4A44-A614-D0F629933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793875"/>
            <a:ext cx="496888" cy="471488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3</a:t>
            </a:r>
          </a:p>
        </p:txBody>
      </p:sp>
      <p:sp>
        <p:nvSpPr>
          <p:cNvPr id="40" name="Oval 9">
            <a:extLst>
              <a:ext uri="{FF2B5EF4-FFF2-40B4-BE49-F238E27FC236}">
                <a16:creationId xmlns:a16="http://schemas.microsoft.com/office/drawing/2014/main" id="{7ED5FB89-EAD0-5C40-B29C-69B9E00DD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363" y="1811338"/>
            <a:ext cx="496887" cy="4699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4</a:t>
            </a:r>
          </a:p>
        </p:txBody>
      </p:sp>
      <p:sp>
        <p:nvSpPr>
          <p:cNvPr id="41" name="Oval 15">
            <a:extLst>
              <a:ext uri="{FF2B5EF4-FFF2-40B4-BE49-F238E27FC236}">
                <a16:creationId xmlns:a16="http://schemas.microsoft.com/office/drawing/2014/main" id="{5CE88ACA-7E41-CE45-83C4-9D2DF27D3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1816100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2" name="Line 13">
            <a:extLst>
              <a:ext uri="{FF2B5EF4-FFF2-40B4-BE49-F238E27FC236}">
                <a16:creationId xmlns:a16="http://schemas.microsoft.com/office/drawing/2014/main" id="{EC1536E1-1B08-634F-999F-C4F1A8F9E1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8338" y="1109663"/>
            <a:ext cx="9382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14">
            <a:extLst>
              <a:ext uri="{FF2B5EF4-FFF2-40B4-BE49-F238E27FC236}">
                <a16:creationId xmlns:a16="http://schemas.microsoft.com/office/drawing/2014/main" id="{E1651457-1B08-9B44-A5C6-072CFBE379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7738" y="2051050"/>
            <a:ext cx="12144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15">
            <a:extLst>
              <a:ext uri="{FF2B5EF4-FFF2-40B4-BE49-F238E27FC236}">
                <a16:creationId xmlns:a16="http://schemas.microsoft.com/office/drawing/2014/main" id="{F5014D4C-C998-9345-A3C1-E7C6D877AD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16675" y="2033588"/>
            <a:ext cx="1106488" cy="17462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16">
            <a:extLst>
              <a:ext uri="{FF2B5EF4-FFF2-40B4-BE49-F238E27FC236}">
                <a16:creationId xmlns:a16="http://schemas.microsoft.com/office/drawing/2014/main" id="{48517E90-8368-684E-A285-FE4F67B47A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37188" y="2940050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17">
            <a:extLst>
              <a:ext uri="{FF2B5EF4-FFF2-40B4-BE49-F238E27FC236}">
                <a16:creationId xmlns:a16="http://schemas.microsoft.com/office/drawing/2014/main" id="{2976E33D-73B6-2543-89EE-B5E0F0DD10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1265238"/>
            <a:ext cx="646112" cy="593725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18">
            <a:extLst>
              <a:ext uri="{FF2B5EF4-FFF2-40B4-BE49-F238E27FC236}">
                <a16:creationId xmlns:a16="http://schemas.microsoft.com/office/drawing/2014/main" id="{601E122D-EA7D-CB4F-8B1C-B22F1D1258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9725" y="2208213"/>
            <a:ext cx="644525" cy="593725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19">
            <a:extLst>
              <a:ext uri="{FF2B5EF4-FFF2-40B4-BE49-F238E27FC236}">
                <a16:creationId xmlns:a16="http://schemas.microsoft.com/office/drawing/2014/main" id="{0D55DC1E-C30E-A34C-8765-C25BAF8DE9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88200" y="2279650"/>
            <a:ext cx="498475" cy="484188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20">
            <a:extLst>
              <a:ext uri="{FF2B5EF4-FFF2-40B4-BE49-F238E27FC236}">
                <a16:creationId xmlns:a16="http://schemas.microsoft.com/office/drawing/2014/main" id="{1A5FCC06-3900-804F-805D-669147DFD4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75400" y="1355725"/>
            <a:ext cx="498475" cy="517525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21">
            <a:extLst>
              <a:ext uri="{FF2B5EF4-FFF2-40B4-BE49-F238E27FC236}">
                <a16:creationId xmlns:a16="http://schemas.microsoft.com/office/drawing/2014/main" id="{F3C4057D-50BC-E94E-AE57-FEE48941803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59313" y="2243138"/>
            <a:ext cx="425450" cy="481012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22">
            <a:extLst>
              <a:ext uri="{FF2B5EF4-FFF2-40B4-BE49-F238E27FC236}">
                <a16:creationId xmlns:a16="http://schemas.microsoft.com/office/drawing/2014/main" id="{20A870A3-081B-3340-BF41-3C363F7EEAB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59525" y="2189163"/>
            <a:ext cx="517525" cy="5778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Line 23">
            <a:extLst>
              <a:ext uri="{FF2B5EF4-FFF2-40B4-BE49-F238E27FC236}">
                <a16:creationId xmlns:a16="http://schemas.microsoft.com/office/drawing/2014/main" id="{7313E5E3-405B-4F4C-A2B6-BB8A0F1AB85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13588" y="1265238"/>
            <a:ext cx="519112" cy="576262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Line 24">
            <a:extLst>
              <a:ext uri="{FF2B5EF4-FFF2-40B4-BE49-F238E27FC236}">
                <a16:creationId xmlns:a16="http://schemas.microsoft.com/office/drawing/2014/main" id="{AF9D3657-D9FF-4B4D-9CD8-56697E18851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56263" y="1325563"/>
            <a:ext cx="425450" cy="479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" name="TextBox 74">
            <a:extLst>
              <a:ext uri="{FF2B5EF4-FFF2-40B4-BE49-F238E27FC236}">
                <a16:creationId xmlns:a16="http://schemas.microsoft.com/office/drawing/2014/main" id="{EF1597F2-B20A-7A4A-90CB-159AB43BF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8213" y="762000"/>
            <a:ext cx="314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55" name="TextBox 76">
            <a:extLst>
              <a:ext uri="{FF2B5EF4-FFF2-40B4-BE49-F238E27FC236}">
                <a16:creationId xmlns:a16="http://schemas.microsoft.com/office/drawing/2014/main" id="{B72F74FF-4B7A-6349-A746-AD6A3FC79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1350" y="2432050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5</a:t>
            </a:r>
          </a:p>
        </p:txBody>
      </p:sp>
      <p:sp>
        <p:nvSpPr>
          <p:cNvPr id="56" name="TextBox 77">
            <a:extLst>
              <a:ext uri="{FF2B5EF4-FFF2-40B4-BE49-F238E27FC236}">
                <a16:creationId xmlns:a16="http://schemas.microsoft.com/office/drawing/2014/main" id="{B036E132-EE49-0941-AE94-ED26C4D3C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75" y="2209800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57" name="TextBox 78">
            <a:extLst>
              <a:ext uri="{FF2B5EF4-FFF2-40B4-BE49-F238E27FC236}">
                <a16:creationId xmlns:a16="http://schemas.microsoft.com/office/drawing/2014/main" id="{091A38C8-4B5F-AB40-8653-E1C25212A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0013" y="1743075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58" name="TextBox 79">
            <a:extLst>
              <a:ext uri="{FF2B5EF4-FFF2-40B4-BE49-F238E27FC236}">
                <a16:creationId xmlns:a16="http://schemas.microsoft.com/office/drawing/2014/main" id="{F949956B-590A-D74E-ADF0-FDE29EA10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3263" y="1306513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59" name="TextBox 80">
            <a:extLst>
              <a:ext uri="{FF2B5EF4-FFF2-40B4-BE49-F238E27FC236}">
                <a16:creationId xmlns:a16="http://schemas.microsoft.com/office/drawing/2014/main" id="{0069D28E-2B97-4A40-986B-5C8AF298D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1393825"/>
            <a:ext cx="300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3</a:t>
            </a:r>
          </a:p>
        </p:txBody>
      </p:sp>
      <p:sp>
        <p:nvSpPr>
          <p:cNvPr id="60" name="TextBox 81">
            <a:extLst>
              <a:ext uri="{FF2B5EF4-FFF2-40B4-BE49-F238E27FC236}">
                <a16:creationId xmlns:a16="http://schemas.microsoft.com/office/drawing/2014/main" id="{709FB591-4794-2D4C-A2A2-139EDE7D7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6400" y="1743075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7</a:t>
            </a:r>
          </a:p>
        </p:txBody>
      </p:sp>
      <p:sp>
        <p:nvSpPr>
          <p:cNvPr id="61" name="TextBox 82">
            <a:extLst>
              <a:ext uri="{FF2B5EF4-FFF2-40B4-BE49-F238E27FC236}">
                <a16:creationId xmlns:a16="http://schemas.microsoft.com/office/drawing/2014/main" id="{516FCEA7-B67F-0946-A047-67E1FF630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2513" y="2432050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6</a:t>
            </a:r>
          </a:p>
        </p:txBody>
      </p:sp>
      <p:sp>
        <p:nvSpPr>
          <p:cNvPr id="62" name="TextBox 83">
            <a:extLst>
              <a:ext uri="{FF2B5EF4-FFF2-40B4-BE49-F238E27FC236}">
                <a16:creationId xmlns:a16="http://schemas.microsoft.com/office/drawing/2014/main" id="{AAA979DA-3EDD-BD46-B2C3-FA55580EA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2305050"/>
            <a:ext cx="3127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8</a:t>
            </a:r>
          </a:p>
        </p:txBody>
      </p:sp>
      <p:sp>
        <p:nvSpPr>
          <p:cNvPr id="63" name="TextBox 84">
            <a:extLst>
              <a:ext uri="{FF2B5EF4-FFF2-40B4-BE49-F238E27FC236}">
                <a16:creationId xmlns:a16="http://schemas.microsoft.com/office/drawing/2014/main" id="{F4D4A55C-1ABF-BF43-84D0-AF49CD876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3925" y="1220788"/>
            <a:ext cx="441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10</a:t>
            </a:r>
          </a:p>
        </p:txBody>
      </p:sp>
      <p:sp>
        <p:nvSpPr>
          <p:cNvPr id="64" name="TextBox 71">
            <a:extLst>
              <a:ext uri="{FF2B5EF4-FFF2-40B4-BE49-F238E27FC236}">
                <a16:creationId xmlns:a16="http://schemas.microsoft.com/office/drawing/2014/main" id="{CCD44242-F133-EB4D-AE07-F9C9BD217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6775" y="2895600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65" name="TextBox 85">
            <a:extLst>
              <a:ext uri="{FF2B5EF4-FFF2-40B4-BE49-F238E27FC236}">
                <a16:creationId xmlns:a16="http://schemas.microsoft.com/office/drawing/2014/main" id="{ADFD7686-595C-8F4D-9F70-3300D33D1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6925" y="1322388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4</a:t>
            </a:r>
          </a:p>
        </p:txBody>
      </p:sp>
      <p:graphicFrame>
        <p:nvGraphicFramePr>
          <p:cNvPr id="66" name="Group 335">
            <a:extLst>
              <a:ext uri="{FF2B5EF4-FFF2-40B4-BE49-F238E27FC236}">
                <a16:creationId xmlns:a16="http://schemas.microsoft.com/office/drawing/2014/main" id="{0E90F224-9942-5E4D-8A26-54ABCEC84755}"/>
              </a:ext>
            </a:extLst>
          </p:cNvPr>
          <p:cNvGraphicFramePr>
            <a:graphicFrameLocks noGrp="1"/>
          </p:cNvGraphicFramePr>
          <p:nvPr/>
        </p:nvGraphicFramePr>
        <p:xfrm>
          <a:off x="33338" y="5805488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1,4,2,3,7,6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" name="TextBox 87">
            <a:extLst>
              <a:ext uri="{FF2B5EF4-FFF2-40B4-BE49-F238E27FC236}">
                <a16:creationId xmlns:a16="http://schemas.microsoft.com/office/drawing/2014/main" id="{AE593D58-8E55-6C49-A31D-A5D374B01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3513" y="3048000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8" name="TextBox 88">
            <a:extLst>
              <a:ext uri="{FF2B5EF4-FFF2-40B4-BE49-F238E27FC236}">
                <a16:creationId xmlns:a16="http://schemas.microsoft.com/office/drawing/2014/main" id="{852FB997-435D-8B45-82FD-A3960E6C8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69" name="TextBox 89">
            <a:extLst>
              <a:ext uri="{FF2B5EF4-FFF2-40B4-BE49-F238E27FC236}">
                <a16:creationId xmlns:a16="http://schemas.microsoft.com/office/drawing/2014/main" id="{1372958D-74E2-8B4E-A013-FB6D04B52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3048000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0" name="TextBox 90">
            <a:extLst>
              <a:ext uri="{FF2B5EF4-FFF2-40B4-BE49-F238E27FC236}">
                <a16:creationId xmlns:a16="http://schemas.microsoft.com/office/drawing/2014/main" id="{21CF0AEA-4D81-7B45-B1FC-D7A87E770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71" name="TextBox 91">
            <a:extLst>
              <a:ext uri="{FF2B5EF4-FFF2-40B4-BE49-F238E27FC236}">
                <a16:creationId xmlns:a16="http://schemas.microsoft.com/office/drawing/2014/main" id="{2FE89BEA-80ED-4343-9460-B1739DFF5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25" y="3048000"/>
            <a:ext cx="4714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72" name="TextBox 92">
            <a:extLst>
              <a:ext uri="{FF2B5EF4-FFF2-40B4-BE49-F238E27FC236}">
                <a16:creationId xmlns:a16="http://schemas.microsoft.com/office/drawing/2014/main" id="{C4AD386D-7B74-C541-8AC6-483627F24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73" name="TextBox 93">
            <a:extLst>
              <a:ext uri="{FF2B5EF4-FFF2-40B4-BE49-F238E27FC236}">
                <a16:creationId xmlns:a16="http://schemas.microsoft.com/office/drawing/2014/main" id="{268E6326-A5D3-4749-AECA-1432CDCE0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0913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7</a:t>
            </a:r>
          </a:p>
        </p:txBody>
      </p:sp>
      <p:graphicFrame>
        <p:nvGraphicFramePr>
          <p:cNvPr id="74" name="Group 375">
            <a:extLst>
              <a:ext uri="{FF2B5EF4-FFF2-40B4-BE49-F238E27FC236}">
                <a16:creationId xmlns:a16="http://schemas.microsoft.com/office/drawing/2014/main" id="{508E57C9-AA0B-174A-AD73-91A4E1C7D2BB}"/>
              </a:ext>
            </a:extLst>
          </p:cNvPr>
          <p:cNvGraphicFramePr>
            <a:graphicFrameLocks noGrp="1"/>
          </p:cNvGraphicFramePr>
          <p:nvPr/>
        </p:nvGraphicFramePr>
        <p:xfrm>
          <a:off x="28575" y="3462338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Group 315">
            <a:extLst>
              <a:ext uri="{FF2B5EF4-FFF2-40B4-BE49-F238E27FC236}">
                <a16:creationId xmlns:a16="http://schemas.microsoft.com/office/drawing/2014/main" id="{2F864EDE-2BC6-A24D-BDB0-000A4D75EDD3}"/>
              </a:ext>
            </a:extLst>
          </p:cNvPr>
          <p:cNvGraphicFramePr>
            <a:graphicFrameLocks noGrp="1"/>
          </p:cNvGraphicFramePr>
          <p:nvPr/>
        </p:nvGraphicFramePr>
        <p:xfrm>
          <a:off x="33338" y="5410200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1,4,2,3,7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" name="Group 246">
            <a:extLst>
              <a:ext uri="{FF2B5EF4-FFF2-40B4-BE49-F238E27FC236}">
                <a16:creationId xmlns:a16="http://schemas.microsoft.com/office/drawing/2014/main" id="{245B203A-C223-1E46-9820-4E3C60452CCD}"/>
              </a:ext>
            </a:extLst>
          </p:cNvPr>
          <p:cNvGraphicFramePr>
            <a:graphicFrameLocks noGrp="1"/>
          </p:cNvGraphicFramePr>
          <p:nvPr/>
        </p:nvGraphicFramePr>
        <p:xfrm>
          <a:off x="28575" y="5045075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1,4,2,3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" name="Group 275">
            <a:extLst>
              <a:ext uri="{FF2B5EF4-FFF2-40B4-BE49-F238E27FC236}">
                <a16:creationId xmlns:a16="http://schemas.microsoft.com/office/drawing/2014/main" id="{F770713D-3DAC-1249-92DB-C32942309950}"/>
              </a:ext>
            </a:extLst>
          </p:cNvPr>
          <p:cNvGraphicFramePr>
            <a:graphicFrameLocks noGrp="1"/>
          </p:cNvGraphicFramePr>
          <p:nvPr/>
        </p:nvGraphicFramePr>
        <p:xfrm>
          <a:off x="28575" y="4267200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" name="Group 295">
            <a:extLst>
              <a:ext uri="{FF2B5EF4-FFF2-40B4-BE49-F238E27FC236}">
                <a16:creationId xmlns:a16="http://schemas.microsoft.com/office/drawing/2014/main" id="{CDCD025D-B464-6C40-AB52-4249FB250C24}"/>
              </a:ext>
            </a:extLst>
          </p:cNvPr>
          <p:cNvGraphicFramePr>
            <a:graphicFrameLocks noGrp="1"/>
          </p:cNvGraphicFramePr>
          <p:nvPr/>
        </p:nvGraphicFramePr>
        <p:xfrm>
          <a:off x="33338" y="4648200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1,4,2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9" name="Group 395">
            <a:extLst>
              <a:ext uri="{FF2B5EF4-FFF2-40B4-BE49-F238E27FC236}">
                <a16:creationId xmlns:a16="http://schemas.microsoft.com/office/drawing/2014/main" id="{A1F0A188-6FA2-EC44-90AC-1B49895ADEBE}"/>
              </a:ext>
            </a:extLst>
          </p:cNvPr>
          <p:cNvGraphicFramePr>
            <a:graphicFrameLocks noGrp="1"/>
          </p:cNvGraphicFramePr>
          <p:nvPr/>
        </p:nvGraphicFramePr>
        <p:xfrm>
          <a:off x="33338" y="3865563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6DFA3128-DE34-E248-B9E1-E8875FF76FB3}"/>
              </a:ext>
            </a:extLst>
          </p:cNvPr>
          <p:cNvGraphicFramePr>
            <a:graphicFrameLocks noGrp="1"/>
          </p:cNvGraphicFramePr>
          <p:nvPr/>
        </p:nvGraphicFramePr>
        <p:xfrm>
          <a:off x="7570788" y="390525"/>
          <a:ext cx="522287" cy="371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2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r>
                        <a:rPr lang="en-US" sz="1800" b="1" dirty="0"/>
                        <a:t>V</a:t>
                      </a:r>
                      <a:r>
                        <a:rPr lang="en-US" sz="1800" b="1" baseline="-25000" dirty="0"/>
                        <a:t>5</a:t>
                      </a:r>
                      <a:endParaRPr lang="en-US" sz="1800" dirty="0"/>
                    </a:p>
                  </a:txBody>
                  <a:tcPr marL="91400" marR="91400" marT="45798" marB="45798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6009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1BAF62-6A4E-3742-901A-60ADC0881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D24B5F-C850-9444-BC48-4B1B82174164}"/>
              </a:ext>
            </a:extLst>
          </p:cNvPr>
          <p:cNvSpPr txBox="1">
            <a:spLocks/>
          </p:cNvSpPr>
          <p:nvPr/>
        </p:nvSpPr>
        <p:spPr bwMode="auto">
          <a:xfrm>
            <a:off x="457200" y="0"/>
            <a:ext cx="7239000" cy="85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Prim Algorithm</a:t>
            </a:r>
          </a:p>
        </p:txBody>
      </p:sp>
      <p:sp>
        <p:nvSpPr>
          <p:cNvPr id="4" name="Oval 9">
            <a:extLst>
              <a:ext uri="{FF2B5EF4-FFF2-40B4-BE49-F238E27FC236}">
                <a16:creationId xmlns:a16="http://schemas.microsoft.com/office/drawing/2014/main" id="{09CF414F-A19C-F44E-8BC5-9C81698CB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163" y="908050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" name="Oval 15">
            <a:extLst>
              <a:ext uri="{FF2B5EF4-FFF2-40B4-BE49-F238E27FC236}">
                <a16:creationId xmlns:a16="http://schemas.microsoft.com/office/drawing/2014/main" id="{E1251BFC-481A-2543-B472-082932148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912813"/>
            <a:ext cx="500062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E7E267CB-E169-F242-B836-2EA5EEDDE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3" y="2743200"/>
            <a:ext cx="49847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BB3429E3-CED0-D04F-8507-170241BF7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2743200"/>
            <a:ext cx="49688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v7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4BF7F1B4-272A-A641-A8B6-79D5AB861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820863"/>
            <a:ext cx="49688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2561AF3F-A081-A946-AA75-592B9FF8F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7363" y="1838325"/>
            <a:ext cx="49688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id="{ED7B00BB-8C3F-F14A-A769-2F9D51FA5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3113" y="1843088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1845953B-D33D-AE4C-83DA-06BDCB09D2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7338" y="1136650"/>
            <a:ext cx="9382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0F65FDD4-260B-BE4C-B686-198A6032ED2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738" y="2079625"/>
            <a:ext cx="12144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5">
            <a:extLst>
              <a:ext uri="{FF2B5EF4-FFF2-40B4-BE49-F238E27FC236}">
                <a16:creationId xmlns:a16="http://schemas.microsoft.com/office/drawing/2014/main" id="{206ED53F-D19B-4A4A-AA1E-F0957BD009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25675" y="2060575"/>
            <a:ext cx="1106488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2445BBE4-1C72-4D48-B374-A7317BDF2E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46188" y="2967038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7964D2F1-93E5-8C49-AE66-CB2FD49D8C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538" y="1292225"/>
            <a:ext cx="646112" cy="5953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8">
            <a:extLst>
              <a:ext uri="{FF2B5EF4-FFF2-40B4-BE49-F238E27FC236}">
                <a16:creationId xmlns:a16="http://schemas.microsoft.com/office/drawing/2014/main" id="{BEBF7049-ED69-9344-B540-276980092C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28725" y="2235200"/>
            <a:ext cx="644525" cy="5937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9">
            <a:extLst>
              <a:ext uri="{FF2B5EF4-FFF2-40B4-BE49-F238E27FC236}">
                <a16:creationId xmlns:a16="http://schemas.microsoft.com/office/drawing/2014/main" id="{9ACB6434-6AD4-224A-B3BB-37F5B36C34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2306638"/>
            <a:ext cx="498475" cy="4857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0">
            <a:extLst>
              <a:ext uri="{FF2B5EF4-FFF2-40B4-BE49-F238E27FC236}">
                <a16:creationId xmlns:a16="http://schemas.microsoft.com/office/drawing/2014/main" id="{0C6DEAEC-AB84-6B45-B156-E3BCC31AA2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84400" y="1382713"/>
            <a:ext cx="498475" cy="5175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1">
            <a:extLst>
              <a:ext uri="{FF2B5EF4-FFF2-40B4-BE49-F238E27FC236}">
                <a16:creationId xmlns:a16="http://schemas.microsoft.com/office/drawing/2014/main" id="{2DE430D7-EDEC-6949-B96F-010456F729A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8313" y="2271713"/>
            <a:ext cx="425450" cy="479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2">
            <a:extLst>
              <a:ext uri="{FF2B5EF4-FFF2-40B4-BE49-F238E27FC236}">
                <a16:creationId xmlns:a16="http://schemas.microsoft.com/office/drawing/2014/main" id="{3020B05B-D173-2547-B840-C7D315B2A23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68525" y="2217738"/>
            <a:ext cx="517525" cy="5762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3">
            <a:extLst>
              <a:ext uri="{FF2B5EF4-FFF2-40B4-BE49-F238E27FC236}">
                <a16:creationId xmlns:a16="http://schemas.microsoft.com/office/drawing/2014/main" id="{809BCCBD-E99B-D949-BF73-FC92640BF24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22588" y="1292225"/>
            <a:ext cx="519112" cy="5762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4">
            <a:extLst>
              <a:ext uri="{FF2B5EF4-FFF2-40B4-BE49-F238E27FC236}">
                <a16:creationId xmlns:a16="http://schemas.microsoft.com/office/drawing/2014/main" id="{22CA7841-5C23-BF49-9A52-AB1A93523A7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65263" y="1352550"/>
            <a:ext cx="425450" cy="4810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865CA1-F125-A249-842C-78D20CE7A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213" y="788988"/>
            <a:ext cx="379412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1439B1-432C-0E43-9BFF-96AB20C3D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963863"/>
            <a:ext cx="379412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D47560-F19C-5F44-8940-A3030A550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1350963"/>
            <a:ext cx="3778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9B7198-4D52-5946-A7CF-6D3E2CCC5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2460625"/>
            <a:ext cx="379413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CC1669-558D-1241-9CCB-6AE6C7555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75" y="2236788"/>
            <a:ext cx="3794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6F9EF3-BE85-3646-A795-ECA342B26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013" y="1771650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3DFC45-B60F-224A-852C-110AA6AF1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888" y="1306513"/>
            <a:ext cx="3778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86DE28-AF2E-CC40-A049-0ACF410B1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3" y="1420813"/>
            <a:ext cx="379412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141502-EC1C-2445-8DA1-185A77029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400" y="1771650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A1B311-38EC-754D-9BB4-43C03EB16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1513" y="2460625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BCE35E-955C-8B47-B8E1-D9126A340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2332038"/>
            <a:ext cx="3778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A876B-1ABB-B041-8FA1-4B75FDA4A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925" y="1247775"/>
            <a:ext cx="534988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10</a:t>
            </a:r>
          </a:p>
        </p:txBody>
      </p:sp>
      <p:sp>
        <p:nvSpPr>
          <p:cNvPr id="35" name="Oval 9">
            <a:extLst>
              <a:ext uri="{FF2B5EF4-FFF2-40B4-BE49-F238E27FC236}">
                <a16:creationId xmlns:a16="http://schemas.microsoft.com/office/drawing/2014/main" id="{D6B0D023-51B2-A640-B917-1931EE602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163" y="881063"/>
            <a:ext cx="496887" cy="4699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1</a:t>
            </a:r>
          </a:p>
        </p:txBody>
      </p:sp>
      <p:sp>
        <p:nvSpPr>
          <p:cNvPr id="36" name="Oval 15">
            <a:extLst>
              <a:ext uri="{FF2B5EF4-FFF2-40B4-BE49-F238E27FC236}">
                <a16:creationId xmlns:a16="http://schemas.microsoft.com/office/drawing/2014/main" id="{5D882B94-B938-B047-8620-DA4946165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5438" y="884238"/>
            <a:ext cx="500062" cy="47307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37" name="Oval 9">
            <a:extLst>
              <a:ext uri="{FF2B5EF4-FFF2-40B4-BE49-F238E27FC236}">
                <a16:creationId xmlns:a16="http://schemas.microsoft.com/office/drawing/2014/main" id="{7B72773D-8736-4847-9CFD-F634C86A7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413" y="2716213"/>
            <a:ext cx="498475" cy="4699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6</a:t>
            </a:r>
          </a:p>
        </p:txBody>
      </p:sp>
      <p:sp>
        <p:nvSpPr>
          <p:cNvPr id="38" name="Oval 15">
            <a:extLst>
              <a:ext uri="{FF2B5EF4-FFF2-40B4-BE49-F238E27FC236}">
                <a16:creationId xmlns:a16="http://schemas.microsoft.com/office/drawing/2014/main" id="{E24F968C-50E1-A24E-AA50-79E3EA61E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863" y="2716213"/>
            <a:ext cx="496887" cy="4699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v7</a:t>
            </a:r>
          </a:p>
        </p:txBody>
      </p:sp>
      <p:sp>
        <p:nvSpPr>
          <p:cNvPr id="39" name="Oval 9">
            <a:extLst>
              <a:ext uri="{FF2B5EF4-FFF2-40B4-BE49-F238E27FC236}">
                <a16:creationId xmlns:a16="http://schemas.microsoft.com/office/drawing/2014/main" id="{C23C9D06-3D5B-CF44-AF6D-DD8CA0BA4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793875"/>
            <a:ext cx="496888" cy="471488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3</a:t>
            </a:r>
          </a:p>
        </p:txBody>
      </p:sp>
      <p:sp>
        <p:nvSpPr>
          <p:cNvPr id="40" name="Oval 9">
            <a:extLst>
              <a:ext uri="{FF2B5EF4-FFF2-40B4-BE49-F238E27FC236}">
                <a16:creationId xmlns:a16="http://schemas.microsoft.com/office/drawing/2014/main" id="{833A639C-0C86-6044-8A3D-C51F0341C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363" y="1811338"/>
            <a:ext cx="496887" cy="4699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4</a:t>
            </a:r>
          </a:p>
        </p:txBody>
      </p:sp>
      <p:sp>
        <p:nvSpPr>
          <p:cNvPr id="41" name="Oval 15">
            <a:extLst>
              <a:ext uri="{FF2B5EF4-FFF2-40B4-BE49-F238E27FC236}">
                <a16:creationId xmlns:a16="http://schemas.microsoft.com/office/drawing/2014/main" id="{96407EC9-6175-DA4E-BA19-5C8DF789A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1816100"/>
            <a:ext cx="496887" cy="4699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5</a:t>
            </a:r>
          </a:p>
        </p:txBody>
      </p:sp>
      <p:sp>
        <p:nvSpPr>
          <p:cNvPr id="42" name="Line 13">
            <a:extLst>
              <a:ext uri="{FF2B5EF4-FFF2-40B4-BE49-F238E27FC236}">
                <a16:creationId xmlns:a16="http://schemas.microsoft.com/office/drawing/2014/main" id="{18EB8050-1820-7E48-880E-07209D21A6D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8338" y="1109663"/>
            <a:ext cx="9382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14">
            <a:extLst>
              <a:ext uri="{FF2B5EF4-FFF2-40B4-BE49-F238E27FC236}">
                <a16:creationId xmlns:a16="http://schemas.microsoft.com/office/drawing/2014/main" id="{89FC6B4E-A2C6-D84E-9386-9881E6233B8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7738" y="2051050"/>
            <a:ext cx="12144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15">
            <a:extLst>
              <a:ext uri="{FF2B5EF4-FFF2-40B4-BE49-F238E27FC236}">
                <a16:creationId xmlns:a16="http://schemas.microsoft.com/office/drawing/2014/main" id="{F0D4FF2F-866C-504F-B570-08AA64C765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16675" y="2033588"/>
            <a:ext cx="1106488" cy="17462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16">
            <a:extLst>
              <a:ext uri="{FF2B5EF4-FFF2-40B4-BE49-F238E27FC236}">
                <a16:creationId xmlns:a16="http://schemas.microsoft.com/office/drawing/2014/main" id="{B26FD238-BF67-9C41-A488-57D2763A8F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37188" y="2940050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17">
            <a:extLst>
              <a:ext uri="{FF2B5EF4-FFF2-40B4-BE49-F238E27FC236}">
                <a16:creationId xmlns:a16="http://schemas.microsoft.com/office/drawing/2014/main" id="{E637F309-7244-8A48-84DC-45AF0E23B0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1265238"/>
            <a:ext cx="646112" cy="593725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18">
            <a:extLst>
              <a:ext uri="{FF2B5EF4-FFF2-40B4-BE49-F238E27FC236}">
                <a16:creationId xmlns:a16="http://schemas.microsoft.com/office/drawing/2014/main" id="{539DC592-E4F9-D045-9A29-BA4968B486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19725" y="2208213"/>
            <a:ext cx="644525" cy="593725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19">
            <a:extLst>
              <a:ext uri="{FF2B5EF4-FFF2-40B4-BE49-F238E27FC236}">
                <a16:creationId xmlns:a16="http://schemas.microsoft.com/office/drawing/2014/main" id="{12623CD6-BF98-2049-9CEC-CEFD9737AB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88200" y="2279650"/>
            <a:ext cx="498475" cy="4841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20">
            <a:extLst>
              <a:ext uri="{FF2B5EF4-FFF2-40B4-BE49-F238E27FC236}">
                <a16:creationId xmlns:a16="http://schemas.microsoft.com/office/drawing/2014/main" id="{4BCE57E2-CA75-074E-9244-D87E9D1DA5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75400" y="1355725"/>
            <a:ext cx="498475" cy="517525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21">
            <a:extLst>
              <a:ext uri="{FF2B5EF4-FFF2-40B4-BE49-F238E27FC236}">
                <a16:creationId xmlns:a16="http://schemas.microsoft.com/office/drawing/2014/main" id="{3AE802BD-71DA-D941-8B09-89A5AD394FB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59313" y="2243138"/>
            <a:ext cx="425450" cy="481012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22">
            <a:extLst>
              <a:ext uri="{FF2B5EF4-FFF2-40B4-BE49-F238E27FC236}">
                <a16:creationId xmlns:a16="http://schemas.microsoft.com/office/drawing/2014/main" id="{AA694719-E784-1E48-A147-F61E52A489C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59525" y="2189163"/>
            <a:ext cx="517525" cy="5778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Line 23">
            <a:extLst>
              <a:ext uri="{FF2B5EF4-FFF2-40B4-BE49-F238E27FC236}">
                <a16:creationId xmlns:a16="http://schemas.microsoft.com/office/drawing/2014/main" id="{1CFCC9BF-C341-2840-A0DF-2A3C74034E6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13588" y="1265238"/>
            <a:ext cx="519112" cy="576262"/>
          </a:xfrm>
          <a:prstGeom prst="line">
            <a:avLst/>
          </a:prstGeom>
          <a:noFill/>
          <a:ln w="28575">
            <a:solidFill>
              <a:srgbClr val="ABAB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Line 24">
            <a:extLst>
              <a:ext uri="{FF2B5EF4-FFF2-40B4-BE49-F238E27FC236}">
                <a16:creationId xmlns:a16="http://schemas.microsoft.com/office/drawing/2014/main" id="{61F1FC1A-3215-6845-B4FD-008BE7E8A5C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56263" y="1325563"/>
            <a:ext cx="425450" cy="479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" name="TextBox 74">
            <a:extLst>
              <a:ext uri="{FF2B5EF4-FFF2-40B4-BE49-F238E27FC236}">
                <a16:creationId xmlns:a16="http://schemas.microsoft.com/office/drawing/2014/main" id="{C5E58868-8F61-A74F-A8DF-C145B6606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8213" y="762000"/>
            <a:ext cx="314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55" name="TextBox 75">
            <a:extLst>
              <a:ext uri="{FF2B5EF4-FFF2-40B4-BE49-F238E27FC236}">
                <a16:creationId xmlns:a16="http://schemas.microsoft.com/office/drawing/2014/main" id="{9554F975-3A32-6E42-BB76-2A9AC8BF3B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6925" y="1322388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E3B7DA"/>
                </a:solidFill>
              </a:rPr>
              <a:t>4</a:t>
            </a:r>
          </a:p>
        </p:txBody>
      </p:sp>
      <p:sp>
        <p:nvSpPr>
          <p:cNvPr id="56" name="TextBox 76">
            <a:extLst>
              <a:ext uri="{FF2B5EF4-FFF2-40B4-BE49-F238E27FC236}">
                <a16:creationId xmlns:a16="http://schemas.microsoft.com/office/drawing/2014/main" id="{00085BF4-9A90-D544-8F96-BAD406EDB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1350" y="2432050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5</a:t>
            </a:r>
          </a:p>
        </p:txBody>
      </p:sp>
      <p:sp>
        <p:nvSpPr>
          <p:cNvPr id="57" name="TextBox 77">
            <a:extLst>
              <a:ext uri="{FF2B5EF4-FFF2-40B4-BE49-F238E27FC236}">
                <a16:creationId xmlns:a16="http://schemas.microsoft.com/office/drawing/2014/main" id="{B26D21DF-2B1B-FF47-AADB-CB253F777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75" y="2209800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58" name="TextBox 78">
            <a:extLst>
              <a:ext uri="{FF2B5EF4-FFF2-40B4-BE49-F238E27FC236}">
                <a16:creationId xmlns:a16="http://schemas.microsoft.com/office/drawing/2014/main" id="{D97639EC-969E-2242-B111-1F9678466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0013" y="1743075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59" name="TextBox 79">
            <a:extLst>
              <a:ext uri="{FF2B5EF4-FFF2-40B4-BE49-F238E27FC236}">
                <a16:creationId xmlns:a16="http://schemas.microsoft.com/office/drawing/2014/main" id="{8F52F4BB-3156-DE4E-911B-C8CC11214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3263" y="1306513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60" name="TextBox 80">
            <a:extLst>
              <a:ext uri="{FF2B5EF4-FFF2-40B4-BE49-F238E27FC236}">
                <a16:creationId xmlns:a16="http://schemas.microsoft.com/office/drawing/2014/main" id="{D2CE9854-D0A6-764F-A791-108A999CC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1393825"/>
            <a:ext cx="300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3</a:t>
            </a:r>
          </a:p>
        </p:txBody>
      </p:sp>
      <p:sp>
        <p:nvSpPr>
          <p:cNvPr id="61" name="TextBox 81">
            <a:extLst>
              <a:ext uri="{FF2B5EF4-FFF2-40B4-BE49-F238E27FC236}">
                <a16:creationId xmlns:a16="http://schemas.microsoft.com/office/drawing/2014/main" id="{70818397-AE48-7344-9B49-A78556F35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6400" y="1743075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7</a:t>
            </a:r>
          </a:p>
        </p:txBody>
      </p:sp>
      <p:sp>
        <p:nvSpPr>
          <p:cNvPr id="62" name="TextBox 82">
            <a:extLst>
              <a:ext uri="{FF2B5EF4-FFF2-40B4-BE49-F238E27FC236}">
                <a16:creationId xmlns:a16="http://schemas.microsoft.com/office/drawing/2014/main" id="{8A204245-D277-274D-B41C-93C7697F4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2513" y="2432050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63" name="TextBox 83">
            <a:extLst>
              <a:ext uri="{FF2B5EF4-FFF2-40B4-BE49-F238E27FC236}">
                <a16:creationId xmlns:a16="http://schemas.microsoft.com/office/drawing/2014/main" id="{178C950B-55B1-0847-B636-E68D5D6E6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2305050"/>
            <a:ext cx="3127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8</a:t>
            </a:r>
          </a:p>
        </p:txBody>
      </p:sp>
      <p:sp>
        <p:nvSpPr>
          <p:cNvPr id="64" name="TextBox 84">
            <a:extLst>
              <a:ext uri="{FF2B5EF4-FFF2-40B4-BE49-F238E27FC236}">
                <a16:creationId xmlns:a16="http://schemas.microsoft.com/office/drawing/2014/main" id="{9BDBED2A-7490-4B41-8BD9-229015A55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3925" y="1220788"/>
            <a:ext cx="441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ABABFF"/>
                </a:solidFill>
              </a:rPr>
              <a:t>10</a:t>
            </a:r>
          </a:p>
        </p:txBody>
      </p:sp>
      <p:sp>
        <p:nvSpPr>
          <p:cNvPr id="65" name="TextBox 71">
            <a:extLst>
              <a:ext uri="{FF2B5EF4-FFF2-40B4-BE49-F238E27FC236}">
                <a16:creationId xmlns:a16="http://schemas.microsoft.com/office/drawing/2014/main" id="{0E08473E-CCFB-FC46-AFAB-EF96AFC5E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6775" y="2895600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graphicFrame>
        <p:nvGraphicFramePr>
          <p:cNvPr id="66" name="Group 355">
            <a:extLst>
              <a:ext uri="{FF2B5EF4-FFF2-40B4-BE49-F238E27FC236}">
                <a16:creationId xmlns:a16="http://schemas.microsoft.com/office/drawing/2014/main" id="{40048CB3-CE04-6D49-9107-4D4FD5D4955E}"/>
              </a:ext>
            </a:extLst>
          </p:cNvPr>
          <p:cNvGraphicFramePr>
            <a:graphicFrameLocks noGrp="1"/>
          </p:cNvGraphicFramePr>
          <p:nvPr/>
        </p:nvGraphicFramePr>
        <p:xfrm>
          <a:off x="30163" y="6172200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 to 7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60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60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60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60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60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60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60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" name="TextBox 80">
            <a:extLst>
              <a:ext uri="{FF2B5EF4-FFF2-40B4-BE49-F238E27FC236}">
                <a16:creationId xmlns:a16="http://schemas.microsoft.com/office/drawing/2014/main" id="{388C6E39-ECF0-6F47-98F0-3A78EC37A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3513" y="3048000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8" name="TextBox 81">
            <a:extLst>
              <a:ext uri="{FF2B5EF4-FFF2-40B4-BE49-F238E27FC236}">
                <a16:creationId xmlns:a16="http://schemas.microsoft.com/office/drawing/2014/main" id="{9BCC072B-F267-0E41-A155-F29C412D7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69" name="TextBox 82">
            <a:extLst>
              <a:ext uri="{FF2B5EF4-FFF2-40B4-BE49-F238E27FC236}">
                <a16:creationId xmlns:a16="http://schemas.microsoft.com/office/drawing/2014/main" id="{F7C8BAAA-8E15-F749-8336-A5F441AE9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3048000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0" name="TextBox 83">
            <a:extLst>
              <a:ext uri="{FF2B5EF4-FFF2-40B4-BE49-F238E27FC236}">
                <a16:creationId xmlns:a16="http://schemas.microsoft.com/office/drawing/2014/main" id="{496B053E-80DE-2047-B547-4A6D09D77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71" name="TextBox 84">
            <a:extLst>
              <a:ext uri="{FF2B5EF4-FFF2-40B4-BE49-F238E27FC236}">
                <a16:creationId xmlns:a16="http://schemas.microsoft.com/office/drawing/2014/main" id="{B3E644F2-4BC4-8346-B177-491D75099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25" y="3048000"/>
            <a:ext cx="4714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72" name="TextBox 85">
            <a:extLst>
              <a:ext uri="{FF2B5EF4-FFF2-40B4-BE49-F238E27FC236}">
                <a16:creationId xmlns:a16="http://schemas.microsoft.com/office/drawing/2014/main" id="{F9C86408-F9FC-0E47-BFB9-BF19086DA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73" name="TextBox 86">
            <a:extLst>
              <a:ext uri="{FF2B5EF4-FFF2-40B4-BE49-F238E27FC236}">
                <a16:creationId xmlns:a16="http://schemas.microsoft.com/office/drawing/2014/main" id="{6E78402C-CCCD-2449-8A59-9F6520704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0913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7</a:t>
            </a:r>
          </a:p>
        </p:txBody>
      </p:sp>
      <p:graphicFrame>
        <p:nvGraphicFramePr>
          <p:cNvPr id="74" name="Group 335">
            <a:extLst>
              <a:ext uri="{FF2B5EF4-FFF2-40B4-BE49-F238E27FC236}">
                <a16:creationId xmlns:a16="http://schemas.microsoft.com/office/drawing/2014/main" id="{AE25DA70-0310-C645-B2E7-26AB5C51AE77}"/>
              </a:ext>
            </a:extLst>
          </p:cNvPr>
          <p:cNvGraphicFramePr>
            <a:graphicFrameLocks noGrp="1"/>
          </p:cNvGraphicFramePr>
          <p:nvPr/>
        </p:nvGraphicFramePr>
        <p:xfrm>
          <a:off x="33338" y="5805488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1,4,2,3,7,6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60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5" name="Group 375">
            <a:extLst>
              <a:ext uri="{FF2B5EF4-FFF2-40B4-BE49-F238E27FC236}">
                <a16:creationId xmlns:a16="http://schemas.microsoft.com/office/drawing/2014/main" id="{1F9604B0-7E59-D648-8640-85B22C9CBE88}"/>
              </a:ext>
            </a:extLst>
          </p:cNvPr>
          <p:cNvGraphicFramePr>
            <a:graphicFrameLocks noGrp="1"/>
          </p:cNvGraphicFramePr>
          <p:nvPr/>
        </p:nvGraphicFramePr>
        <p:xfrm>
          <a:off x="28575" y="3462338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" name="Group 315">
            <a:extLst>
              <a:ext uri="{FF2B5EF4-FFF2-40B4-BE49-F238E27FC236}">
                <a16:creationId xmlns:a16="http://schemas.microsoft.com/office/drawing/2014/main" id="{A866C852-0040-9842-A297-5DA14E5CAA71}"/>
              </a:ext>
            </a:extLst>
          </p:cNvPr>
          <p:cNvGraphicFramePr>
            <a:graphicFrameLocks noGrp="1"/>
          </p:cNvGraphicFramePr>
          <p:nvPr/>
        </p:nvGraphicFramePr>
        <p:xfrm>
          <a:off x="33338" y="5410200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1,4,2,3,7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60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" name="Group 246">
            <a:extLst>
              <a:ext uri="{FF2B5EF4-FFF2-40B4-BE49-F238E27FC236}">
                <a16:creationId xmlns:a16="http://schemas.microsoft.com/office/drawing/2014/main" id="{79B42072-877A-5549-9004-0D3719099338}"/>
              </a:ext>
            </a:extLst>
          </p:cNvPr>
          <p:cNvGraphicFramePr>
            <a:graphicFrameLocks noGrp="1"/>
          </p:cNvGraphicFramePr>
          <p:nvPr/>
        </p:nvGraphicFramePr>
        <p:xfrm>
          <a:off x="28575" y="5045075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1,4,2,3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60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" name="Group 275">
            <a:extLst>
              <a:ext uri="{FF2B5EF4-FFF2-40B4-BE49-F238E27FC236}">
                <a16:creationId xmlns:a16="http://schemas.microsoft.com/office/drawing/2014/main" id="{E80362DF-2A8C-A947-B3CC-DEB95AD37438}"/>
              </a:ext>
            </a:extLst>
          </p:cNvPr>
          <p:cNvGraphicFramePr>
            <a:graphicFrameLocks noGrp="1"/>
          </p:cNvGraphicFramePr>
          <p:nvPr/>
        </p:nvGraphicFramePr>
        <p:xfrm>
          <a:off x="28575" y="4267200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60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9" name="Group 295">
            <a:extLst>
              <a:ext uri="{FF2B5EF4-FFF2-40B4-BE49-F238E27FC236}">
                <a16:creationId xmlns:a16="http://schemas.microsoft.com/office/drawing/2014/main" id="{C5256206-9814-834B-9555-E0AE201BDD80}"/>
              </a:ext>
            </a:extLst>
          </p:cNvPr>
          <p:cNvGraphicFramePr>
            <a:graphicFrameLocks noGrp="1"/>
          </p:cNvGraphicFramePr>
          <p:nvPr/>
        </p:nvGraphicFramePr>
        <p:xfrm>
          <a:off x="33338" y="4648200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1,4,2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60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0" name="Group 395">
            <a:extLst>
              <a:ext uri="{FF2B5EF4-FFF2-40B4-BE49-F238E27FC236}">
                <a16:creationId xmlns:a16="http://schemas.microsoft.com/office/drawing/2014/main" id="{17C06442-679E-BA4C-B6E7-3558FE9A0044}"/>
              </a:ext>
            </a:extLst>
          </p:cNvPr>
          <p:cNvGraphicFramePr>
            <a:graphicFrameLocks noGrp="1"/>
          </p:cNvGraphicFramePr>
          <p:nvPr/>
        </p:nvGraphicFramePr>
        <p:xfrm>
          <a:off x="33338" y="3865563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760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55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E8360F-479A-9444-9BCA-490EDC1D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0EC53A-1B97-DC49-AC59-067E2EECEC06}"/>
              </a:ext>
            </a:extLst>
          </p:cNvPr>
          <p:cNvSpPr txBox="1">
            <a:spLocks/>
          </p:cNvSpPr>
          <p:nvPr/>
        </p:nvSpPr>
        <p:spPr bwMode="auto">
          <a:xfrm>
            <a:off x="457200" y="0"/>
            <a:ext cx="7239000" cy="85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Prim Algorithm</a:t>
            </a:r>
          </a:p>
        </p:txBody>
      </p:sp>
      <p:sp>
        <p:nvSpPr>
          <p:cNvPr id="4" name="Oval 9">
            <a:extLst>
              <a:ext uri="{FF2B5EF4-FFF2-40B4-BE49-F238E27FC236}">
                <a16:creationId xmlns:a16="http://schemas.microsoft.com/office/drawing/2014/main" id="{78579F1A-925D-8E40-A19C-C1F7F1A3A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163" y="908050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" name="Oval 15">
            <a:extLst>
              <a:ext uri="{FF2B5EF4-FFF2-40B4-BE49-F238E27FC236}">
                <a16:creationId xmlns:a16="http://schemas.microsoft.com/office/drawing/2014/main" id="{1BD35876-8B31-A549-95A6-013417861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912813"/>
            <a:ext cx="500062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22276AD8-6DE4-814A-BE39-F83AC75B6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3" y="2743200"/>
            <a:ext cx="498475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7B2E9A93-2F4D-2D4E-84E6-8F0F1B445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2743200"/>
            <a:ext cx="49688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v7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473540FD-F515-4C45-9FC2-FF6382EF0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820863"/>
            <a:ext cx="49688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F6A1D5BC-481F-9443-834F-76D408A96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7363" y="1838325"/>
            <a:ext cx="496887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id="{2761CBB8-A25A-C843-9AE2-65B9938AA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3113" y="1843088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0E4AC9AB-931D-BF45-A5CB-7842C9CCB0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7338" y="1136650"/>
            <a:ext cx="9382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56F55120-CA65-6D42-99C7-E451C0B1A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738" y="2079625"/>
            <a:ext cx="12144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5">
            <a:extLst>
              <a:ext uri="{FF2B5EF4-FFF2-40B4-BE49-F238E27FC236}">
                <a16:creationId xmlns:a16="http://schemas.microsoft.com/office/drawing/2014/main" id="{897A22B2-7C6F-C94E-806E-67D1F2D66C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25675" y="2060575"/>
            <a:ext cx="1106488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41B42733-C6C8-1546-BBE0-FE93FA4D77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46188" y="2967038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D1CEC77C-9038-034C-BCBA-6AFDE1FB75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538" y="1292225"/>
            <a:ext cx="646112" cy="5953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8">
            <a:extLst>
              <a:ext uri="{FF2B5EF4-FFF2-40B4-BE49-F238E27FC236}">
                <a16:creationId xmlns:a16="http://schemas.microsoft.com/office/drawing/2014/main" id="{0BAE4F42-109B-7C4E-B599-229187B703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28725" y="2235200"/>
            <a:ext cx="644525" cy="5937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9">
            <a:extLst>
              <a:ext uri="{FF2B5EF4-FFF2-40B4-BE49-F238E27FC236}">
                <a16:creationId xmlns:a16="http://schemas.microsoft.com/office/drawing/2014/main" id="{546B8808-3929-164E-86A9-4E004FE37B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7200" y="2306638"/>
            <a:ext cx="498475" cy="4857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0">
            <a:extLst>
              <a:ext uri="{FF2B5EF4-FFF2-40B4-BE49-F238E27FC236}">
                <a16:creationId xmlns:a16="http://schemas.microsoft.com/office/drawing/2014/main" id="{F2D0289F-A8A5-8647-A12D-A37F36635F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84400" y="1382713"/>
            <a:ext cx="498475" cy="5175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1">
            <a:extLst>
              <a:ext uri="{FF2B5EF4-FFF2-40B4-BE49-F238E27FC236}">
                <a16:creationId xmlns:a16="http://schemas.microsoft.com/office/drawing/2014/main" id="{CE4FEAD8-E27E-BA46-9DFF-34C70F08CD7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8313" y="2271713"/>
            <a:ext cx="425450" cy="479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2">
            <a:extLst>
              <a:ext uri="{FF2B5EF4-FFF2-40B4-BE49-F238E27FC236}">
                <a16:creationId xmlns:a16="http://schemas.microsoft.com/office/drawing/2014/main" id="{2A5D9428-7219-9747-B047-2D77E268F15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68525" y="2217738"/>
            <a:ext cx="517525" cy="5762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3">
            <a:extLst>
              <a:ext uri="{FF2B5EF4-FFF2-40B4-BE49-F238E27FC236}">
                <a16:creationId xmlns:a16="http://schemas.microsoft.com/office/drawing/2014/main" id="{0200C12F-BCCD-EA4A-B309-810C917687D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22588" y="1292225"/>
            <a:ext cx="519112" cy="5762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4">
            <a:extLst>
              <a:ext uri="{FF2B5EF4-FFF2-40B4-BE49-F238E27FC236}">
                <a16:creationId xmlns:a16="http://schemas.microsoft.com/office/drawing/2014/main" id="{07DE1B6F-2DF9-0D4D-8667-7044BD26CB7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65263" y="1352550"/>
            <a:ext cx="425450" cy="4810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7C7299-0D22-FF43-AFDD-F8D195327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213" y="788988"/>
            <a:ext cx="379412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BCFDA4-3B85-3D42-B739-F7FA0C782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963863"/>
            <a:ext cx="379412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626C3-3D0E-CE44-912A-80B61C4DF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" y="1350963"/>
            <a:ext cx="3778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A6C5CE-8ED5-A147-9AC1-D0430816A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2460625"/>
            <a:ext cx="379413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076C84-01FB-FB4B-9226-154EE7E63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75" y="2236788"/>
            <a:ext cx="37941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DC6D4D-14FE-D34E-A297-4C15F31BC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013" y="1771650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FA6FB3-EC08-9A4F-B546-EE6AC276A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888" y="1306513"/>
            <a:ext cx="3778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15FDC4-714D-274A-828B-39D4EEE25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3" y="1420813"/>
            <a:ext cx="379412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A84B7B-8C44-6C4E-B032-12570C01B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400" y="1771650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BBB016-8DB4-354C-9BEE-542E7D604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1513" y="2460625"/>
            <a:ext cx="3778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DFAD6A-ACD4-B745-A2CB-1CAFCF380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2332038"/>
            <a:ext cx="37782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F776B9-D0F6-EA4D-98DA-D6DB0C734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925" y="1247775"/>
            <a:ext cx="534988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10</a:t>
            </a:r>
          </a:p>
        </p:txBody>
      </p:sp>
      <p:sp>
        <p:nvSpPr>
          <p:cNvPr id="35" name="Oval 9">
            <a:extLst>
              <a:ext uri="{FF2B5EF4-FFF2-40B4-BE49-F238E27FC236}">
                <a16:creationId xmlns:a16="http://schemas.microsoft.com/office/drawing/2014/main" id="{0933C861-9879-DB42-BC76-808E9737D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163" y="881063"/>
            <a:ext cx="496887" cy="4699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1</a:t>
            </a:r>
          </a:p>
        </p:txBody>
      </p:sp>
      <p:sp>
        <p:nvSpPr>
          <p:cNvPr id="36" name="Oval 15">
            <a:extLst>
              <a:ext uri="{FF2B5EF4-FFF2-40B4-BE49-F238E27FC236}">
                <a16:creationId xmlns:a16="http://schemas.microsoft.com/office/drawing/2014/main" id="{FC427766-7445-CB43-9DFC-FDE1A6E56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5438" y="884238"/>
            <a:ext cx="500062" cy="47307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37" name="Oval 9">
            <a:extLst>
              <a:ext uri="{FF2B5EF4-FFF2-40B4-BE49-F238E27FC236}">
                <a16:creationId xmlns:a16="http://schemas.microsoft.com/office/drawing/2014/main" id="{88139C4B-B385-A64D-B527-11753AD2F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413" y="2716213"/>
            <a:ext cx="498475" cy="4699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6</a:t>
            </a:r>
          </a:p>
        </p:txBody>
      </p:sp>
      <p:sp>
        <p:nvSpPr>
          <p:cNvPr id="38" name="Oval 15">
            <a:extLst>
              <a:ext uri="{FF2B5EF4-FFF2-40B4-BE49-F238E27FC236}">
                <a16:creationId xmlns:a16="http://schemas.microsoft.com/office/drawing/2014/main" id="{D7E75CFC-0BAD-1246-A01D-2EB96E3F2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863" y="2716213"/>
            <a:ext cx="496887" cy="4699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v7</a:t>
            </a:r>
          </a:p>
        </p:txBody>
      </p:sp>
      <p:sp>
        <p:nvSpPr>
          <p:cNvPr id="39" name="Oval 9">
            <a:extLst>
              <a:ext uri="{FF2B5EF4-FFF2-40B4-BE49-F238E27FC236}">
                <a16:creationId xmlns:a16="http://schemas.microsoft.com/office/drawing/2014/main" id="{1F870D04-35E8-C040-BE41-CABEBB425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793875"/>
            <a:ext cx="496888" cy="471488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3</a:t>
            </a:r>
          </a:p>
        </p:txBody>
      </p:sp>
      <p:sp>
        <p:nvSpPr>
          <p:cNvPr id="40" name="Oval 9">
            <a:extLst>
              <a:ext uri="{FF2B5EF4-FFF2-40B4-BE49-F238E27FC236}">
                <a16:creationId xmlns:a16="http://schemas.microsoft.com/office/drawing/2014/main" id="{6475A5C9-EFEA-DF4B-81D1-88A2D381E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363" y="1811338"/>
            <a:ext cx="496887" cy="4699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4</a:t>
            </a:r>
          </a:p>
        </p:txBody>
      </p:sp>
      <p:sp>
        <p:nvSpPr>
          <p:cNvPr id="41" name="Oval 15">
            <a:extLst>
              <a:ext uri="{FF2B5EF4-FFF2-40B4-BE49-F238E27FC236}">
                <a16:creationId xmlns:a16="http://schemas.microsoft.com/office/drawing/2014/main" id="{322BC9CE-F26A-9E41-BEF7-B1243255F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1816100"/>
            <a:ext cx="496887" cy="4699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5</a:t>
            </a:r>
          </a:p>
        </p:txBody>
      </p:sp>
      <p:sp>
        <p:nvSpPr>
          <p:cNvPr id="42" name="Line 13">
            <a:extLst>
              <a:ext uri="{FF2B5EF4-FFF2-40B4-BE49-F238E27FC236}">
                <a16:creationId xmlns:a16="http://schemas.microsoft.com/office/drawing/2014/main" id="{E2598CBB-3FBD-784E-97B2-7ABD440F33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8338" y="1109663"/>
            <a:ext cx="9382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16">
            <a:extLst>
              <a:ext uri="{FF2B5EF4-FFF2-40B4-BE49-F238E27FC236}">
                <a16:creationId xmlns:a16="http://schemas.microsoft.com/office/drawing/2014/main" id="{83BAB360-102E-D748-869C-A99A783752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37188" y="2940050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Line 19">
            <a:extLst>
              <a:ext uri="{FF2B5EF4-FFF2-40B4-BE49-F238E27FC236}">
                <a16:creationId xmlns:a16="http://schemas.microsoft.com/office/drawing/2014/main" id="{10E0A2C3-4834-4940-87B6-C1317B6BAD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88200" y="2279650"/>
            <a:ext cx="498475" cy="4841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22">
            <a:extLst>
              <a:ext uri="{FF2B5EF4-FFF2-40B4-BE49-F238E27FC236}">
                <a16:creationId xmlns:a16="http://schemas.microsoft.com/office/drawing/2014/main" id="{0E7E09C3-2F6A-8846-9E57-A6713A076E6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59525" y="2189163"/>
            <a:ext cx="517525" cy="5778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Line 24">
            <a:extLst>
              <a:ext uri="{FF2B5EF4-FFF2-40B4-BE49-F238E27FC236}">
                <a16:creationId xmlns:a16="http://schemas.microsoft.com/office/drawing/2014/main" id="{29370452-371F-A94A-A55A-D9CE81E82E1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56263" y="1325563"/>
            <a:ext cx="425450" cy="479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TextBox 74">
            <a:extLst>
              <a:ext uri="{FF2B5EF4-FFF2-40B4-BE49-F238E27FC236}">
                <a16:creationId xmlns:a16="http://schemas.microsoft.com/office/drawing/2014/main" id="{5AF714D2-AF8E-884D-A507-A1F4BB1E2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8213" y="762000"/>
            <a:ext cx="314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48" name="TextBox 77">
            <a:extLst>
              <a:ext uri="{FF2B5EF4-FFF2-40B4-BE49-F238E27FC236}">
                <a16:creationId xmlns:a16="http://schemas.microsoft.com/office/drawing/2014/main" id="{AE814382-1D7C-A24D-8A4D-8DDCE510F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75" y="2209800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49" name="TextBox 79">
            <a:extLst>
              <a:ext uri="{FF2B5EF4-FFF2-40B4-BE49-F238E27FC236}">
                <a16:creationId xmlns:a16="http://schemas.microsoft.com/office/drawing/2014/main" id="{96AAC538-9AF5-9948-BBEA-40A493085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3263" y="1306513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50" name="TextBox 82">
            <a:extLst>
              <a:ext uri="{FF2B5EF4-FFF2-40B4-BE49-F238E27FC236}">
                <a16:creationId xmlns:a16="http://schemas.microsoft.com/office/drawing/2014/main" id="{16AF0B85-54C6-3244-8A48-B9B8F962E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2513" y="2432050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51" name="TextBox 71">
            <a:extLst>
              <a:ext uri="{FF2B5EF4-FFF2-40B4-BE49-F238E27FC236}">
                <a16:creationId xmlns:a16="http://schemas.microsoft.com/office/drawing/2014/main" id="{D654C54F-B0D8-884B-959A-CFEC04BD0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6775" y="2895600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52" name="Line 14">
            <a:extLst>
              <a:ext uri="{FF2B5EF4-FFF2-40B4-BE49-F238E27FC236}">
                <a16:creationId xmlns:a16="http://schemas.microsoft.com/office/drawing/2014/main" id="{66E621BF-D9B8-9642-AAA4-E0506EB07F5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060575"/>
            <a:ext cx="1216025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TextBox 87">
            <a:extLst>
              <a:ext uri="{FF2B5EF4-FFF2-40B4-BE49-F238E27FC236}">
                <a16:creationId xmlns:a16="http://schemas.microsoft.com/office/drawing/2014/main" id="{F3CF2ECA-D09E-504A-888C-83F153712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6675" y="1752600"/>
            <a:ext cx="379413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graphicFrame>
        <p:nvGraphicFramePr>
          <p:cNvPr id="54" name="Group 246">
            <a:extLst>
              <a:ext uri="{FF2B5EF4-FFF2-40B4-BE49-F238E27FC236}">
                <a16:creationId xmlns:a16="http://schemas.microsoft.com/office/drawing/2014/main" id="{ABB2ADEB-EE90-9A4B-9452-38651C46B585}"/>
              </a:ext>
            </a:extLst>
          </p:cNvPr>
          <p:cNvGraphicFramePr>
            <a:graphicFrameLocks noGrp="1"/>
          </p:cNvGraphicFramePr>
          <p:nvPr/>
        </p:nvGraphicFramePr>
        <p:xfrm>
          <a:off x="28575" y="5094288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1,4,2,3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Group 275">
            <a:extLst>
              <a:ext uri="{FF2B5EF4-FFF2-40B4-BE49-F238E27FC236}">
                <a16:creationId xmlns:a16="http://schemas.microsoft.com/office/drawing/2014/main" id="{D6D9BE1F-DEB8-D848-A417-BEF3B8572F78}"/>
              </a:ext>
            </a:extLst>
          </p:cNvPr>
          <p:cNvGraphicFramePr>
            <a:graphicFrameLocks noGrp="1"/>
          </p:cNvGraphicFramePr>
          <p:nvPr/>
        </p:nvGraphicFramePr>
        <p:xfrm>
          <a:off x="28575" y="4281488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Group 295">
            <a:extLst>
              <a:ext uri="{FF2B5EF4-FFF2-40B4-BE49-F238E27FC236}">
                <a16:creationId xmlns:a16="http://schemas.microsoft.com/office/drawing/2014/main" id="{DE8A6DD9-8FA7-9A43-82C5-A28752242B0C}"/>
              </a:ext>
            </a:extLst>
          </p:cNvPr>
          <p:cNvGraphicFramePr>
            <a:graphicFrameLocks noGrp="1"/>
          </p:cNvGraphicFramePr>
          <p:nvPr/>
        </p:nvGraphicFramePr>
        <p:xfrm>
          <a:off x="33338" y="4699000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1,4,2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" name="Group 315">
            <a:extLst>
              <a:ext uri="{FF2B5EF4-FFF2-40B4-BE49-F238E27FC236}">
                <a16:creationId xmlns:a16="http://schemas.microsoft.com/office/drawing/2014/main" id="{B921E97D-7771-8649-813E-84B59FA518FA}"/>
              </a:ext>
            </a:extLst>
          </p:cNvPr>
          <p:cNvGraphicFramePr>
            <a:graphicFrameLocks noGrp="1"/>
          </p:cNvGraphicFramePr>
          <p:nvPr/>
        </p:nvGraphicFramePr>
        <p:xfrm>
          <a:off x="33338" y="5494338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1,4,2,3,7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Group 335">
            <a:extLst>
              <a:ext uri="{FF2B5EF4-FFF2-40B4-BE49-F238E27FC236}">
                <a16:creationId xmlns:a16="http://schemas.microsoft.com/office/drawing/2014/main" id="{064FBC3B-96AE-2F47-BE47-CF48E82EA143}"/>
              </a:ext>
            </a:extLst>
          </p:cNvPr>
          <p:cNvGraphicFramePr>
            <a:graphicFrameLocks noGrp="1"/>
          </p:cNvGraphicFramePr>
          <p:nvPr/>
        </p:nvGraphicFramePr>
        <p:xfrm>
          <a:off x="33338" y="5888038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1,4,2,3,7,6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Group 355">
            <a:extLst>
              <a:ext uri="{FF2B5EF4-FFF2-40B4-BE49-F238E27FC236}">
                <a16:creationId xmlns:a16="http://schemas.microsoft.com/office/drawing/2014/main" id="{6F473127-8A68-154B-8429-6E3FEC66F0DD}"/>
              </a:ext>
            </a:extLst>
          </p:cNvPr>
          <p:cNvGraphicFramePr>
            <a:graphicFrameLocks noGrp="1"/>
          </p:cNvGraphicFramePr>
          <p:nvPr/>
        </p:nvGraphicFramePr>
        <p:xfrm>
          <a:off x="30163" y="6281738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 to 7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Group 375">
            <a:extLst>
              <a:ext uri="{FF2B5EF4-FFF2-40B4-BE49-F238E27FC236}">
                <a16:creationId xmlns:a16="http://schemas.microsoft.com/office/drawing/2014/main" id="{47E1608C-4AD7-FA45-82DA-45D9A72AF6EF}"/>
              </a:ext>
            </a:extLst>
          </p:cNvPr>
          <p:cNvGraphicFramePr>
            <a:graphicFrameLocks noGrp="1"/>
          </p:cNvGraphicFramePr>
          <p:nvPr/>
        </p:nvGraphicFramePr>
        <p:xfrm>
          <a:off x="28575" y="3462338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p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" name="Group 395">
            <a:extLst>
              <a:ext uri="{FF2B5EF4-FFF2-40B4-BE49-F238E27FC236}">
                <a16:creationId xmlns:a16="http://schemas.microsoft.com/office/drawing/2014/main" id="{3825FAE2-C3AE-924D-A4EB-017A11DB6155}"/>
              </a:ext>
            </a:extLst>
          </p:cNvPr>
          <p:cNvGraphicFramePr>
            <a:graphicFrameLocks noGrp="1"/>
          </p:cNvGraphicFramePr>
          <p:nvPr/>
        </p:nvGraphicFramePr>
        <p:xfrm>
          <a:off x="33338" y="3865563"/>
          <a:ext cx="8077200" cy="396875"/>
        </p:xfrm>
        <a:graphic>
          <a:graphicData uri="http://schemas.openxmlformats.org/drawingml/2006/table">
            <a:tbl>
              <a:tblPr/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v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∞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  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E2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TextBox 76">
            <a:extLst>
              <a:ext uri="{FF2B5EF4-FFF2-40B4-BE49-F238E27FC236}">
                <a16:creationId xmlns:a16="http://schemas.microsoft.com/office/drawing/2014/main" id="{EAD32C0E-9E8A-6749-81A9-D5D8311C4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3513" y="3048000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3" name="TextBox 77">
            <a:extLst>
              <a:ext uri="{FF2B5EF4-FFF2-40B4-BE49-F238E27FC236}">
                <a16:creationId xmlns:a16="http://schemas.microsoft.com/office/drawing/2014/main" id="{677BFA65-CDB5-0B48-9B40-4FCFC340F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64" name="TextBox 78">
            <a:extLst>
              <a:ext uri="{FF2B5EF4-FFF2-40B4-BE49-F238E27FC236}">
                <a16:creationId xmlns:a16="http://schemas.microsoft.com/office/drawing/2014/main" id="{DBB76E1F-6ECC-BE42-B9F9-61FB0A47F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3048000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65" name="TextBox 79">
            <a:extLst>
              <a:ext uri="{FF2B5EF4-FFF2-40B4-BE49-F238E27FC236}">
                <a16:creationId xmlns:a16="http://schemas.microsoft.com/office/drawing/2014/main" id="{60BA0678-1E83-2B4C-97DD-7C2E74E6A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66" name="TextBox 80">
            <a:extLst>
              <a:ext uri="{FF2B5EF4-FFF2-40B4-BE49-F238E27FC236}">
                <a16:creationId xmlns:a16="http://schemas.microsoft.com/office/drawing/2014/main" id="{311A0E40-8A07-AF43-95B1-0718F83FC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0025" y="3048000"/>
            <a:ext cx="4714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67" name="TextBox 81">
            <a:extLst>
              <a:ext uri="{FF2B5EF4-FFF2-40B4-BE49-F238E27FC236}">
                <a16:creationId xmlns:a16="http://schemas.microsoft.com/office/drawing/2014/main" id="{D0FFCDC7-651E-C443-A02D-97738E862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68" name="TextBox 82">
            <a:extLst>
              <a:ext uri="{FF2B5EF4-FFF2-40B4-BE49-F238E27FC236}">
                <a16:creationId xmlns:a16="http://schemas.microsoft.com/office/drawing/2014/main" id="{268DC8F9-C8EE-2F4A-8006-36AE127FB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0913" y="30511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v</a:t>
            </a:r>
            <a:r>
              <a:rPr lang="en-US" altLang="en-US" sz="2400" b="1" baseline="-25000">
                <a:solidFill>
                  <a:srgbClr val="FF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8005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67DE33-467F-FF4D-9A6B-B863CF0E0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DD80A7-871B-FD4E-A58D-7917D01F1942}"/>
              </a:ext>
            </a:extLst>
          </p:cNvPr>
          <p:cNvSpPr txBox="1">
            <a:spLocks/>
          </p:cNvSpPr>
          <p:nvPr/>
        </p:nvSpPr>
        <p:spPr bwMode="auto">
          <a:xfrm>
            <a:off x="269310" y="201612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Kruskal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60CA95-19A3-C44D-A443-03A2B5A20B62}"/>
              </a:ext>
            </a:extLst>
          </p:cNvPr>
          <p:cNvSpPr txBox="1">
            <a:spLocks/>
          </p:cNvSpPr>
          <p:nvPr/>
        </p:nvSpPr>
        <p:spPr>
          <a:xfrm>
            <a:off x="533400" y="1609725"/>
            <a:ext cx="73914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2" charset="2"/>
              <a:buNone/>
            </a:pPr>
            <a:r>
              <a:rPr lang="en-US" altLang="en-US" sz="2200" b="1" dirty="0"/>
              <a:t>MST-Kruskal (</a:t>
            </a:r>
            <a:r>
              <a:rPr lang="en-US" altLang="en-US" sz="2200" b="1" dirty="0" err="1"/>
              <a:t>G,w</a:t>
            </a:r>
            <a:r>
              <a:rPr lang="en-US" altLang="en-US" sz="2200" b="1" dirty="0"/>
              <a:t>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b="1" dirty="0"/>
              <a:t>  </a:t>
            </a:r>
            <a:r>
              <a:rPr lang="en-US" altLang="en-US" sz="2200" b="1" i="1" dirty="0">
                <a:solidFill>
                  <a:srgbClr val="0000CC"/>
                </a:solidFill>
              </a:rPr>
              <a:t>F</a:t>
            </a:r>
            <a:r>
              <a:rPr lang="en-US" altLang="en-US" sz="2200" b="1" dirty="0">
                <a:solidFill>
                  <a:srgbClr val="0000CC"/>
                </a:solidFill>
              </a:rPr>
              <a:t> = { }</a:t>
            </a:r>
            <a:endParaRPr lang="en-US" altLang="en-US" sz="2200" b="1" dirty="0">
              <a:solidFill>
                <a:srgbClr val="0000CC"/>
              </a:solidFill>
              <a:cs typeface="Arial" panose="020B0604020202020204" pitchFamily="34" charset="0"/>
            </a:endParaRPr>
          </a:p>
          <a:p>
            <a:pPr>
              <a:buFont typeface="Wingdings 2" pitchFamily="2" charset="2"/>
              <a:buNone/>
            </a:pPr>
            <a:r>
              <a:rPr lang="en-US" altLang="en-US" sz="2200" b="1" dirty="0">
                <a:latin typeface="Courier New" panose="02070309020205020404" pitchFamily="49" charset="0"/>
              </a:rPr>
              <a:t> For each vertex </a:t>
            </a:r>
            <a:r>
              <a:rPr lang="en-US" altLang="en-US" sz="2200" b="1" i="1" dirty="0">
                <a:solidFill>
                  <a:srgbClr val="0000CC"/>
                </a:solidFill>
                <a:latin typeface="Courier New" panose="02070309020205020404" pitchFamily="49" charset="0"/>
              </a:rPr>
              <a:t>v </a:t>
            </a:r>
            <a:r>
              <a:rPr lang="en-US" altLang="en-US" sz="2200" b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</a:t>
            </a:r>
            <a:r>
              <a:rPr lang="en-US" altLang="en-US" sz="2200" b="1" i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 V</a:t>
            </a:r>
            <a:r>
              <a:rPr lang="en-US" altLang="en-US" sz="2200" b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[</a:t>
            </a:r>
            <a:r>
              <a:rPr lang="en-US" altLang="en-US" sz="2200" b="1" i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G</a:t>
            </a:r>
            <a:r>
              <a:rPr lang="en-US" altLang="en-US" sz="2200" b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]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b="1" dirty="0">
                <a:latin typeface="Courier New" panose="02070309020205020404" pitchFamily="49" charset="0"/>
                <a:sym typeface="Symbol" pitchFamily="2" charset="2"/>
              </a:rPr>
              <a:t>   </a:t>
            </a:r>
            <a:r>
              <a:rPr lang="en-US" altLang="en-US" sz="2200" b="1" dirty="0" err="1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MakeSet</a:t>
            </a:r>
            <a:r>
              <a:rPr lang="en-US" altLang="en-US" sz="2200" b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(</a:t>
            </a:r>
            <a:r>
              <a:rPr lang="en-US" altLang="en-US" sz="2200" b="1" i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v</a:t>
            </a:r>
            <a:r>
              <a:rPr lang="en-US" altLang="en-US" sz="2200" b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b="1" dirty="0">
                <a:latin typeface="Courier New" panose="02070309020205020404" pitchFamily="49" charset="0"/>
                <a:sym typeface="Symbol" pitchFamily="2" charset="2"/>
              </a:rPr>
              <a:t> sort the </a:t>
            </a:r>
            <a:r>
              <a:rPr lang="en-US" altLang="en-US" sz="2200" b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edges(</a:t>
            </a:r>
            <a:r>
              <a:rPr lang="en-US" altLang="en-US" sz="2200" b="1" i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E</a:t>
            </a:r>
            <a:r>
              <a:rPr lang="en-US" altLang="en-US" sz="2200" b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)</a:t>
            </a:r>
            <a:r>
              <a:rPr lang="en-US" altLang="en-US" sz="2200" b="1" dirty="0">
                <a:latin typeface="Courier New" panose="02070309020205020404" pitchFamily="49" charset="0"/>
                <a:sym typeface="Symbol" pitchFamily="2" charset="2"/>
              </a:rPr>
              <a:t> in increasing order by weight </a:t>
            </a:r>
            <a:r>
              <a:rPr lang="en-US" altLang="en-US" sz="2200" b="1" i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w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b="1" dirty="0">
                <a:latin typeface="Courier New" panose="02070309020205020404" pitchFamily="49" charset="0"/>
                <a:sym typeface="Symbol" pitchFamily="2" charset="2"/>
              </a:rPr>
              <a:t>	for each edge </a:t>
            </a:r>
            <a:r>
              <a:rPr lang="en-US" altLang="en-US" sz="2200" b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(</a:t>
            </a:r>
            <a:r>
              <a:rPr lang="en-US" altLang="en-US" sz="2200" b="1" i="1" dirty="0" err="1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u</a:t>
            </a:r>
            <a:r>
              <a:rPr lang="en-US" altLang="en-US" sz="2200" b="1" dirty="0" err="1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,</a:t>
            </a:r>
            <a:r>
              <a:rPr lang="en-US" altLang="en-US" sz="2200" b="1" i="1" dirty="0" err="1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v</a:t>
            </a:r>
            <a:r>
              <a:rPr lang="en-US" altLang="en-US" sz="2200" b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)  </a:t>
            </a:r>
            <a:r>
              <a:rPr lang="en-US" altLang="en-US" sz="2200" b="1" i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E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b="1" dirty="0">
                <a:latin typeface="Courier New" panose="02070309020205020404" pitchFamily="49" charset="0"/>
                <a:sym typeface="Symbol" pitchFamily="2" charset="2"/>
              </a:rPr>
              <a:t>	  </a:t>
            </a:r>
            <a:r>
              <a:rPr lang="en-US" altLang="en-US" sz="1800" b="1" dirty="0">
                <a:latin typeface="Courier New" panose="02070309020205020404" pitchFamily="49" charset="0"/>
                <a:sym typeface="Symbol" pitchFamily="2" charset="2"/>
              </a:rPr>
              <a:t>if </a:t>
            </a:r>
            <a:r>
              <a:rPr lang="en-US" altLang="en-US" sz="1800" b="1" dirty="0" err="1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FindSet</a:t>
            </a:r>
            <a:r>
              <a:rPr lang="en-US" altLang="en-US" sz="1800" b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(</a:t>
            </a:r>
            <a:r>
              <a:rPr lang="en-US" altLang="en-US" sz="1800" b="1" i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u</a:t>
            </a:r>
            <a:r>
              <a:rPr lang="en-US" altLang="en-US" sz="1800" b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)  </a:t>
            </a:r>
            <a:r>
              <a:rPr lang="en-US" altLang="en-US" sz="1800" b="1" dirty="0" err="1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FindSet</a:t>
            </a:r>
            <a:r>
              <a:rPr lang="en-US" altLang="en-US" sz="1800" b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(</a:t>
            </a:r>
            <a:r>
              <a:rPr lang="en-US" altLang="en-US" sz="1800" b="1" i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v</a:t>
            </a:r>
            <a:r>
              <a:rPr lang="en-US" altLang="en-US" sz="1800" b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)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b="1" dirty="0">
                <a:latin typeface="Courier New" panose="02070309020205020404" pitchFamily="49" charset="0"/>
                <a:sym typeface="Symbol" pitchFamily="2" charset="2"/>
              </a:rPr>
              <a:t>	 	  </a:t>
            </a:r>
            <a:r>
              <a:rPr lang="en-US" altLang="en-US" sz="2200" b="1" i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F</a:t>
            </a:r>
            <a:r>
              <a:rPr lang="en-US" altLang="en-US" sz="2200" b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 = </a:t>
            </a:r>
            <a:r>
              <a:rPr lang="en-US" altLang="en-US" sz="2200" b="1" i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F</a:t>
            </a:r>
            <a:r>
              <a:rPr lang="en-US" altLang="en-US" sz="2200" b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 U {(</a:t>
            </a:r>
            <a:r>
              <a:rPr lang="en-US" altLang="en-US" sz="2200" b="1" i="1" dirty="0" err="1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u</a:t>
            </a:r>
            <a:r>
              <a:rPr lang="en-US" altLang="en-US" sz="2200" b="1" dirty="0" err="1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,</a:t>
            </a:r>
            <a:r>
              <a:rPr lang="en-US" altLang="en-US" sz="2200" b="1" i="1" dirty="0" err="1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v</a:t>
            </a:r>
            <a:r>
              <a:rPr lang="en-US" altLang="en-US" sz="2200" b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)}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b="1" dirty="0">
                <a:latin typeface="Courier New" panose="02070309020205020404" pitchFamily="49" charset="0"/>
                <a:sym typeface="Symbol" pitchFamily="2" charset="2"/>
              </a:rPr>
              <a:t>			</a:t>
            </a:r>
            <a:r>
              <a:rPr lang="en-US" altLang="en-US" sz="2200" b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UNION(</a:t>
            </a:r>
            <a:r>
              <a:rPr lang="en-US" altLang="en-US" sz="2200" b="1" i="1" dirty="0" err="1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u</a:t>
            </a:r>
            <a:r>
              <a:rPr lang="en-US" altLang="en-US" sz="2200" b="1" dirty="0" err="1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,</a:t>
            </a:r>
            <a:r>
              <a:rPr lang="en-US" altLang="en-US" sz="2200" b="1" i="1" dirty="0" err="1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v</a:t>
            </a:r>
            <a:r>
              <a:rPr lang="en-US" altLang="en-US" sz="2200" b="1" dirty="0">
                <a:solidFill>
                  <a:srgbClr val="0000CC"/>
                </a:solidFill>
                <a:latin typeface="Courier New" panose="02070309020205020404" pitchFamily="49" charset="0"/>
                <a:sym typeface="Symbol" pitchFamily="2" charset="2"/>
              </a:rPr>
              <a:t>)</a:t>
            </a:r>
            <a:r>
              <a:rPr lang="en-US" altLang="en-US" sz="2200" b="1" dirty="0">
                <a:latin typeface="Courier New" panose="02070309020205020404" pitchFamily="49" charset="0"/>
                <a:sym typeface="Symbol" pitchFamily="2" charset="2"/>
              </a:rPr>
              <a:t> </a:t>
            </a:r>
          </a:p>
          <a:p>
            <a:pPr>
              <a:buFont typeface="Wingdings 2" pitchFamily="2" charset="2"/>
              <a:buNone/>
            </a:pPr>
            <a:endParaRPr lang="en-US" altLang="en-US" sz="2200" b="1" dirty="0">
              <a:latin typeface="Courier New" panose="02070309020205020404" pitchFamily="49" charset="0"/>
              <a:sym typeface="Symbol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80465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B8A884-6216-8E4D-ABFF-332CC3346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B99430-6EB4-664D-8CE4-8C2B5CCFD0E9}"/>
              </a:ext>
            </a:extLst>
          </p:cNvPr>
          <p:cNvSpPr txBox="1">
            <a:spLocks/>
          </p:cNvSpPr>
          <p:nvPr/>
        </p:nvSpPr>
        <p:spPr bwMode="auto">
          <a:xfrm>
            <a:off x="189571" y="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Kruskal Algorithm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1FC5CA-16D3-344C-BB25-2F2D0F05685C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2390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solidFill>
                  <a:srgbClr val="0000CC"/>
                </a:solidFill>
              </a:rPr>
              <a:t>MakeSet(</a:t>
            </a:r>
            <a:r>
              <a:rPr lang="en-US" altLang="en-US" b="1" i="1">
                <a:solidFill>
                  <a:srgbClr val="0000CC"/>
                </a:solidFill>
              </a:rPr>
              <a:t>v</a:t>
            </a:r>
            <a:r>
              <a:rPr lang="en-US" altLang="en-US">
                <a:solidFill>
                  <a:srgbClr val="0000CC"/>
                </a:solidFill>
              </a:rPr>
              <a:t>)</a:t>
            </a:r>
            <a:r>
              <a:rPr lang="en-US" altLang="en-US"/>
              <a:t>:    Create a new set whose only member is pointed to by </a:t>
            </a:r>
            <a:r>
              <a:rPr lang="en-US" altLang="en-US" b="1" i="1">
                <a:solidFill>
                  <a:srgbClr val="0000CC"/>
                </a:solidFill>
              </a:rPr>
              <a:t>v</a:t>
            </a:r>
            <a:r>
              <a:rPr lang="en-US" altLang="en-US"/>
              <a:t>. Note that for this operation </a:t>
            </a:r>
            <a:r>
              <a:rPr lang="en-US" altLang="en-US" b="1" i="1">
                <a:solidFill>
                  <a:srgbClr val="0000CC"/>
                </a:solidFill>
              </a:rPr>
              <a:t>v</a:t>
            </a:r>
            <a:r>
              <a:rPr lang="en-US" altLang="en-US"/>
              <a:t> must already be in a set.</a:t>
            </a:r>
          </a:p>
          <a:p>
            <a:r>
              <a:rPr lang="en-US" altLang="en-US">
                <a:solidFill>
                  <a:srgbClr val="0000CC"/>
                </a:solidFill>
                <a:sym typeface="Symbol" pitchFamily="2" charset="2"/>
              </a:rPr>
              <a:t>FindSet</a:t>
            </a:r>
            <a:r>
              <a:rPr lang="en-US" altLang="en-US">
                <a:solidFill>
                  <a:srgbClr val="0000CC"/>
                </a:solidFill>
              </a:rPr>
              <a:t>(v): </a:t>
            </a:r>
            <a:r>
              <a:rPr lang="en-US" altLang="en-US"/>
              <a:t>   Returns a pointer to the set containing </a:t>
            </a:r>
            <a:r>
              <a:rPr lang="en-US" altLang="en-US" b="1" i="1">
                <a:solidFill>
                  <a:srgbClr val="0000CC"/>
                </a:solidFill>
              </a:rPr>
              <a:t>v</a:t>
            </a:r>
            <a:r>
              <a:rPr lang="en-US" altLang="en-US"/>
              <a:t>.</a:t>
            </a:r>
          </a:p>
          <a:p>
            <a:r>
              <a:rPr lang="en-US" altLang="en-US">
                <a:solidFill>
                  <a:srgbClr val="0000CC"/>
                </a:solidFill>
              </a:rPr>
              <a:t>UNION(</a:t>
            </a:r>
            <a:r>
              <a:rPr lang="en-US" altLang="en-US" b="1">
                <a:solidFill>
                  <a:srgbClr val="0000CC"/>
                </a:solidFill>
              </a:rPr>
              <a:t>u, v</a:t>
            </a:r>
            <a:r>
              <a:rPr lang="en-US" altLang="en-US">
                <a:solidFill>
                  <a:srgbClr val="0000CC"/>
                </a:solidFill>
              </a:rPr>
              <a:t>): </a:t>
            </a:r>
            <a:r>
              <a:rPr lang="en-US" altLang="en-US"/>
              <a:t> Unites the dynamic sets that contain </a:t>
            </a:r>
            <a:r>
              <a:rPr lang="en-US" altLang="en-US" b="1" i="1">
                <a:solidFill>
                  <a:srgbClr val="0000CC"/>
                </a:solidFill>
              </a:rPr>
              <a:t>u</a:t>
            </a:r>
            <a:r>
              <a:rPr lang="en-US" altLang="en-US"/>
              <a:t> and </a:t>
            </a:r>
            <a:r>
              <a:rPr lang="en-US" altLang="en-US" b="1" i="1">
                <a:solidFill>
                  <a:srgbClr val="0000CC"/>
                </a:solidFill>
              </a:rPr>
              <a:t>v</a:t>
            </a:r>
            <a:r>
              <a:rPr lang="en-US" altLang="en-US"/>
              <a:t> into a new set that is union of these two sets.</a:t>
            </a:r>
          </a:p>
          <a:p>
            <a:pPr>
              <a:buFont typeface="Wingdings 2" pitchFamily="2" charset="2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298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28D4C8-24F7-224D-9AB9-8219C287F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3" name="Oval 9">
            <a:extLst>
              <a:ext uri="{FF2B5EF4-FFF2-40B4-BE49-F238E27FC236}">
                <a16:creationId xmlns:a16="http://schemas.microsoft.com/office/drawing/2014/main" id="{F409F6E1-07AE-B74F-9D95-B30A8E050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9763" y="1338263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" name="Oval 15">
            <a:extLst>
              <a:ext uri="{FF2B5EF4-FFF2-40B4-BE49-F238E27FC236}">
                <a16:creationId xmlns:a16="http://schemas.microsoft.com/office/drawing/2014/main" id="{1D048B18-A67C-C746-93EF-0A44F4333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8038" y="1343025"/>
            <a:ext cx="500062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" name="Oval 9">
            <a:extLst>
              <a:ext uri="{FF2B5EF4-FFF2-40B4-BE49-F238E27FC236}">
                <a16:creationId xmlns:a16="http://schemas.microsoft.com/office/drawing/2014/main" id="{E574931E-BFC2-4F4E-8BCF-502DF880D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3173413"/>
            <a:ext cx="49847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6" name="Oval 15">
            <a:extLst>
              <a:ext uri="{FF2B5EF4-FFF2-40B4-BE49-F238E27FC236}">
                <a16:creationId xmlns:a16="http://schemas.microsoft.com/office/drawing/2014/main" id="{94126537-6EB2-824E-B9CF-65F847616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3173413"/>
            <a:ext cx="49688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v7</a:t>
            </a:r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69A3B652-4963-CD47-AF0A-A44B3F879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251075"/>
            <a:ext cx="49688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960144E8-AB07-1F4F-B1BF-C0FD4466E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63" y="2268538"/>
            <a:ext cx="49688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9" name="Oval 15">
            <a:extLst>
              <a:ext uri="{FF2B5EF4-FFF2-40B4-BE49-F238E27FC236}">
                <a16:creationId xmlns:a16="http://schemas.microsoft.com/office/drawing/2014/main" id="{6DBC9CE8-9A8E-F847-AA8B-8263B8F85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3" y="2273300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43F52D9D-CC1F-C94D-B4AF-8598560F45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0938" y="1566863"/>
            <a:ext cx="9382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4">
            <a:extLst>
              <a:ext uri="{FF2B5EF4-FFF2-40B4-BE49-F238E27FC236}">
                <a16:creationId xmlns:a16="http://schemas.microsoft.com/office/drawing/2014/main" id="{172A5BAF-F506-7F4C-A0E4-A6B75309316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2509838"/>
            <a:ext cx="12144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5">
            <a:extLst>
              <a:ext uri="{FF2B5EF4-FFF2-40B4-BE49-F238E27FC236}">
                <a16:creationId xmlns:a16="http://schemas.microsoft.com/office/drawing/2014/main" id="{BCEDB61E-3A9F-5044-A3C8-360C163A73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59275" y="2490788"/>
            <a:ext cx="1106488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5CF78408-D818-4744-9934-2573DBEA52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79788" y="3397250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7">
            <a:extLst>
              <a:ext uri="{FF2B5EF4-FFF2-40B4-BE49-F238E27FC236}">
                <a16:creationId xmlns:a16="http://schemas.microsoft.com/office/drawing/2014/main" id="{8C790FFF-1B10-3C40-A40F-4B2875343A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4138" y="1722438"/>
            <a:ext cx="646112" cy="5953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8">
            <a:extLst>
              <a:ext uri="{FF2B5EF4-FFF2-40B4-BE49-F238E27FC236}">
                <a16:creationId xmlns:a16="http://schemas.microsoft.com/office/drawing/2014/main" id="{04C294B2-C93D-A340-AC4B-68CE9751C2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62325" y="2665413"/>
            <a:ext cx="644525" cy="5937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D5824FE3-4619-6441-8447-3C217A6BA0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0800" y="2736850"/>
            <a:ext cx="498475" cy="4857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20">
            <a:extLst>
              <a:ext uri="{FF2B5EF4-FFF2-40B4-BE49-F238E27FC236}">
                <a16:creationId xmlns:a16="http://schemas.microsoft.com/office/drawing/2014/main" id="{600274B5-B7E3-C740-B794-5BDD4E1C1C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18000" y="1812925"/>
            <a:ext cx="498475" cy="5175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1">
            <a:extLst>
              <a:ext uri="{FF2B5EF4-FFF2-40B4-BE49-F238E27FC236}">
                <a16:creationId xmlns:a16="http://schemas.microsoft.com/office/drawing/2014/main" id="{6D5BF662-92B3-534F-BAA2-B0C179E05E1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01913" y="2701925"/>
            <a:ext cx="425450" cy="479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2">
            <a:extLst>
              <a:ext uri="{FF2B5EF4-FFF2-40B4-BE49-F238E27FC236}">
                <a16:creationId xmlns:a16="http://schemas.microsoft.com/office/drawing/2014/main" id="{7CA5F546-1192-C341-BC3E-68B08350CE1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02125" y="2647950"/>
            <a:ext cx="517525" cy="5762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3">
            <a:extLst>
              <a:ext uri="{FF2B5EF4-FFF2-40B4-BE49-F238E27FC236}">
                <a16:creationId xmlns:a16="http://schemas.microsoft.com/office/drawing/2014/main" id="{B79CF316-614F-F74C-95BB-4B8A55991C0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56188" y="1722438"/>
            <a:ext cx="519112" cy="5762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4">
            <a:extLst>
              <a:ext uri="{FF2B5EF4-FFF2-40B4-BE49-F238E27FC236}">
                <a16:creationId xmlns:a16="http://schemas.microsoft.com/office/drawing/2014/main" id="{8CAFE266-87CC-3F4C-B7D5-BA5DCD570CE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98863" y="1782763"/>
            <a:ext cx="425450" cy="4810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C6DD13A-FBF5-2C4B-BCC1-8AF50C886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4150" y="1219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75D6F8A-A9E2-9741-8A75-19658B267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394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5F733AD-0396-9843-B496-CB2A47BC5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2863" y="17811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8813588-C325-E84C-8D5C-62B5DAB27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288" y="2890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2FA1A7C-CEEF-224A-81D9-00649E698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8813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947CE03-4DF0-7B4B-A7D6-2A6EF98C5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5950" y="2201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F34F095F-BBE3-9544-833E-FEAC25469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9825" y="17367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0800086-B584-AB41-A9B6-39ED3141D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5300" y="18510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ACE9B28C-D366-4542-BAF7-A9E9CCEE0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2338" y="2201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BE22F5E3-9826-D74E-881F-26B04EF43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8450" y="2890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13C944D8-5293-F04C-9207-3EB9E8323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25" y="27622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8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A44AB6C-2C5B-9B4B-B521-05746FCD6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0" y="16779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10</a:t>
            </a:r>
          </a:p>
        </p:txBody>
      </p:sp>
      <p:sp>
        <p:nvSpPr>
          <p:cNvPr id="34" name="Oval 9">
            <a:extLst>
              <a:ext uri="{FF2B5EF4-FFF2-40B4-BE49-F238E27FC236}">
                <a16:creationId xmlns:a16="http://schemas.microsoft.com/office/drawing/2014/main" id="{001ECB2A-36F8-9345-9236-322A3269D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3563" y="4114800"/>
            <a:ext cx="496887" cy="474663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1</a:t>
            </a:r>
          </a:p>
        </p:txBody>
      </p:sp>
      <p:sp>
        <p:nvSpPr>
          <p:cNvPr id="35" name="Oval 15">
            <a:extLst>
              <a:ext uri="{FF2B5EF4-FFF2-40B4-BE49-F238E27FC236}">
                <a16:creationId xmlns:a16="http://schemas.microsoft.com/office/drawing/2014/main" id="{BC5DD370-BF3E-884C-8B86-2A40DAC4D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8" y="4117975"/>
            <a:ext cx="500062" cy="47783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6" name="Oval 9">
            <a:extLst>
              <a:ext uri="{FF2B5EF4-FFF2-40B4-BE49-F238E27FC236}">
                <a16:creationId xmlns:a16="http://schemas.microsoft.com/office/drawing/2014/main" id="{5AA42B78-E9D6-434F-94B6-7262A4D76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813" y="5969000"/>
            <a:ext cx="498475" cy="474663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7" name="Oval 15">
            <a:extLst>
              <a:ext uri="{FF2B5EF4-FFF2-40B4-BE49-F238E27FC236}">
                <a16:creationId xmlns:a16="http://schemas.microsoft.com/office/drawing/2014/main" id="{C50D90D2-338B-CA40-A0AB-84AE99346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263" y="5969000"/>
            <a:ext cx="496887" cy="474663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8" name="Oval 9">
            <a:extLst>
              <a:ext uri="{FF2B5EF4-FFF2-40B4-BE49-F238E27FC236}">
                <a16:creationId xmlns:a16="http://schemas.microsoft.com/office/drawing/2014/main" id="{82A97706-A095-8343-8756-E3A9B791F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037138"/>
            <a:ext cx="496888" cy="47625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9" name="Oval 9">
            <a:extLst>
              <a:ext uri="{FF2B5EF4-FFF2-40B4-BE49-F238E27FC236}">
                <a16:creationId xmlns:a16="http://schemas.microsoft.com/office/drawing/2014/main" id="{76ED6BA6-F733-554A-934B-71856FDBE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763" y="5054600"/>
            <a:ext cx="496887" cy="47625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0" name="Oval 15">
            <a:extLst>
              <a:ext uri="{FF2B5EF4-FFF2-40B4-BE49-F238E27FC236}">
                <a16:creationId xmlns:a16="http://schemas.microsoft.com/office/drawing/2014/main" id="{F8763F2F-3B7D-D34A-9062-BB5E02B61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0513" y="5059363"/>
            <a:ext cx="496887" cy="474662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E107235-0C13-9E4D-8AB4-D05422B7C348}"/>
              </a:ext>
            </a:extLst>
          </p:cNvPr>
          <p:cNvSpPr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3800" b="1"/>
              <a:t>Kruskal’s Algorithm</a:t>
            </a:r>
          </a:p>
        </p:txBody>
      </p:sp>
      <p:sp>
        <p:nvSpPr>
          <p:cNvPr id="43" name="Rectangle 41">
            <a:extLst>
              <a:ext uri="{FF2B5EF4-FFF2-40B4-BE49-F238E27FC236}">
                <a16:creationId xmlns:a16="http://schemas.microsoft.com/office/drawing/2014/main" id="{056A1584-6AA6-5346-8371-95D7E7D9D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762000"/>
            <a:ext cx="973138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u="sng">
                <a:solidFill>
                  <a:srgbClr val="FF0000"/>
                </a:solidFill>
                <a:sym typeface="Symbol" pitchFamily="2" charset="2"/>
              </a:rPr>
              <a:t>SETS</a:t>
            </a:r>
          </a:p>
          <a:p>
            <a:pPr algn="l" eaLnBrk="1" hangingPunct="1"/>
            <a:endParaRPr lang="en-US" altLang="en-US" sz="600" b="1" u="sng">
              <a:solidFill>
                <a:srgbClr val="FF0000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1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} , 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2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} , 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3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} , 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4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} , 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5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} , 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6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} , 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7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566136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F5372F-0956-BB41-AACA-ADE5E87AE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3" name="Oval 9">
            <a:extLst>
              <a:ext uri="{FF2B5EF4-FFF2-40B4-BE49-F238E27FC236}">
                <a16:creationId xmlns:a16="http://schemas.microsoft.com/office/drawing/2014/main" id="{023F7DBD-B414-4D45-8A29-07F340EEA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9763" y="1338263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" name="Oval 15">
            <a:extLst>
              <a:ext uri="{FF2B5EF4-FFF2-40B4-BE49-F238E27FC236}">
                <a16:creationId xmlns:a16="http://schemas.microsoft.com/office/drawing/2014/main" id="{80B11C7A-1E7C-0D42-9E73-381B54B06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8038" y="1343025"/>
            <a:ext cx="500062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" name="Oval 9">
            <a:extLst>
              <a:ext uri="{FF2B5EF4-FFF2-40B4-BE49-F238E27FC236}">
                <a16:creationId xmlns:a16="http://schemas.microsoft.com/office/drawing/2014/main" id="{D1234C43-CCB2-EA4E-8638-BA4BEA9A0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3173413"/>
            <a:ext cx="49847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6" name="Oval 15">
            <a:extLst>
              <a:ext uri="{FF2B5EF4-FFF2-40B4-BE49-F238E27FC236}">
                <a16:creationId xmlns:a16="http://schemas.microsoft.com/office/drawing/2014/main" id="{889E22AB-4765-FD4F-84D6-B22AEBBB3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3173413"/>
            <a:ext cx="49688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v7</a:t>
            </a:r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A2B28931-DBB5-9A41-983A-C80E3E45E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251075"/>
            <a:ext cx="49688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9F1A8D24-FA7E-A046-841C-C4293739F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63" y="2268538"/>
            <a:ext cx="49688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9" name="Oval 15">
            <a:extLst>
              <a:ext uri="{FF2B5EF4-FFF2-40B4-BE49-F238E27FC236}">
                <a16:creationId xmlns:a16="http://schemas.microsoft.com/office/drawing/2014/main" id="{AD0828BE-6486-F746-AD5F-BA2040BA0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3" y="2273300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40CA4C34-9113-3E4D-ACB4-038B950662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0938" y="1566863"/>
            <a:ext cx="9382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4">
            <a:extLst>
              <a:ext uri="{FF2B5EF4-FFF2-40B4-BE49-F238E27FC236}">
                <a16:creationId xmlns:a16="http://schemas.microsoft.com/office/drawing/2014/main" id="{94408103-35D8-4947-8442-C9F6416732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2509838"/>
            <a:ext cx="12144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5">
            <a:extLst>
              <a:ext uri="{FF2B5EF4-FFF2-40B4-BE49-F238E27FC236}">
                <a16:creationId xmlns:a16="http://schemas.microsoft.com/office/drawing/2014/main" id="{DED13DEB-23B6-C640-8667-423466C0BA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59275" y="2490788"/>
            <a:ext cx="1106488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BBD0AFDE-80EF-1B46-AF47-1FBA90A488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79788" y="3397250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7">
            <a:extLst>
              <a:ext uri="{FF2B5EF4-FFF2-40B4-BE49-F238E27FC236}">
                <a16:creationId xmlns:a16="http://schemas.microsoft.com/office/drawing/2014/main" id="{E25918B2-328A-F640-81F0-8079F6F6D7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4138" y="1722438"/>
            <a:ext cx="646112" cy="5953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8">
            <a:extLst>
              <a:ext uri="{FF2B5EF4-FFF2-40B4-BE49-F238E27FC236}">
                <a16:creationId xmlns:a16="http://schemas.microsoft.com/office/drawing/2014/main" id="{8FC0972F-67A4-5444-BE3A-C02BB0E462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62325" y="2665413"/>
            <a:ext cx="644525" cy="5937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CFBB5315-E2FB-0245-8E05-90D0688181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0800" y="2736850"/>
            <a:ext cx="498475" cy="4857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20">
            <a:extLst>
              <a:ext uri="{FF2B5EF4-FFF2-40B4-BE49-F238E27FC236}">
                <a16:creationId xmlns:a16="http://schemas.microsoft.com/office/drawing/2014/main" id="{26FD5B95-C279-1644-A9D3-293A972A71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18000" y="1812925"/>
            <a:ext cx="498475" cy="5175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1">
            <a:extLst>
              <a:ext uri="{FF2B5EF4-FFF2-40B4-BE49-F238E27FC236}">
                <a16:creationId xmlns:a16="http://schemas.microsoft.com/office/drawing/2014/main" id="{13773014-F110-1B46-92A9-9E552341534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01913" y="2701925"/>
            <a:ext cx="425450" cy="479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2">
            <a:extLst>
              <a:ext uri="{FF2B5EF4-FFF2-40B4-BE49-F238E27FC236}">
                <a16:creationId xmlns:a16="http://schemas.microsoft.com/office/drawing/2014/main" id="{1EA890DF-11C7-384D-8132-3766762E67E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02125" y="2647950"/>
            <a:ext cx="517525" cy="5762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3">
            <a:extLst>
              <a:ext uri="{FF2B5EF4-FFF2-40B4-BE49-F238E27FC236}">
                <a16:creationId xmlns:a16="http://schemas.microsoft.com/office/drawing/2014/main" id="{0CD8975F-2162-FC45-9480-E3AB8C57EA6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56188" y="1722438"/>
            <a:ext cx="519112" cy="5762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4">
            <a:extLst>
              <a:ext uri="{FF2B5EF4-FFF2-40B4-BE49-F238E27FC236}">
                <a16:creationId xmlns:a16="http://schemas.microsoft.com/office/drawing/2014/main" id="{AFCCC7CB-EF35-7D46-91B1-7EBABAC6E65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98863" y="1782763"/>
            <a:ext cx="425450" cy="4810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00BDC2D-4D46-3048-AD67-A00A49273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4150" y="1219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C8BB8C9A-24DF-8142-8AD8-460FDE3DB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394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1027EFD-4549-BA4C-AE41-087995C59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2863" y="17811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C17C4D7-5ACE-374F-B9EF-E62BF1736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288" y="2890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C3E611F-EA03-8342-8FCA-B27521924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8813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0E618F9D-19CB-774C-B982-95DD81A70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5950" y="2201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2AC70878-9FDE-FB45-98C9-442C7D90E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9825" y="17367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0DAB0285-876B-2E4B-91B5-9911AE9A8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5300" y="18510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2DA3DA8-9852-A445-8062-C8D36C69B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2338" y="2201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3A7845BE-C2FE-9843-9030-E02668FCDE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8450" y="2890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69802B56-C19B-D54F-897D-5F7D26A22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25" y="27622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8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DE3E936C-3B8D-CE43-B7AD-A457B6F63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0" y="16779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10</a:t>
            </a:r>
          </a:p>
        </p:txBody>
      </p:sp>
      <p:sp>
        <p:nvSpPr>
          <p:cNvPr id="34" name="Oval 9">
            <a:extLst>
              <a:ext uri="{FF2B5EF4-FFF2-40B4-BE49-F238E27FC236}">
                <a16:creationId xmlns:a16="http://schemas.microsoft.com/office/drawing/2014/main" id="{DEF2C674-BF10-994F-A357-4756CC364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3563" y="4114800"/>
            <a:ext cx="496887" cy="474663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1</a:t>
            </a:r>
          </a:p>
        </p:txBody>
      </p:sp>
      <p:sp>
        <p:nvSpPr>
          <p:cNvPr id="35" name="Oval 15">
            <a:extLst>
              <a:ext uri="{FF2B5EF4-FFF2-40B4-BE49-F238E27FC236}">
                <a16:creationId xmlns:a16="http://schemas.microsoft.com/office/drawing/2014/main" id="{9236A08D-533D-034D-B1A6-A53505F45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8" y="4117975"/>
            <a:ext cx="500062" cy="47783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6" name="Oval 9">
            <a:extLst>
              <a:ext uri="{FF2B5EF4-FFF2-40B4-BE49-F238E27FC236}">
                <a16:creationId xmlns:a16="http://schemas.microsoft.com/office/drawing/2014/main" id="{ECADAD6E-C4CC-4B4F-B19B-37CDAF0D2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813" y="5969000"/>
            <a:ext cx="498475" cy="474663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7" name="Oval 15">
            <a:extLst>
              <a:ext uri="{FF2B5EF4-FFF2-40B4-BE49-F238E27FC236}">
                <a16:creationId xmlns:a16="http://schemas.microsoft.com/office/drawing/2014/main" id="{DD085E49-6A4D-4544-B899-9A01BF254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263" y="5969000"/>
            <a:ext cx="496887" cy="474663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8" name="Oval 9">
            <a:extLst>
              <a:ext uri="{FF2B5EF4-FFF2-40B4-BE49-F238E27FC236}">
                <a16:creationId xmlns:a16="http://schemas.microsoft.com/office/drawing/2014/main" id="{C7E98A6B-B3B7-2949-AAB2-CB06C5A70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037138"/>
            <a:ext cx="496888" cy="47625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9" name="Oval 9">
            <a:extLst>
              <a:ext uri="{FF2B5EF4-FFF2-40B4-BE49-F238E27FC236}">
                <a16:creationId xmlns:a16="http://schemas.microsoft.com/office/drawing/2014/main" id="{6FFED855-F6E3-954A-95DE-F1ED51AC0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763" y="5054600"/>
            <a:ext cx="496887" cy="47625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0" name="Oval 15">
            <a:extLst>
              <a:ext uri="{FF2B5EF4-FFF2-40B4-BE49-F238E27FC236}">
                <a16:creationId xmlns:a16="http://schemas.microsoft.com/office/drawing/2014/main" id="{1FD39C5E-8428-B741-8B12-C7B23436E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0513" y="5059363"/>
            <a:ext cx="496887" cy="474662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1" name="Rectangle 61">
            <a:extLst>
              <a:ext uri="{FF2B5EF4-FFF2-40B4-BE49-F238E27FC236}">
                <a16:creationId xmlns:a16="http://schemas.microsoft.com/office/drawing/2014/main" id="{743E35AE-3849-EC4C-91B9-15AF7942F4B8}"/>
              </a:ext>
            </a:extLst>
          </p:cNvPr>
          <p:cNvSpPr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3800" b="1"/>
              <a:t>Kruskal’s Algorithm</a:t>
            </a:r>
          </a:p>
        </p:txBody>
      </p:sp>
      <p:sp>
        <p:nvSpPr>
          <p:cNvPr id="42" name="Line 24">
            <a:extLst>
              <a:ext uri="{FF2B5EF4-FFF2-40B4-BE49-F238E27FC236}">
                <a16:creationId xmlns:a16="http://schemas.microsoft.com/office/drawing/2014/main" id="{776B1B43-5990-2144-AB75-1659F5760BB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05200" y="4576763"/>
            <a:ext cx="425450" cy="4810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TextBox 28">
            <a:extLst>
              <a:ext uri="{FF2B5EF4-FFF2-40B4-BE49-F238E27FC236}">
                <a16:creationId xmlns:a16="http://schemas.microsoft.com/office/drawing/2014/main" id="{4857DE2F-D683-F542-BD8F-AD76B7F1A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6163" y="45307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44" name="Text Box 64">
            <a:extLst>
              <a:ext uri="{FF2B5EF4-FFF2-40B4-BE49-F238E27FC236}">
                <a16:creationId xmlns:a16="http://schemas.microsoft.com/office/drawing/2014/main" id="{50D37B7D-CD4E-2549-8295-24B95EACB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352800"/>
            <a:ext cx="2781300" cy="138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</a:rPr>
              <a:t>Min Edge = 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1</a:t>
            </a:r>
            <a:r>
              <a:rPr lang="en-US" altLang="en-US" sz="1600" b="1">
                <a:solidFill>
                  <a:srgbClr val="7E2A48"/>
                </a:solidFill>
              </a:rPr>
              <a:t>,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4</a:t>
            </a:r>
            <a:r>
              <a:rPr lang="en-US" altLang="en-US" sz="1600" b="1" baseline="-25000">
                <a:solidFill>
                  <a:srgbClr val="7E2A48"/>
                </a:solidFill>
              </a:rPr>
              <a:t> </a:t>
            </a:r>
            <a:r>
              <a:rPr lang="en-US" altLang="en-US" sz="1600" b="1">
                <a:solidFill>
                  <a:srgbClr val="7E2A48"/>
                </a:solidFill>
              </a:rPr>
              <a:t>)</a:t>
            </a:r>
          </a:p>
          <a:p>
            <a:pPr algn="l" eaLnBrk="1" hangingPunct="1"/>
            <a:endParaRPr lang="en-US" altLang="en-US" sz="700" b="1">
              <a:solidFill>
                <a:srgbClr val="7E2A48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FindSet(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1</a:t>
            </a:r>
            <a:r>
              <a:rPr lang="en-US" altLang="en-US" sz="1600" b="1">
                <a:solidFill>
                  <a:srgbClr val="7E2A48"/>
                </a:solidFill>
              </a:rPr>
              <a:t> 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)  FindSet(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4</a:t>
            </a:r>
            <a:r>
              <a:rPr lang="en-US" altLang="en-US" sz="1600" b="1">
                <a:solidFill>
                  <a:srgbClr val="7E2A48"/>
                </a:solidFill>
              </a:rPr>
              <a:t> 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)</a:t>
            </a:r>
          </a:p>
          <a:p>
            <a:pPr algn="l" eaLnBrk="1" hangingPunct="1"/>
            <a:endParaRPr lang="en-US" altLang="en-US" sz="700" b="1">
              <a:solidFill>
                <a:srgbClr val="7E2A48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         </a:t>
            </a:r>
            <a:r>
              <a:rPr lang="en-US" altLang="en-US" sz="1600" b="1" i="1">
                <a:solidFill>
                  <a:srgbClr val="0000CC"/>
                </a:solidFill>
                <a:sym typeface="Symbol" pitchFamily="2" charset="2"/>
              </a:rPr>
              <a:t>F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= </a:t>
            </a:r>
            <a:r>
              <a:rPr lang="en-US" altLang="en-US" sz="1600" b="1" i="1">
                <a:solidFill>
                  <a:srgbClr val="0000CC"/>
                </a:solidFill>
                <a:sym typeface="Symbol" pitchFamily="2" charset="2"/>
              </a:rPr>
              <a:t>F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U {(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1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4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)}</a:t>
            </a:r>
          </a:p>
          <a:p>
            <a:pPr algn="l" eaLnBrk="1" hangingPunct="1"/>
            <a:endParaRPr lang="en-US" altLang="en-US" sz="700" b="1">
              <a:solidFill>
                <a:srgbClr val="7E2A48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         UNION(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1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4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)</a:t>
            </a:r>
          </a:p>
        </p:txBody>
      </p:sp>
      <p:sp>
        <p:nvSpPr>
          <p:cNvPr id="46" name="Rectangle 44">
            <a:extLst>
              <a:ext uri="{FF2B5EF4-FFF2-40B4-BE49-F238E27FC236}">
                <a16:creationId xmlns:a16="http://schemas.microsoft.com/office/drawing/2014/main" id="{16843D67-5035-5348-A141-58BF84C27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005263"/>
            <a:ext cx="189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i="1">
                <a:solidFill>
                  <a:srgbClr val="0000CC"/>
                </a:solidFill>
                <a:sym typeface="Symbol" pitchFamily="2" charset="2"/>
              </a:rPr>
              <a:t>F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={ (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1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4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) }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4F2A58A-782F-1E4B-B2D1-35302CD75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762000"/>
            <a:ext cx="1350963" cy="233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u="sng">
                <a:solidFill>
                  <a:srgbClr val="FF0000"/>
                </a:solidFill>
                <a:sym typeface="Symbol" pitchFamily="2" charset="2"/>
              </a:rPr>
              <a:t>SETS</a:t>
            </a:r>
          </a:p>
          <a:p>
            <a:pPr algn="l" eaLnBrk="1" hangingPunct="1"/>
            <a:endParaRPr lang="en-US" altLang="en-US" sz="600" b="1" u="sng">
              <a:solidFill>
                <a:srgbClr val="FF0000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1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4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} , 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2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} , 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3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} , 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5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} , 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6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} , 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7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595144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B92B21-DC24-064F-91E9-598196E1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3" name="Oval 9">
            <a:extLst>
              <a:ext uri="{FF2B5EF4-FFF2-40B4-BE49-F238E27FC236}">
                <a16:creationId xmlns:a16="http://schemas.microsoft.com/office/drawing/2014/main" id="{89CE0774-458D-B641-AD35-4DC260B75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9763" y="1338263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" name="Oval 15">
            <a:extLst>
              <a:ext uri="{FF2B5EF4-FFF2-40B4-BE49-F238E27FC236}">
                <a16:creationId xmlns:a16="http://schemas.microsoft.com/office/drawing/2014/main" id="{A778F5C6-6DA7-5B43-AA36-DC6CA1E98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8038" y="1343025"/>
            <a:ext cx="500062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" name="Oval 9">
            <a:extLst>
              <a:ext uri="{FF2B5EF4-FFF2-40B4-BE49-F238E27FC236}">
                <a16:creationId xmlns:a16="http://schemas.microsoft.com/office/drawing/2014/main" id="{98114A80-5835-C849-8050-270BDD265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3173413"/>
            <a:ext cx="49847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6" name="Oval 15">
            <a:extLst>
              <a:ext uri="{FF2B5EF4-FFF2-40B4-BE49-F238E27FC236}">
                <a16:creationId xmlns:a16="http://schemas.microsoft.com/office/drawing/2014/main" id="{B8C84BF5-D209-E84C-B783-8A1DB0C02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3173413"/>
            <a:ext cx="49688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v7</a:t>
            </a:r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E5C14F65-3585-1548-8E6A-131692EF3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251075"/>
            <a:ext cx="49688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BF5D9656-4250-7645-9CA7-6A371A97D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63" y="2268538"/>
            <a:ext cx="49688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9" name="Oval 15">
            <a:extLst>
              <a:ext uri="{FF2B5EF4-FFF2-40B4-BE49-F238E27FC236}">
                <a16:creationId xmlns:a16="http://schemas.microsoft.com/office/drawing/2014/main" id="{93DDEF04-6681-AA41-8817-1DA8B6F8D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3" y="2273300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75CE9EB3-1D25-CC4C-9248-7038902D08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0938" y="1566863"/>
            <a:ext cx="9382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4">
            <a:extLst>
              <a:ext uri="{FF2B5EF4-FFF2-40B4-BE49-F238E27FC236}">
                <a16:creationId xmlns:a16="http://schemas.microsoft.com/office/drawing/2014/main" id="{E8D1CD90-21DB-FF42-8A7A-AA089BBB16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2509838"/>
            <a:ext cx="12144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5">
            <a:extLst>
              <a:ext uri="{FF2B5EF4-FFF2-40B4-BE49-F238E27FC236}">
                <a16:creationId xmlns:a16="http://schemas.microsoft.com/office/drawing/2014/main" id="{8AE21AC3-D8F7-CE47-896A-29542189A4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59275" y="2490788"/>
            <a:ext cx="1106488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AB926E87-71AC-6745-BC8A-0DAB981AA9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79788" y="3397250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7">
            <a:extLst>
              <a:ext uri="{FF2B5EF4-FFF2-40B4-BE49-F238E27FC236}">
                <a16:creationId xmlns:a16="http://schemas.microsoft.com/office/drawing/2014/main" id="{ED3E2F3C-AFD9-1042-80C5-5C848BD91B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4138" y="1722438"/>
            <a:ext cx="646112" cy="5953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8">
            <a:extLst>
              <a:ext uri="{FF2B5EF4-FFF2-40B4-BE49-F238E27FC236}">
                <a16:creationId xmlns:a16="http://schemas.microsoft.com/office/drawing/2014/main" id="{EEB592BE-F03F-C649-82A7-D6C23FA22F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62325" y="2665413"/>
            <a:ext cx="644525" cy="5937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61AAC1C4-E290-344E-B685-C5D5818BCA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0800" y="2736850"/>
            <a:ext cx="498475" cy="4857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20">
            <a:extLst>
              <a:ext uri="{FF2B5EF4-FFF2-40B4-BE49-F238E27FC236}">
                <a16:creationId xmlns:a16="http://schemas.microsoft.com/office/drawing/2014/main" id="{2B592581-50E7-2744-9B48-9932D4FD72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18000" y="1812925"/>
            <a:ext cx="498475" cy="5175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1">
            <a:extLst>
              <a:ext uri="{FF2B5EF4-FFF2-40B4-BE49-F238E27FC236}">
                <a16:creationId xmlns:a16="http://schemas.microsoft.com/office/drawing/2014/main" id="{F6B0A6BF-E21E-6644-953D-53D99F106F2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01913" y="2701925"/>
            <a:ext cx="425450" cy="479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2">
            <a:extLst>
              <a:ext uri="{FF2B5EF4-FFF2-40B4-BE49-F238E27FC236}">
                <a16:creationId xmlns:a16="http://schemas.microsoft.com/office/drawing/2014/main" id="{6BEC9203-56E8-EA4D-8C8B-7D643063857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02125" y="2647950"/>
            <a:ext cx="517525" cy="5762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3">
            <a:extLst>
              <a:ext uri="{FF2B5EF4-FFF2-40B4-BE49-F238E27FC236}">
                <a16:creationId xmlns:a16="http://schemas.microsoft.com/office/drawing/2014/main" id="{BD05E44A-124F-CD4A-854B-271E8C87D4B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56188" y="1722438"/>
            <a:ext cx="519112" cy="5762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4">
            <a:extLst>
              <a:ext uri="{FF2B5EF4-FFF2-40B4-BE49-F238E27FC236}">
                <a16:creationId xmlns:a16="http://schemas.microsoft.com/office/drawing/2014/main" id="{2B4C3DDC-A1EC-2742-805B-7ADD6D4CE80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98863" y="1782763"/>
            <a:ext cx="425450" cy="4810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EE01F07-1F2A-5845-8648-E6449827E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4150" y="1219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36E3EF6-184A-8E40-9009-733D6F580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394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487265B9-6248-E24F-8C41-30D6D40C7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2863" y="17811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67570D2-996C-1C43-B0C9-49D8D6A5E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288" y="2890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1522744-8903-1B4D-95FB-C81A8C39B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8813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6B8D4A4F-6107-5A4F-98DC-27C68EA1A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5950" y="2201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F12CA3E0-6B68-FA42-91AC-52111C5F2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9825" y="17367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978E4D32-6F5B-934C-83EB-D30B5A096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5300" y="18510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CAF40221-AEFF-DE4F-8705-3AF5DA0EF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2338" y="2201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ECDACF79-FDC2-FF4F-B22C-C49118EFA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8450" y="2890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5BFF85A5-24F8-8E49-A5B6-E213CF228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25" y="27622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8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312138C8-B020-084E-B32D-3F3A32DEC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0" y="16779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10</a:t>
            </a:r>
          </a:p>
        </p:txBody>
      </p:sp>
      <p:sp>
        <p:nvSpPr>
          <p:cNvPr id="34" name="Oval 9">
            <a:extLst>
              <a:ext uri="{FF2B5EF4-FFF2-40B4-BE49-F238E27FC236}">
                <a16:creationId xmlns:a16="http://schemas.microsoft.com/office/drawing/2014/main" id="{47366D57-2291-4144-A9DC-16665A5C0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3563" y="4114800"/>
            <a:ext cx="496887" cy="474663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1</a:t>
            </a:r>
          </a:p>
        </p:txBody>
      </p:sp>
      <p:sp>
        <p:nvSpPr>
          <p:cNvPr id="35" name="Oval 15">
            <a:extLst>
              <a:ext uri="{FF2B5EF4-FFF2-40B4-BE49-F238E27FC236}">
                <a16:creationId xmlns:a16="http://schemas.microsoft.com/office/drawing/2014/main" id="{74186F9B-F037-624B-B8CC-E5024F51C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8" y="4117975"/>
            <a:ext cx="500062" cy="47783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6" name="Oval 9">
            <a:extLst>
              <a:ext uri="{FF2B5EF4-FFF2-40B4-BE49-F238E27FC236}">
                <a16:creationId xmlns:a16="http://schemas.microsoft.com/office/drawing/2014/main" id="{61E6A040-A679-AA46-97D6-9FA8CA971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813" y="5969000"/>
            <a:ext cx="498475" cy="474663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7" name="Oval 15">
            <a:extLst>
              <a:ext uri="{FF2B5EF4-FFF2-40B4-BE49-F238E27FC236}">
                <a16:creationId xmlns:a16="http://schemas.microsoft.com/office/drawing/2014/main" id="{4D3C3708-D694-2042-8C40-A1659B510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263" y="5969000"/>
            <a:ext cx="496887" cy="474663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8" name="Oval 9">
            <a:extLst>
              <a:ext uri="{FF2B5EF4-FFF2-40B4-BE49-F238E27FC236}">
                <a16:creationId xmlns:a16="http://schemas.microsoft.com/office/drawing/2014/main" id="{1BFC7658-12C3-DA4F-AFEE-D58111FCB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037138"/>
            <a:ext cx="496888" cy="47625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9" name="Oval 9">
            <a:extLst>
              <a:ext uri="{FF2B5EF4-FFF2-40B4-BE49-F238E27FC236}">
                <a16:creationId xmlns:a16="http://schemas.microsoft.com/office/drawing/2014/main" id="{EBA98D08-DF09-A840-A35F-DC0E35BAA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763" y="5054600"/>
            <a:ext cx="496887" cy="47625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0" name="Oval 15">
            <a:extLst>
              <a:ext uri="{FF2B5EF4-FFF2-40B4-BE49-F238E27FC236}">
                <a16:creationId xmlns:a16="http://schemas.microsoft.com/office/drawing/2014/main" id="{51E7EFAA-325A-294C-AE38-0D68AF6EB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0513" y="5059363"/>
            <a:ext cx="496887" cy="474662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BABBAA0-D345-D445-BB33-5CD9335F0DB9}"/>
              </a:ext>
            </a:extLst>
          </p:cNvPr>
          <p:cNvSpPr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3800" b="1"/>
              <a:t>Kruskal’s Algorithm</a:t>
            </a:r>
          </a:p>
        </p:txBody>
      </p:sp>
      <p:sp>
        <p:nvSpPr>
          <p:cNvPr id="42" name="Line 24">
            <a:extLst>
              <a:ext uri="{FF2B5EF4-FFF2-40B4-BE49-F238E27FC236}">
                <a16:creationId xmlns:a16="http://schemas.microsoft.com/office/drawing/2014/main" id="{3316A338-FD35-3E41-A4B8-35A0574BD23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05200" y="4576763"/>
            <a:ext cx="425450" cy="4810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TextBox 28">
            <a:extLst>
              <a:ext uri="{FF2B5EF4-FFF2-40B4-BE49-F238E27FC236}">
                <a16:creationId xmlns:a16="http://schemas.microsoft.com/office/drawing/2014/main" id="{48CFB66D-51D2-9745-B50E-4066C1FFF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6163" y="45307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44" name="Line 16">
            <a:extLst>
              <a:ext uri="{FF2B5EF4-FFF2-40B4-BE49-F238E27FC236}">
                <a16:creationId xmlns:a16="http://schemas.microsoft.com/office/drawing/2014/main" id="{31F0771F-DF4E-C14B-B611-61AFC9B6AC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21050" y="6237288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TextBox 23">
            <a:extLst>
              <a:ext uri="{FF2B5EF4-FFF2-40B4-BE49-F238E27FC236}">
                <a16:creationId xmlns:a16="http://schemas.microsoft.com/office/drawing/2014/main" id="{262AEFA5-F9D2-3B4D-9177-B2FAB4085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1263" y="62341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46" name="Text Box 45">
            <a:extLst>
              <a:ext uri="{FF2B5EF4-FFF2-40B4-BE49-F238E27FC236}">
                <a16:creationId xmlns:a16="http://schemas.microsoft.com/office/drawing/2014/main" id="{61466C47-9F97-EF4E-99DA-CE78D0693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352800"/>
            <a:ext cx="2781300" cy="138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</a:rPr>
              <a:t>Min Edge = 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6</a:t>
            </a:r>
            <a:r>
              <a:rPr lang="en-US" altLang="en-US" sz="1600" b="1">
                <a:solidFill>
                  <a:srgbClr val="7E2A48"/>
                </a:solidFill>
              </a:rPr>
              <a:t>,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7</a:t>
            </a:r>
            <a:r>
              <a:rPr lang="en-US" altLang="en-US" sz="1600" b="1" baseline="-25000">
                <a:solidFill>
                  <a:srgbClr val="7E2A48"/>
                </a:solidFill>
              </a:rPr>
              <a:t> </a:t>
            </a:r>
            <a:r>
              <a:rPr lang="en-US" altLang="en-US" sz="1600" b="1">
                <a:solidFill>
                  <a:srgbClr val="7E2A48"/>
                </a:solidFill>
              </a:rPr>
              <a:t>)</a:t>
            </a:r>
          </a:p>
          <a:p>
            <a:pPr algn="l" eaLnBrk="1" hangingPunct="1"/>
            <a:endParaRPr lang="en-US" altLang="en-US" sz="700" b="1">
              <a:solidFill>
                <a:srgbClr val="7E2A48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FindSet(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6</a:t>
            </a:r>
            <a:r>
              <a:rPr lang="en-US" altLang="en-US" sz="1600" b="1">
                <a:solidFill>
                  <a:srgbClr val="7E2A48"/>
                </a:solidFill>
              </a:rPr>
              <a:t> 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)  FindSet(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7</a:t>
            </a:r>
            <a:r>
              <a:rPr lang="en-US" altLang="en-US" sz="1600" b="1">
                <a:solidFill>
                  <a:srgbClr val="7E2A48"/>
                </a:solidFill>
              </a:rPr>
              <a:t> 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)</a:t>
            </a:r>
          </a:p>
          <a:p>
            <a:pPr algn="l" eaLnBrk="1" hangingPunct="1"/>
            <a:endParaRPr lang="en-US" altLang="en-US" sz="700" b="1">
              <a:solidFill>
                <a:srgbClr val="7E2A48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         </a:t>
            </a:r>
            <a:r>
              <a:rPr lang="en-US" altLang="en-US" sz="1600" b="1" i="1">
                <a:solidFill>
                  <a:srgbClr val="0000CC"/>
                </a:solidFill>
                <a:sym typeface="Symbol" pitchFamily="2" charset="2"/>
              </a:rPr>
              <a:t>F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= </a:t>
            </a:r>
            <a:r>
              <a:rPr lang="en-US" altLang="en-US" sz="1600" b="1" i="1">
                <a:solidFill>
                  <a:srgbClr val="0000CC"/>
                </a:solidFill>
                <a:sym typeface="Symbol" pitchFamily="2" charset="2"/>
              </a:rPr>
              <a:t>F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U {(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6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7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)}</a:t>
            </a:r>
          </a:p>
          <a:p>
            <a:pPr algn="l" eaLnBrk="1" hangingPunct="1"/>
            <a:endParaRPr lang="en-US" altLang="en-US" sz="700" b="1">
              <a:solidFill>
                <a:srgbClr val="7E2A48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         UNION(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6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7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)</a:t>
            </a:r>
          </a:p>
        </p:txBody>
      </p:sp>
      <p:sp>
        <p:nvSpPr>
          <p:cNvPr id="48" name="Rectangle 46">
            <a:extLst>
              <a:ext uri="{FF2B5EF4-FFF2-40B4-BE49-F238E27FC236}">
                <a16:creationId xmlns:a16="http://schemas.microsoft.com/office/drawing/2014/main" id="{08C689F3-BB88-DA4D-82C0-973F56729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005263"/>
            <a:ext cx="19161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i="1">
                <a:solidFill>
                  <a:srgbClr val="0000CC"/>
                </a:solidFill>
                <a:sym typeface="Symbol" pitchFamily="2" charset="2"/>
              </a:rPr>
              <a:t>F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={ (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1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4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) ,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       (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6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7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) }</a:t>
            </a:r>
          </a:p>
        </p:txBody>
      </p:sp>
      <p:sp>
        <p:nvSpPr>
          <p:cNvPr id="49" name="Rectangle 49">
            <a:extLst>
              <a:ext uri="{FF2B5EF4-FFF2-40B4-BE49-F238E27FC236}">
                <a16:creationId xmlns:a16="http://schemas.microsoft.com/office/drawing/2014/main" id="{BCE7BD7B-FFC6-CD4E-9FD0-42B1B1EBE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762000"/>
            <a:ext cx="138112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u="sng">
                <a:solidFill>
                  <a:srgbClr val="FF0000"/>
                </a:solidFill>
                <a:sym typeface="Symbol" pitchFamily="2" charset="2"/>
              </a:rPr>
              <a:t>SETS</a:t>
            </a:r>
          </a:p>
          <a:p>
            <a:pPr algn="l" eaLnBrk="1" hangingPunct="1"/>
            <a:endParaRPr lang="en-US" altLang="en-US" sz="600" b="1" u="sng">
              <a:solidFill>
                <a:srgbClr val="FF0000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1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4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} , 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2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} , 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3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} , 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5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} , 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6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7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516941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73F7C3-D35A-654D-8E1A-A39B25F45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3" name="Oval 9">
            <a:extLst>
              <a:ext uri="{FF2B5EF4-FFF2-40B4-BE49-F238E27FC236}">
                <a16:creationId xmlns:a16="http://schemas.microsoft.com/office/drawing/2014/main" id="{7B941178-068B-A14F-A332-76547EB9F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9763" y="1338263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" name="Oval 15">
            <a:extLst>
              <a:ext uri="{FF2B5EF4-FFF2-40B4-BE49-F238E27FC236}">
                <a16:creationId xmlns:a16="http://schemas.microsoft.com/office/drawing/2014/main" id="{829FA97E-C19E-2443-BAE1-1FDB71C99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8038" y="1343025"/>
            <a:ext cx="500062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" name="Oval 9">
            <a:extLst>
              <a:ext uri="{FF2B5EF4-FFF2-40B4-BE49-F238E27FC236}">
                <a16:creationId xmlns:a16="http://schemas.microsoft.com/office/drawing/2014/main" id="{CADB634C-7CFF-4147-A3A9-6F2535F12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3173413"/>
            <a:ext cx="49847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6" name="Oval 15">
            <a:extLst>
              <a:ext uri="{FF2B5EF4-FFF2-40B4-BE49-F238E27FC236}">
                <a16:creationId xmlns:a16="http://schemas.microsoft.com/office/drawing/2014/main" id="{B1342A89-9043-CC49-8E0A-7918D9145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3173413"/>
            <a:ext cx="49688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v7</a:t>
            </a:r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E73CA01E-9B94-2749-8E4D-28F6637B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251075"/>
            <a:ext cx="49688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5BF130BA-00EB-5D45-AEEC-EE15D97D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63" y="2268538"/>
            <a:ext cx="49688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9" name="Oval 15">
            <a:extLst>
              <a:ext uri="{FF2B5EF4-FFF2-40B4-BE49-F238E27FC236}">
                <a16:creationId xmlns:a16="http://schemas.microsoft.com/office/drawing/2014/main" id="{15FA2A27-53EC-6E41-840B-86DA832F0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3" y="2273300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1AD4173D-DC53-3545-A01A-E2A04300BB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0938" y="1566863"/>
            <a:ext cx="9382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4">
            <a:extLst>
              <a:ext uri="{FF2B5EF4-FFF2-40B4-BE49-F238E27FC236}">
                <a16:creationId xmlns:a16="http://schemas.microsoft.com/office/drawing/2014/main" id="{151A23F7-37C2-D24E-90A7-01E2F5E20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2509838"/>
            <a:ext cx="12144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5">
            <a:extLst>
              <a:ext uri="{FF2B5EF4-FFF2-40B4-BE49-F238E27FC236}">
                <a16:creationId xmlns:a16="http://schemas.microsoft.com/office/drawing/2014/main" id="{8182E958-08EC-5142-8865-F11DCA799C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59275" y="2490788"/>
            <a:ext cx="1106488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E0AF8FCB-1D24-DB47-A181-DB6C500CB4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79788" y="3397250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7">
            <a:extLst>
              <a:ext uri="{FF2B5EF4-FFF2-40B4-BE49-F238E27FC236}">
                <a16:creationId xmlns:a16="http://schemas.microsoft.com/office/drawing/2014/main" id="{A451B6A1-B573-8A4B-A593-AE75847689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4138" y="1722438"/>
            <a:ext cx="646112" cy="5953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8">
            <a:extLst>
              <a:ext uri="{FF2B5EF4-FFF2-40B4-BE49-F238E27FC236}">
                <a16:creationId xmlns:a16="http://schemas.microsoft.com/office/drawing/2014/main" id="{853FD933-9EDD-5243-AC49-704C0EEC44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62325" y="2665413"/>
            <a:ext cx="644525" cy="5937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EDFC7DAB-8CA3-D644-B0F3-C73293E03D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0800" y="2736850"/>
            <a:ext cx="498475" cy="4857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20">
            <a:extLst>
              <a:ext uri="{FF2B5EF4-FFF2-40B4-BE49-F238E27FC236}">
                <a16:creationId xmlns:a16="http://schemas.microsoft.com/office/drawing/2014/main" id="{CAB093D3-7004-C840-A476-D9D6E2DAD2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18000" y="1812925"/>
            <a:ext cx="498475" cy="5175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1">
            <a:extLst>
              <a:ext uri="{FF2B5EF4-FFF2-40B4-BE49-F238E27FC236}">
                <a16:creationId xmlns:a16="http://schemas.microsoft.com/office/drawing/2014/main" id="{592F5768-0E23-5F4F-9188-73460449FB2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01913" y="2701925"/>
            <a:ext cx="425450" cy="479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2">
            <a:extLst>
              <a:ext uri="{FF2B5EF4-FFF2-40B4-BE49-F238E27FC236}">
                <a16:creationId xmlns:a16="http://schemas.microsoft.com/office/drawing/2014/main" id="{CBED68CB-A8AF-914F-A4A9-2A65B9C8BF8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02125" y="2647950"/>
            <a:ext cx="517525" cy="5762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3">
            <a:extLst>
              <a:ext uri="{FF2B5EF4-FFF2-40B4-BE49-F238E27FC236}">
                <a16:creationId xmlns:a16="http://schemas.microsoft.com/office/drawing/2014/main" id="{5351D009-EEC6-6946-9734-9C597208092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56188" y="1722438"/>
            <a:ext cx="519112" cy="5762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4">
            <a:extLst>
              <a:ext uri="{FF2B5EF4-FFF2-40B4-BE49-F238E27FC236}">
                <a16:creationId xmlns:a16="http://schemas.microsoft.com/office/drawing/2014/main" id="{087FFC44-CF88-1F4F-9180-910C8FC0E25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98863" y="1782763"/>
            <a:ext cx="425450" cy="4810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5BAF930E-2F62-134D-95DB-217E24E50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4150" y="1219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AC7E543-2B24-2845-82B2-624F58C59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394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1554AD9-2967-1A4E-9069-B1067D214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2863" y="17811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0BDA89E-33A7-9647-909A-A00B2DC7C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288" y="2890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9FBD498-4FB0-A249-9555-1A35D71B4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8813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6FCBCEB1-B3AD-B044-B37A-E995659A5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5950" y="2201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9E5F2DC-25F2-A142-B8D1-B78C7B85F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9825" y="17367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65ACFD14-A464-9B4D-B0A0-4598F6E0C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5300" y="18510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47A12DE9-AD3C-D04D-8487-9974A0B16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2338" y="2201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79ADAF84-99C1-704B-94D4-05EACF017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8450" y="2890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4CE0803A-B4E2-204E-951E-51B9D5958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25" y="27622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8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582021F9-8E6C-D94C-9EA5-D1DAEC924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0" y="16779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10</a:t>
            </a:r>
          </a:p>
        </p:txBody>
      </p:sp>
      <p:sp>
        <p:nvSpPr>
          <p:cNvPr id="34" name="Oval 9">
            <a:extLst>
              <a:ext uri="{FF2B5EF4-FFF2-40B4-BE49-F238E27FC236}">
                <a16:creationId xmlns:a16="http://schemas.microsoft.com/office/drawing/2014/main" id="{D3306BBF-F505-1945-A1A4-CA374C881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3563" y="4114800"/>
            <a:ext cx="496887" cy="474663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1</a:t>
            </a:r>
          </a:p>
        </p:txBody>
      </p:sp>
      <p:sp>
        <p:nvSpPr>
          <p:cNvPr id="35" name="Oval 15">
            <a:extLst>
              <a:ext uri="{FF2B5EF4-FFF2-40B4-BE49-F238E27FC236}">
                <a16:creationId xmlns:a16="http://schemas.microsoft.com/office/drawing/2014/main" id="{72806CD5-78E3-3D45-8002-DA90C559B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8" y="4117975"/>
            <a:ext cx="500062" cy="47783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6" name="Oval 9">
            <a:extLst>
              <a:ext uri="{FF2B5EF4-FFF2-40B4-BE49-F238E27FC236}">
                <a16:creationId xmlns:a16="http://schemas.microsoft.com/office/drawing/2014/main" id="{8F714225-D4CA-454F-BDD5-80E5A1AC1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813" y="5969000"/>
            <a:ext cx="498475" cy="474663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7" name="Oval 15">
            <a:extLst>
              <a:ext uri="{FF2B5EF4-FFF2-40B4-BE49-F238E27FC236}">
                <a16:creationId xmlns:a16="http://schemas.microsoft.com/office/drawing/2014/main" id="{052FF18D-C8DF-AC4C-9C6A-A16CF5A50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263" y="5969000"/>
            <a:ext cx="496887" cy="474663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8" name="Oval 9">
            <a:extLst>
              <a:ext uri="{FF2B5EF4-FFF2-40B4-BE49-F238E27FC236}">
                <a16:creationId xmlns:a16="http://schemas.microsoft.com/office/drawing/2014/main" id="{24996994-6CD2-1943-97D3-7E44512F2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037138"/>
            <a:ext cx="496888" cy="47625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9" name="Oval 9">
            <a:extLst>
              <a:ext uri="{FF2B5EF4-FFF2-40B4-BE49-F238E27FC236}">
                <a16:creationId xmlns:a16="http://schemas.microsoft.com/office/drawing/2014/main" id="{77457F32-972B-B740-9E79-4850A0F95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763" y="5054600"/>
            <a:ext cx="496887" cy="47625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0" name="Oval 15">
            <a:extLst>
              <a:ext uri="{FF2B5EF4-FFF2-40B4-BE49-F238E27FC236}">
                <a16:creationId xmlns:a16="http://schemas.microsoft.com/office/drawing/2014/main" id="{2936FFBC-59FF-534C-B33F-46ECB6158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0513" y="5059363"/>
            <a:ext cx="496887" cy="474662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D34AE39-65B5-364B-A9EB-B261FC98A8D5}"/>
              </a:ext>
            </a:extLst>
          </p:cNvPr>
          <p:cNvSpPr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3800" b="1"/>
              <a:t>Kruskal’s Algorithm</a:t>
            </a:r>
          </a:p>
        </p:txBody>
      </p:sp>
      <p:sp>
        <p:nvSpPr>
          <p:cNvPr id="42" name="Line 24">
            <a:extLst>
              <a:ext uri="{FF2B5EF4-FFF2-40B4-BE49-F238E27FC236}">
                <a16:creationId xmlns:a16="http://schemas.microsoft.com/office/drawing/2014/main" id="{6F824D4F-8EE8-F140-AA62-F6BFF26E9AA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05200" y="4576763"/>
            <a:ext cx="425450" cy="4810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TextBox 28">
            <a:extLst>
              <a:ext uri="{FF2B5EF4-FFF2-40B4-BE49-F238E27FC236}">
                <a16:creationId xmlns:a16="http://schemas.microsoft.com/office/drawing/2014/main" id="{1245E56C-5476-1047-95F9-6576E34F6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6163" y="45307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44" name="Line 13">
            <a:extLst>
              <a:ext uri="{FF2B5EF4-FFF2-40B4-BE49-F238E27FC236}">
                <a16:creationId xmlns:a16="http://schemas.microsoft.com/office/drawing/2014/main" id="{97C0F895-6135-FD48-B1EC-2A20565ABFB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4400550"/>
            <a:ext cx="938213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TextBox 22">
            <a:extLst>
              <a:ext uri="{FF2B5EF4-FFF2-40B4-BE49-F238E27FC236}">
                <a16:creationId xmlns:a16="http://schemas.microsoft.com/office/drawing/2014/main" id="{B7F32D97-E298-C941-B186-AF6454109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40528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46" name="Line 16">
            <a:extLst>
              <a:ext uri="{FF2B5EF4-FFF2-40B4-BE49-F238E27FC236}">
                <a16:creationId xmlns:a16="http://schemas.microsoft.com/office/drawing/2014/main" id="{2F3267F0-CD61-E246-B501-39F408EE11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21050" y="6237288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TextBox 23">
            <a:extLst>
              <a:ext uri="{FF2B5EF4-FFF2-40B4-BE49-F238E27FC236}">
                <a16:creationId xmlns:a16="http://schemas.microsoft.com/office/drawing/2014/main" id="{1B131181-F3E0-1C4F-947E-6EBB81C68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1263" y="62341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48" name="Text Box 50">
            <a:extLst>
              <a:ext uri="{FF2B5EF4-FFF2-40B4-BE49-F238E27FC236}">
                <a16:creationId xmlns:a16="http://schemas.microsoft.com/office/drawing/2014/main" id="{36F6945C-E552-D44E-B448-14E65EE78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352800"/>
            <a:ext cx="2781300" cy="138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</a:rPr>
              <a:t>Min Edge = 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1</a:t>
            </a:r>
            <a:r>
              <a:rPr lang="en-US" altLang="en-US" sz="1600" b="1">
                <a:solidFill>
                  <a:srgbClr val="7E2A48"/>
                </a:solidFill>
              </a:rPr>
              <a:t>,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2</a:t>
            </a:r>
            <a:r>
              <a:rPr lang="en-US" altLang="en-US" sz="1600" b="1" baseline="-25000">
                <a:solidFill>
                  <a:srgbClr val="7E2A48"/>
                </a:solidFill>
              </a:rPr>
              <a:t> </a:t>
            </a:r>
            <a:r>
              <a:rPr lang="en-US" altLang="en-US" sz="1600" b="1">
                <a:solidFill>
                  <a:srgbClr val="7E2A48"/>
                </a:solidFill>
              </a:rPr>
              <a:t>)</a:t>
            </a:r>
          </a:p>
          <a:p>
            <a:pPr algn="l" eaLnBrk="1" hangingPunct="1"/>
            <a:endParaRPr lang="en-US" altLang="en-US" sz="700" b="1">
              <a:solidFill>
                <a:srgbClr val="7E2A48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FindSet(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1</a:t>
            </a:r>
            <a:r>
              <a:rPr lang="en-US" altLang="en-US" sz="1600" b="1">
                <a:solidFill>
                  <a:srgbClr val="7E2A48"/>
                </a:solidFill>
              </a:rPr>
              <a:t> 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)  FindSet(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2</a:t>
            </a:r>
            <a:r>
              <a:rPr lang="en-US" altLang="en-US" sz="1600" b="1">
                <a:solidFill>
                  <a:srgbClr val="7E2A48"/>
                </a:solidFill>
              </a:rPr>
              <a:t> 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)</a:t>
            </a:r>
          </a:p>
          <a:p>
            <a:pPr algn="l" eaLnBrk="1" hangingPunct="1"/>
            <a:endParaRPr lang="en-US" altLang="en-US" sz="700" b="1">
              <a:solidFill>
                <a:srgbClr val="7E2A48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         </a:t>
            </a:r>
            <a:r>
              <a:rPr lang="en-US" altLang="en-US" sz="1600" b="1" i="1">
                <a:solidFill>
                  <a:srgbClr val="0000CC"/>
                </a:solidFill>
                <a:sym typeface="Symbol" pitchFamily="2" charset="2"/>
              </a:rPr>
              <a:t>F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= </a:t>
            </a:r>
            <a:r>
              <a:rPr lang="en-US" altLang="en-US" sz="1600" b="1" i="1">
                <a:solidFill>
                  <a:srgbClr val="0000CC"/>
                </a:solidFill>
                <a:sym typeface="Symbol" pitchFamily="2" charset="2"/>
              </a:rPr>
              <a:t>F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U {(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1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2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)}</a:t>
            </a:r>
          </a:p>
          <a:p>
            <a:pPr algn="l" eaLnBrk="1" hangingPunct="1"/>
            <a:endParaRPr lang="en-US" altLang="en-US" sz="700" b="1">
              <a:solidFill>
                <a:srgbClr val="7E2A48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         UNION(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1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2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)</a:t>
            </a:r>
          </a:p>
        </p:txBody>
      </p:sp>
      <p:sp>
        <p:nvSpPr>
          <p:cNvPr id="50" name="Rectangle 48">
            <a:extLst>
              <a:ext uri="{FF2B5EF4-FFF2-40B4-BE49-F238E27FC236}">
                <a16:creationId xmlns:a16="http://schemas.microsoft.com/office/drawing/2014/main" id="{8BF9ACF3-2952-1048-B08F-8609F205B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005263"/>
            <a:ext cx="19161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i="1">
                <a:solidFill>
                  <a:srgbClr val="0000CC"/>
                </a:solidFill>
                <a:sym typeface="Symbol" pitchFamily="2" charset="2"/>
              </a:rPr>
              <a:t>F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={ (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1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4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) ,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       (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6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7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) ,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       (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1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2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) }</a:t>
            </a:r>
          </a:p>
        </p:txBody>
      </p:sp>
      <p:sp>
        <p:nvSpPr>
          <p:cNvPr id="51" name="Rectangle 49">
            <a:extLst>
              <a:ext uri="{FF2B5EF4-FFF2-40B4-BE49-F238E27FC236}">
                <a16:creationId xmlns:a16="http://schemas.microsoft.com/office/drawing/2014/main" id="{E1891CA2-4679-E84D-A365-034B4F4EB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762000"/>
            <a:ext cx="1730375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u="sng">
                <a:solidFill>
                  <a:srgbClr val="FF0000"/>
                </a:solidFill>
                <a:sym typeface="Symbol" pitchFamily="2" charset="2"/>
              </a:rPr>
              <a:t>SETS</a:t>
            </a:r>
          </a:p>
          <a:p>
            <a:pPr algn="l" eaLnBrk="1" hangingPunct="1"/>
            <a:endParaRPr lang="en-US" altLang="en-US" sz="600" b="1" u="sng">
              <a:solidFill>
                <a:srgbClr val="FF0000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1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</a:t>
            </a:r>
            <a:r>
              <a:rPr lang="en-US" altLang="en-US" sz="2000" b="1">
                <a:solidFill>
                  <a:srgbClr val="0000CC"/>
                </a:solidFill>
              </a:rPr>
              <a:t> v</a:t>
            </a:r>
            <a:r>
              <a:rPr lang="en-US" altLang="en-US" sz="2000" b="1" baseline="-25000">
                <a:solidFill>
                  <a:srgbClr val="0000CC"/>
                </a:solidFill>
              </a:rPr>
              <a:t>2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4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} , 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3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} , 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5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} , 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6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7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492449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E4F3F4-8755-2F4B-8FA2-63D91B1D1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3" name="Oval 9">
            <a:extLst>
              <a:ext uri="{FF2B5EF4-FFF2-40B4-BE49-F238E27FC236}">
                <a16:creationId xmlns:a16="http://schemas.microsoft.com/office/drawing/2014/main" id="{AC04B948-AD2D-B342-859F-CD979B6E6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9763" y="1338263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" name="Oval 15">
            <a:extLst>
              <a:ext uri="{FF2B5EF4-FFF2-40B4-BE49-F238E27FC236}">
                <a16:creationId xmlns:a16="http://schemas.microsoft.com/office/drawing/2014/main" id="{041F648D-61CE-AB43-931D-206919669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8038" y="1343025"/>
            <a:ext cx="500062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" name="Oval 9">
            <a:extLst>
              <a:ext uri="{FF2B5EF4-FFF2-40B4-BE49-F238E27FC236}">
                <a16:creationId xmlns:a16="http://schemas.microsoft.com/office/drawing/2014/main" id="{17DC9155-2F57-C940-9EF8-0C635CE9E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3173413"/>
            <a:ext cx="49847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6" name="Oval 15">
            <a:extLst>
              <a:ext uri="{FF2B5EF4-FFF2-40B4-BE49-F238E27FC236}">
                <a16:creationId xmlns:a16="http://schemas.microsoft.com/office/drawing/2014/main" id="{078FC81F-7225-144C-B69B-B2BDDAF71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3173413"/>
            <a:ext cx="49688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v7</a:t>
            </a:r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DE0B31C8-4B88-9C44-9D35-1963FB1A8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251075"/>
            <a:ext cx="49688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0EF124A8-EAA9-4F40-AD34-C55BAC71C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63" y="2268538"/>
            <a:ext cx="49688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9" name="Oval 15">
            <a:extLst>
              <a:ext uri="{FF2B5EF4-FFF2-40B4-BE49-F238E27FC236}">
                <a16:creationId xmlns:a16="http://schemas.microsoft.com/office/drawing/2014/main" id="{4EB62620-A317-9A4C-9B58-27F35ACDB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3" y="2273300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BA0AAA2A-DB85-4F47-A409-E4046F061E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0938" y="1566863"/>
            <a:ext cx="9382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4">
            <a:extLst>
              <a:ext uri="{FF2B5EF4-FFF2-40B4-BE49-F238E27FC236}">
                <a16:creationId xmlns:a16="http://schemas.microsoft.com/office/drawing/2014/main" id="{7CD20606-55C9-D848-B0E7-C047ED6ADA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2509838"/>
            <a:ext cx="12144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5">
            <a:extLst>
              <a:ext uri="{FF2B5EF4-FFF2-40B4-BE49-F238E27FC236}">
                <a16:creationId xmlns:a16="http://schemas.microsoft.com/office/drawing/2014/main" id="{41D9FD25-BA7B-0842-B390-497E982736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59275" y="2490788"/>
            <a:ext cx="1106488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999BDC84-C16D-2043-BB8A-654194242D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79788" y="3397250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7">
            <a:extLst>
              <a:ext uri="{FF2B5EF4-FFF2-40B4-BE49-F238E27FC236}">
                <a16:creationId xmlns:a16="http://schemas.microsoft.com/office/drawing/2014/main" id="{139DDDD4-3F0E-D94F-9013-B9408E5965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4138" y="1722438"/>
            <a:ext cx="646112" cy="5953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8">
            <a:extLst>
              <a:ext uri="{FF2B5EF4-FFF2-40B4-BE49-F238E27FC236}">
                <a16:creationId xmlns:a16="http://schemas.microsoft.com/office/drawing/2014/main" id="{F2C419C8-2684-1F42-A306-DDD645C4BE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62325" y="2665413"/>
            <a:ext cx="644525" cy="5937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C699DD63-9834-364B-B602-0EC1572E5F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0800" y="2736850"/>
            <a:ext cx="498475" cy="4857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20">
            <a:extLst>
              <a:ext uri="{FF2B5EF4-FFF2-40B4-BE49-F238E27FC236}">
                <a16:creationId xmlns:a16="http://schemas.microsoft.com/office/drawing/2014/main" id="{9FACE1B2-3D8C-6E4D-82D6-6B62892C79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18000" y="1812925"/>
            <a:ext cx="498475" cy="5175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1">
            <a:extLst>
              <a:ext uri="{FF2B5EF4-FFF2-40B4-BE49-F238E27FC236}">
                <a16:creationId xmlns:a16="http://schemas.microsoft.com/office/drawing/2014/main" id="{689DB3A8-8927-8D4E-98A2-EDA5D2EE0A0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01913" y="2701925"/>
            <a:ext cx="425450" cy="479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2">
            <a:extLst>
              <a:ext uri="{FF2B5EF4-FFF2-40B4-BE49-F238E27FC236}">
                <a16:creationId xmlns:a16="http://schemas.microsoft.com/office/drawing/2014/main" id="{742DE96F-D3C9-9A49-B1AA-BBB6B1A8153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02125" y="2647950"/>
            <a:ext cx="517525" cy="5762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3">
            <a:extLst>
              <a:ext uri="{FF2B5EF4-FFF2-40B4-BE49-F238E27FC236}">
                <a16:creationId xmlns:a16="http://schemas.microsoft.com/office/drawing/2014/main" id="{9F54AAA7-AB86-014F-B262-01C5A6BC800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56188" y="1722438"/>
            <a:ext cx="519112" cy="5762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4">
            <a:extLst>
              <a:ext uri="{FF2B5EF4-FFF2-40B4-BE49-F238E27FC236}">
                <a16:creationId xmlns:a16="http://schemas.microsoft.com/office/drawing/2014/main" id="{D8DA350D-380C-E948-8D04-986070508F6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98863" y="1782763"/>
            <a:ext cx="425450" cy="4810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899ADF7-A71C-8843-9389-365990CD6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4150" y="1219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F4FAA81-E2C6-7D47-8713-142B6E698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394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4B6E2B1-D5AB-D34C-AF2E-8D5C2D9C5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2863" y="17811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8938EC2-DD61-0D47-9724-05F55E05E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288" y="2890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9230DE2-E3E5-4D42-B744-961EC6676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8813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1B55C0C2-8DFD-8D48-91AC-138FFC4C5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5950" y="2201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42DBAC4-55F8-1547-94AF-5EBB8796F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9825" y="17367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6036835C-F835-CA49-9F76-C483EFE05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5300" y="18510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165F0360-E67E-0540-B2D7-1301F4CBF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2338" y="2201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4FF6BEE4-58FD-0E43-8E72-7754B3BEE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8450" y="2890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533A4BB-658D-B645-A1B7-34CC2F581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25" y="27622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8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CD57D97F-F5D8-3D43-BEBC-45B06CD5D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0" y="16779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10</a:t>
            </a:r>
          </a:p>
        </p:txBody>
      </p:sp>
      <p:sp>
        <p:nvSpPr>
          <p:cNvPr id="34" name="Oval 9">
            <a:extLst>
              <a:ext uri="{FF2B5EF4-FFF2-40B4-BE49-F238E27FC236}">
                <a16:creationId xmlns:a16="http://schemas.microsoft.com/office/drawing/2014/main" id="{A9F3968B-DBB1-3B4B-BD30-FF7D2FB17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3563" y="4114800"/>
            <a:ext cx="496887" cy="474663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1</a:t>
            </a:r>
          </a:p>
        </p:txBody>
      </p:sp>
      <p:sp>
        <p:nvSpPr>
          <p:cNvPr id="35" name="Oval 15">
            <a:extLst>
              <a:ext uri="{FF2B5EF4-FFF2-40B4-BE49-F238E27FC236}">
                <a16:creationId xmlns:a16="http://schemas.microsoft.com/office/drawing/2014/main" id="{FB7E8D4C-D343-5E49-8476-82DDDA4DB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8" y="4117975"/>
            <a:ext cx="500062" cy="47783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6" name="Oval 9">
            <a:extLst>
              <a:ext uri="{FF2B5EF4-FFF2-40B4-BE49-F238E27FC236}">
                <a16:creationId xmlns:a16="http://schemas.microsoft.com/office/drawing/2014/main" id="{3BB60F04-D8CB-F84C-BCBE-13166D5CB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813" y="5969000"/>
            <a:ext cx="498475" cy="474663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7" name="Oval 15">
            <a:extLst>
              <a:ext uri="{FF2B5EF4-FFF2-40B4-BE49-F238E27FC236}">
                <a16:creationId xmlns:a16="http://schemas.microsoft.com/office/drawing/2014/main" id="{36B119AB-3489-EF47-B137-676D7DB20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263" y="5969000"/>
            <a:ext cx="496887" cy="474663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8" name="Oval 9">
            <a:extLst>
              <a:ext uri="{FF2B5EF4-FFF2-40B4-BE49-F238E27FC236}">
                <a16:creationId xmlns:a16="http://schemas.microsoft.com/office/drawing/2014/main" id="{B1DF1839-E737-1140-AE8C-BB53A6B67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037138"/>
            <a:ext cx="496888" cy="47625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9" name="Oval 9">
            <a:extLst>
              <a:ext uri="{FF2B5EF4-FFF2-40B4-BE49-F238E27FC236}">
                <a16:creationId xmlns:a16="http://schemas.microsoft.com/office/drawing/2014/main" id="{2C6D8934-15A0-C048-A9B9-2CC8873DA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763" y="5054600"/>
            <a:ext cx="496887" cy="47625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0" name="Oval 15">
            <a:extLst>
              <a:ext uri="{FF2B5EF4-FFF2-40B4-BE49-F238E27FC236}">
                <a16:creationId xmlns:a16="http://schemas.microsoft.com/office/drawing/2014/main" id="{5491A2C1-65C8-E740-BEDF-752AFF63D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0513" y="5059363"/>
            <a:ext cx="496887" cy="474662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DB4F045-FE6C-CF47-9EC2-348DDE9643E8}"/>
              </a:ext>
            </a:extLst>
          </p:cNvPr>
          <p:cNvSpPr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3800" b="1"/>
              <a:t>Kruskal’s Algorithm</a:t>
            </a:r>
          </a:p>
        </p:txBody>
      </p:sp>
      <p:sp>
        <p:nvSpPr>
          <p:cNvPr id="42" name="Line 24">
            <a:extLst>
              <a:ext uri="{FF2B5EF4-FFF2-40B4-BE49-F238E27FC236}">
                <a16:creationId xmlns:a16="http://schemas.microsoft.com/office/drawing/2014/main" id="{F25B19CF-F777-D544-95AC-EBF6FBEA9E4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05200" y="4576763"/>
            <a:ext cx="425450" cy="4810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TextBox 28">
            <a:extLst>
              <a:ext uri="{FF2B5EF4-FFF2-40B4-BE49-F238E27FC236}">
                <a16:creationId xmlns:a16="http://schemas.microsoft.com/office/drawing/2014/main" id="{6DAF70B3-BCB8-E54D-BEBD-228661CCB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6163" y="45307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44" name="Line 13">
            <a:extLst>
              <a:ext uri="{FF2B5EF4-FFF2-40B4-BE49-F238E27FC236}">
                <a16:creationId xmlns:a16="http://schemas.microsoft.com/office/drawing/2014/main" id="{AE6950DD-FBDB-E343-A2D1-00E4E97B5C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4400550"/>
            <a:ext cx="938213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TextBox 22">
            <a:extLst>
              <a:ext uri="{FF2B5EF4-FFF2-40B4-BE49-F238E27FC236}">
                <a16:creationId xmlns:a16="http://schemas.microsoft.com/office/drawing/2014/main" id="{84D8ED66-85A9-D040-801E-88722FA7E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40528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46" name="Line 14">
            <a:extLst>
              <a:ext uri="{FF2B5EF4-FFF2-40B4-BE49-F238E27FC236}">
                <a16:creationId xmlns:a16="http://schemas.microsoft.com/office/drawing/2014/main" id="{319E7F0F-A30C-EC4B-8869-39E58A3A34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5088" y="5303838"/>
            <a:ext cx="12144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TextBox 27">
            <a:extLst>
              <a:ext uri="{FF2B5EF4-FFF2-40B4-BE49-F238E27FC236}">
                <a16:creationId xmlns:a16="http://schemas.microsoft.com/office/drawing/2014/main" id="{613BB3C0-09C5-3B41-9DB0-5D960AD9B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0700" y="4995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48" name="Line 16">
            <a:extLst>
              <a:ext uri="{FF2B5EF4-FFF2-40B4-BE49-F238E27FC236}">
                <a16:creationId xmlns:a16="http://schemas.microsoft.com/office/drawing/2014/main" id="{AF20FA1B-5A48-FA46-AE18-55D28DE955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21050" y="6237288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TextBox 23">
            <a:extLst>
              <a:ext uri="{FF2B5EF4-FFF2-40B4-BE49-F238E27FC236}">
                <a16:creationId xmlns:a16="http://schemas.microsoft.com/office/drawing/2014/main" id="{17591EB3-6E69-3C4A-967F-F895A7CE1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1263" y="62341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50" name="Text Box 49">
            <a:extLst>
              <a:ext uri="{FF2B5EF4-FFF2-40B4-BE49-F238E27FC236}">
                <a16:creationId xmlns:a16="http://schemas.microsoft.com/office/drawing/2014/main" id="{8B441BCF-94C3-2347-A1D6-FE9E1364B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352800"/>
            <a:ext cx="2781300" cy="138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</a:rPr>
              <a:t>Min Edge = 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3</a:t>
            </a:r>
            <a:r>
              <a:rPr lang="en-US" altLang="en-US" sz="1600" b="1">
                <a:solidFill>
                  <a:srgbClr val="7E2A48"/>
                </a:solidFill>
              </a:rPr>
              <a:t>,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4</a:t>
            </a:r>
            <a:r>
              <a:rPr lang="en-US" altLang="en-US" sz="1600" b="1" baseline="-25000">
                <a:solidFill>
                  <a:srgbClr val="7E2A48"/>
                </a:solidFill>
              </a:rPr>
              <a:t> </a:t>
            </a:r>
            <a:r>
              <a:rPr lang="en-US" altLang="en-US" sz="1600" b="1">
                <a:solidFill>
                  <a:srgbClr val="7E2A48"/>
                </a:solidFill>
              </a:rPr>
              <a:t>)</a:t>
            </a:r>
          </a:p>
          <a:p>
            <a:pPr algn="l" eaLnBrk="1" hangingPunct="1"/>
            <a:endParaRPr lang="en-US" altLang="en-US" sz="700" b="1">
              <a:solidFill>
                <a:srgbClr val="7E2A48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FindSet(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3</a:t>
            </a:r>
            <a:r>
              <a:rPr lang="en-US" altLang="en-US" sz="1600" b="1">
                <a:solidFill>
                  <a:srgbClr val="7E2A48"/>
                </a:solidFill>
              </a:rPr>
              <a:t> 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)  FindSet(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4</a:t>
            </a:r>
            <a:r>
              <a:rPr lang="en-US" altLang="en-US" sz="1600" b="1">
                <a:solidFill>
                  <a:srgbClr val="7E2A48"/>
                </a:solidFill>
              </a:rPr>
              <a:t> 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)</a:t>
            </a:r>
          </a:p>
          <a:p>
            <a:pPr algn="l" eaLnBrk="1" hangingPunct="1"/>
            <a:endParaRPr lang="en-US" altLang="en-US" sz="700" b="1">
              <a:solidFill>
                <a:srgbClr val="7E2A48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         </a:t>
            </a:r>
            <a:r>
              <a:rPr lang="en-US" altLang="en-US" sz="1600" b="1" i="1">
                <a:solidFill>
                  <a:srgbClr val="0000CC"/>
                </a:solidFill>
                <a:sym typeface="Symbol" pitchFamily="2" charset="2"/>
              </a:rPr>
              <a:t>F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= </a:t>
            </a:r>
            <a:r>
              <a:rPr lang="en-US" altLang="en-US" sz="1600" b="1" i="1">
                <a:solidFill>
                  <a:srgbClr val="0000CC"/>
                </a:solidFill>
                <a:sym typeface="Symbol" pitchFamily="2" charset="2"/>
              </a:rPr>
              <a:t>F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U {(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3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4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)}</a:t>
            </a:r>
          </a:p>
          <a:p>
            <a:pPr algn="l" eaLnBrk="1" hangingPunct="1"/>
            <a:endParaRPr lang="en-US" altLang="en-US" sz="700" b="1">
              <a:solidFill>
                <a:srgbClr val="7E2A48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         UNION(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3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4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)</a:t>
            </a:r>
          </a:p>
        </p:txBody>
      </p:sp>
      <p:sp>
        <p:nvSpPr>
          <p:cNvPr id="52" name="Rectangle 50">
            <a:extLst>
              <a:ext uri="{FF2B5EF4-FFF2-40B4-BE49-F238E27FC236}">
                <a16:creationId xmlns:a16="http://schemas.microsoft.com/office/drawing/2014/main" id="{E09B419A-38F2-FC40-88DF-F71A3D614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005263"/>
            <a:ext cx="1916113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i="1">
                <a:solidFill>
                  <a:srgbClr val="0000CC"/>
                </a:solidFill>
                <a:sym typeface="Symbol" pitchFamily="2" charset="2"/>
              </a:rPr>
              <a:t>F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={ (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1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4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) ,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       (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6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7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) ,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       (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1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2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) ,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       (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3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4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) }</a:t>
            </a:r>
          </a:p>
          <a:p>
            <a:pPr algn="l" eaLnBrk="1" hangingPunct="1"/>
            <a:endParaRPr lang="en-US" altLang="en-US" sz="2000" b="1">
              <a:solidFill>
                <a:srgbClr val="7E2A48"/>
              </a:solidFill>
              <a:sym typeface="Symbol" pitchFamily="2" charset="2"/>
            </a:endParaRPr>
          </a:p>
        </p:txBody>
      </p:sp>
      <p:sp>
        <p:nvSpPr>
          <p:cNvPr id="53" name="Rectangle 51">
            <a:extLst>
              <a:ext uri="{FF2B5EF4-FFF2-40B4-BE49-F238E27FC236}">
                <a16:creationId xmlns:a16="http://schemas.microsoft.com/office/drawing/2014/main" id="{606E1A30-4CCA-E845-9903-003EF9EFF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762000"/>
            <a:ext cx="2178050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u="sng">
                <a:solidFill>
                  <a:srgbClr val="FF0000"/>
                </a:solidFill>
                <a:sym typeface="Symbol" pitchFamily="2" charset="2"/>
              </a:rPr>
              <a:t>SETS</a:t>
            </a:r>
          </a:p>
          <a:p>
            <a:pPr algn="l" eaLnBrk="1" hangingPunct="1"/>
            <a:endParaRPr lang="en-US" altLang="en-US" sz="600" b="1" u="sng">
              <a:solidFill>
                <a:srgbClr val="FF0000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1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</a:t>
            </a:r>
            <a:r>
              <a:rPr lang="en-US" altLang="en-US" sz="2000" b="1">
                <a:solidFill>
                  <a:srgbClr val="0000CC"/>
                </a:solidFill>
              </a:rPr>
              <a:t> v</a:t>
            </a:r>
            <a:r>
              <a:rPr lang="en-US" altLang="en-US" sz="2000" b="1" baseline="-25000">
                <a:solidFill>
                  <a:srgbClr val="0000CC"/>
                </a:solidFill>
              </a:rPr>
              <a:t>2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3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4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} , 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5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} , 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6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7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405154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6CCEF8-464B-DE4B-9209-68BC2F3C3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3" name="Oval 9">
            <a:extLst>
              <a:ext uri="{FF2B5EF4-FFF2-40B4-BE49-F238E27FC236}">
                <a16:creationId xmlns:a16="http://schemas.microsoft.com/office/drawing/2014/main" id="{93FFEDF4-BA7A-EC45-9974-A2956BA08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9763" y="1338263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" name="Oval 15">
            <a:extLst>
              <a:ext uri="{FF2B5EF4-FFF2-40B4-BE49-F238E27FC236}">
                <a16:creationId xmlns:a16="http://schemas.microsoft.com/office/drawing/2014/main" id="{61166AF0-CFDC-354D-B1B4-1F2282A7F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8038" y="1343025"/>
            <a:ext cx="500062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" name="Oval 9">
            <a:extLst>
              <a:ext uri="{FF2B5EF4-FFF2-40B4-BE49-F238E27FC236}">
                <a16:creationId xmlns:a16="http://schemas.microsoft.com/office/drawing/2014/main" id="{3C0CA931-A84F-AD48-80D4-33280461A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3173413"/>
            <a:ext cx="49847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6" name="Oval 15">
            <a:extLst>
              <a:ext uri="{FF2B5EF4-FFF2-40B4-BE49-F238E27FC236}">
                <a16:creationId xmlns:a16="http://schemas.microsoft.com/office/drawing/2014/main" id="{C733A5DA-358A-D842-A813-288BAA341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3173413"/>
            <a:ext cx="49688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v7</a:t>
            </a:r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EE77614C-6722-184A-BF7F-A7CEB055B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251075"/>
            <a:ext cx="49688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0012861B-5921-5C41-9D98-91BB4CC04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63" y="2268538"/>
            <a:ext cx="49688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9" name="Oval 15">
            <a:extLst>
              <a:ext uri="{FF2B5EF4-FFF2-40B4-BE49-F238E27FC236}">
                <a16:creationId xmlns:a16="http://schemas.microsoft.com/office/drawing/2014/main" id="{CD6AE88B-9339-3849-ADFA-079CE6657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3" y="2273300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6081B4A1-72CD-624B-BF93-679E9E4C0C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0938" y="1566863"/>
            <a:ext cx="9382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4">
            <a:extLst>
              <a:ext uri="{FF2B5EF4-FFF2-40B4-BE49-F238E27FC236}">
                <a16:creationId xmlns:a16="http://schemas.microsoft.com/office/drawing/2014/main" id="{0CAC198D-0485-F848-BB6B-2692361C16A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2509838"/>
            <a:ext cx="12144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5">
            <a:extLst>
              <a:ext uri="{FF2B5EF4-FFF2-40B4-BE49-F238E27FC236}">
                <a16:creationId xmlns:a16="http://schemas.microsoft.com/office/drawing/2014/main" id="{CABA3385-B7C9-4F4E-A704-A1DDA0EF98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59275" y="2490788"/>
            <a:ext cx="1106488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1C1E7630-E384-7E4C-80DB-F072E46D9A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79788" y="3397250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7">
            <a:extLst>
              <a:ext uri="{FF2B5EF4-FFF2-40B4-BE49-F238E27FC236}">
                <a16:creationId xmlns:a16="http://schemas.microsoft.com/office/drawing/2014/main" id="{5DC060C4-2CFD-3342-871A-B8668AF22E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4138" y="1722438"/>
            <a:ext cx="646112" cy="5953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8">
            <a:extLst>
              <a:ext uri="{FF2B5EF4-FFF2-40B4-BE49-F238E27FC236}">
                <a16:creationId xmlns:a16="http://schemas.microsoft.com/office/drawing/2014/main" id="{3A73BDB9-DE5C-9B4E-B6E4-1F05A93F93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62325" y="2665413"/>
            <a:ext cx="644525" cy="5937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8A5920B9-FC95-8949-A07D-FF38DA6417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0800" y="2736850"/>
            <a:ext cx="498475" cy="4857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20">
            <a:extLst>
              <a:ext uri="{FF2B5EF4-FFF2-40B4-BE49-F238E27FC236}">
                <a16:creationId xmlns:a16="http://schemas.microsoft.com/office/drawing/2014/main" id="{635E7B47-987F-B846-BA41-3E26214459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18000" y="1812925"/>
            <a:ext cx="498475" cy="5175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1">
            <a:extLst>
              <a:ext uri="{FF2B5EF4-FFF2-40B4-BE49-F238E27FC236}">
                <a16:creationId xmlns:a16="http://schemas.microsoft.com/office/drawing/2014/main" id="{E8EA1F6A-9DC6-634C-9F4C-519BA1C735E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01913" y="2701925"/>
            <a:ext cx="425450" cy="479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2">
            <a:extLst>
              <a:ext uri="{FF2B5EF4-FFF2-40B4-BE49-F238E27FC236}">
                <a16:creationId xmlns:a16="http://schemas.microsoft.com/office/drawing/2014/main" id="{FFD413C8-0B2D-9B4E-BACE-E9B8CDF57A5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02125" y="2647950"/>
            <a:ext cx="517525" cy="5762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3">
            <a:extLst>
              <a:ext uri="{FF2B5EF4-FFF2-40B4-BE49-F238E27FC236}">
                <a16:creationId xmlns:a16="http://schemas.microsoft.com/office/drawing/2014/main" id="{84C99E40-E399-364E-B9AE-C8DA5BE1A26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56188" y="1722438"/>
            <a:ext cx="519112" cy="5762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4">
            <a:extLst>
              <a:ext uri="{FF2B5EF4-FFF2-40B4-BE49-F238E27FC236}">
                <a16:creationId xmlns:a16="http://schemas.microsoft.com/office/drawing/2014/main" id="{A369D31E-1C02-9B46-A502-31E853052B3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98863" y="1782763"/>
            <a:ext cx="425450" cy="4810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AFC1ADB9-4848-584E-A1FF-C994F62EA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4150" y="1219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D144588-4384-7645-817D-10E81A7D0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394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4E4EF8B-72A4-0747-B646-7DB706F64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2863" y="17811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4B8DD5C-798B-864E-AD43-F9FDEC531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288" y="2890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6E687B3-7744-7D45-8FD2-274831FCA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8813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28B8B50E-1BEA-8F4C-9311-2C2D58D98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5950" y="2201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32FB2258-0365-604C-938B-3EF3A0060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9825" y="17367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5A7BB96-2822-8C4B-8267-E9BDB46B6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5300" y="18510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572E8DA5-C8E9-8042-994B-BA54F4661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2338" y="2201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BC6D30A3-D8A1-BF4B-827F-B4546FDDF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8450" y="2890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B2C2F890-5F31-904E-99D7-598C71779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25" y="27622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8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C9DA9DD3-955C-8248-BCD0-E2308F3B93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0" y="16779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10</a:t>
            </a:r>
          </a:p>
        </p:txBody>
      </p:sp>
      <p:sp>
        <p:nvSpPr>
          <p:cNvPr id="34" name="Oval 9">
            <a:extLst>
              <a:ext uri="{FF2B5EF4-FFF2-40B4-BE49-F238E27FC236}">
                <a16:creationId xmlns:a16="http://schemas.microsoft.com/office/drawing/2014/main" id="{3129A232-5B61-2740-A167-5E8C239EC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3563" y="4114800"/>
            <a:ext cx="496887" cy="474663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1</a:t>
            </a:r>
          </a:p>
        </p:txBody>
      </p:sp>
      <p:sp>
        <p:nvSpPr>
          <p:cNvPr id="35" name="Oval 15">
            <a:extLst>
              <a:ext uri="{FF2B5EF4-FFF2-40B4-BE49-F238E27FC236}">
                <a16:creationId xmlns:a16="http://schemas.microsoft.com/office/drawing/2014/main" id="{A50A0645-9F34-F541-AEC2-36D985043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8" y="4117975"/>
            <a:ext cx="500062" cy="47783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6" name="Oval 9">
            <a:extLst>
              <a:ext uri="{FF2B5EF4-FFF2-40B4-BE49-F238E27FC236}">
                <a16:creationId xmlns:a16="http://schemas.microsoft.com/office/drawing/2014/main" id="{FA8978A1-C12A-2146-8D8F-30A12AA76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813" y="5969000"/>
            <a:ext cx="498475" cy="474663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7" name="Oval 15">
            <a:extLst>
              <a:ext uri="{FF2B5EF4-FFF2-40B4-BE49-F238E27FC236}">
                <a16:creationId xmlns:a16="http://schemas.microsoft.com/office/drawing/2014/main" id="{5B4CF816-B1FF-1141-9FBE-D77FED5C2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263" y="5969000"/>
            <a:ext cx="496887" cy="474663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8" name="Oval 9">
            <a:extLst>
              <a:ext uri="{FF2B5EF4-FFF2-40B4-BE49-F238E27FC236}">
                <a16:creationId xmlns:a16="http://schemas.microsoft.com/office/drawing/2014/main" id="{56AAB694-3F7C-B840-BAFB-C61383F36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037138"/>
            <a:ext cx="496888" cy="47625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9" name="Oval 9">
            <a:extLst>
              <a:ext uri="{FF2B5EF4-FFF2-40B4-BE49-F238E27FC236}">
                <a16:creationId xmlns:a16="http://schemas.microsoft.com/office/drawing/2014/main" id="{C0A692A0-469F-1148-8B69-19A210090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763" y="5054600"/>
            <a:ext cx="496887" cy="47625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0" name="Oval 15">
            <a:extLst>
              <a:ext uri="{FF2B5EF4-FFF2-40B4-BE49-F238E27FC236}">
                <a16:creationId xmlns:a16="http://schemas.microsoft.com/office/drawing/2014/main" id="{E6B24A37-7B39-2542-B552-13AFAA939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0513" y="5059363"/>
            <a:ext cx="496887" cy="474662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9070E8C-BB8B-CF4A-9E77-552700E71CF0}"/>
              </a:ext>
            </a:extLst>
          </p:cNvPr>
          <p:cNvSpPr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3800" b="1"/>
              <a:t>Kruskal’s Algorithm</a:t>
            </a:r>
          </a:p>
        </p:txBody>
      </p:sp>
      <p:sp>
        <p:nvSpPr>
          <p:cNvPr id="42" name="Line 24">
            <a:extLst>
              <a:ext uri="{FF2B5EF4-FFF2-40B4-BE49-F238E27FC236}">
                <a16:creationId xmlns:a16="http://schemas.microsoft.com/office/drawing/2014/main" id="{2EDDEEE8-7D6C-204B-8881-307A140C500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05200" y="4576763"/>
            <a:ext cx="425450" cy="4810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TextBox 28">
            <a:extLst>
              <a:ext uri="{FF2B5EF4-FFF2-40B4-BE49-F238E27FC236}">
                <a16:creationId xmlns:a16="http://schemas.microsoft.com/office/drawing/2014/main" id="{CA1699B7-4286-054B-ADB0-C9582DA0E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6163" y="45307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44" name="Line 13">
            <a:extLst>
              <a:ext uri="{FF2B5EF4-FFF2-40B4-BE49-F238E27FC236}">
                <a16:creationId xmlns:a16="http://schemas.microsoft.com/office/drawing/2014/main" id="{AEBEA14A-6030-E043-8C3A-BD3F6F58B1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4400550"/>
            <a:ext cx="938213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TextBox 22">
            <a:extLst>
              <a:ext uri="{FF2B5EF4-FFF2-40B4-BE49-F238E27FC236}">
                <a16:creationId xmlns:a16="http://schemas.microsoft.com/office/drawing/2014/main" id="{8A160B37-A2E3-7F4D-AE68-D5141C17D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40528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46" name="Line 14">
            <a:extLst>
              <a:ext uri="{FF2B5EF4-FFF2-40B4-BE49-F238E27FC236}">
                <a16:creationId xmlns:a16="http://schemas.microsoft.com/office/drawing/2014/main" id="{16E14409-8261-9E49-ABB6-EC897CBBDF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5088" y="5303838"/>
            <a:ext cx="12144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TextBox 27">
            <a:extLst>
              <a:ext uri="{FF2B5EF4-FFF2-40B4-BE49-F238E27FC236}">
                <a16:creationId xmlns:a16="http://schemas.microsoft.com/office/drawing/2014/main" id="{37F1436B-78C0-4F4E-9BBE-C4A66247D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0700" y="4995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48" name="Line 16">
            <a:extLst>
              <a:ext uri="{FF2B5EF4-FFF2-40B4-BE49-F238E27FC236}">
                <a16:creationId xmlns:a16="http://schemas.microsoft.com/office/drawing/2014/main" id="{E307E9D6-9ED2-5E4E-8893-3FC08B82F6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21050" y="6237288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TextBox 23">
            <a:extLst>
              <a:ext uri="{FF2B5EF4-FFF2-40B4-BE49-F238E27FC236}">
                <a16:creationId xmlns:a16="http://schemas.microsoft.com/office/drawing/2014/main" id="{AEF93805-23EE-334A-8051-5654DC28F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1263" y="62341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50" name="Line 22">
            <a:extLst>
              <a:ext uri="{FF2B5EF4-FFF2-40B4-BE49-F238E27FC236}">
                <a16:creationId xmlns:a16="http://schemas.microsoft.com/office/drawing/2014/main" id="{2DCCB39C-5CCA-274D-A752-FDE80A3D922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68788" y="5443538"/>
            <a:ext cx="517525" cy="5762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TextBox 26">
            <a:extLst>
              <a:ext uri="{FF2B5EF4-FFF2-40B4-BE49-F238E27FC236}">
                <a16:creationId xmlns:a16="http://schemas.microsoft.com/office/drawing/2014/main" id="{AE5B7A8D-135D-B44A-943F-C34AC95C3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475" y="54625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52" name="Text Box 51">
            <a:extLst>
              <a:ext uri="{FF2B5EF4-FFF2-40B4-BE49-F238E27FC236}">
                <a16:creationId xmlns:a16="http://schemas.microsoft.com/office/drawing/2014/main" id="{CDFFDCBF-6C85-BE49-BACE-75E1AEE63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352800"/>
            <a:ext cx="2781300" cy="138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</a:rPr>
              <a:t>Min Edge = 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4</a:t>
            </a:r>
            <a:r>
              <a:rPr lang="en-US" altLang="en-US" sz="1600" b="1">
                <a:solidFill>
                  <a:srgbClr val="7E2A48"/>
                </a:solidFill>
              </a:rPr>
              <a:t>,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7</a:t>
            </a:r>
            <a:r>
              <a:rPr lang="en-US" altLang="en-US" sz="1600" b="1" baseline="-25000">
                <a:solidFill>
                  <a:srgbClr val="7E2A48"/>
                </a:solidFill>
              </a:rPr>
              <a:t> </a:t>
            </a:r>
            <a:r>
              <a:rPr lang="en-US" altLang="en-US" sz="1600" b="1">
                <a:solidFill>
                  <a:srgbClr val="7E2A48"/>
                </a:solidFill>
              </a:rPr>
              <a:t>)</a:t>
            </a:r>
          </a:p>
          <a:p>
            <a:pPr algn="l" eaLnBrk="1" hangingPunct="1"/>
            <a:endParaRPr lang="en-US" altLang="en-US" sz="700" b="1">
              <a:solidFill>
                <a:srgbClr val="7E2A48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FindSet(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4</a:t>
            </a:r>
            <a:r>
              <a:rPr lang="en-US" altLang="en-US" sz="1600" b="1">
                <a:solidFill>
                  <a:srgbClr val="7E2A48"/>
                </a:solidFill>
              </a:rPr>
              <a:t> 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)  FindSet(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7</a:t>
            </a:r>
            <a:r>
              <a:rPr lang="en-US" altLang="en-US" sz="1600" b="1">
                <a:solidFill>
                  <a:srgbClr val="7E2A48"/>
                </a:solidFill>
              </a:rPr>
              <a:t> 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)</a:t>
            </a:r>
          </a:p>
          <a:p>
            <a:pPr algn="l" eaLnBrk="1" hangingPunct="1"/>
            <a:endParaRPr lang="en-US" altLang="en-US" sz="700" b="1">
              <a:solidFill>
                <a:srgbClr val="7E2A48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         </a:t>
            </a:r>
            <a:r>
              <a:rPr lang="en-US" altLang="en-US" sz="1600" b="1" i="1">
                <a:solidFill>
                  <a:srgbClr val="0000CC"/>
                </a:solidFill>
                <a:sym typeface="Symbol" pitchFamily="2" charset="2"/>
              </a:rPr>
              <a:t>F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= </a:t>
            </a:r>
            <a:r>
              <a:rPr lang="en-US" altLang="en-US" sz="1600" b="1" i="1">
                <a:solidFill>
                  <a:srgbClr val="0000CC"/>
                </a:solidFill>
                <a:sym typeface="Symbol" pitchFamily="2" charset="2"/>
              </a:rPr>
              <a:t>F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U {(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4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7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)}</a:t>
            </a:r>
          </a:p>
          <a:p>
            <a:pPr algn="l" eaLnBrk="1" hangingPunct="1"/>
            <a:endParaRPr lang="en-US" altLang="en-US" sz="700" b="1">
              <a:solidFill>
                <a:srgbClr val="7E2A48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         UNION(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4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7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277A721-10D4-8C4B-B5EE-2E70FC01A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005263"/>
            <a:ext cx="1916113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i="1">
                <a:solidFill>
                  <a:srgbClr val="0000CC"/>
                </a:solidFill>
                <a:sym typeface="Symbol" pitchFamily="2" charset="2"/>
              </a:rPr>
              <a:t>F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={ (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1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4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) ,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       (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6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7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) ,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       (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1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2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) ,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       (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3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4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) ,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       (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4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7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) }</a:t>
            </a:r>
          </a:p>
          <a:p>
            <a:pPr algn="l" eaLnBrk="1" hangingPunct="1"/>
            <a:endParaRPr lang="en-US" altLang="en-US" sz="2000" b="1">
              <a:solidFill>
                <a:srgbClr val="7E2A48"/>
              </a:solidFill>
              <a:sym typeface="Symbol" pitchFamily="2" charset="2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70822EB-DF63-3845-8DDB-D342A1FFA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762000"/>
            <a:ext cx="3076575" cy="11080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u="sng">
                <a:solidFill>
                  <a:srgbClr val="FF0000"/>
                </a:solidFill>
                <a:sym typeface="Symbol" pitchFamily="2" charset="2"/>
              </a:rPr>
              <a:t>SETS</a:t>
            </a:r>
          </a:p>
          <a:p>
            <a:pPr algn="l" eaLnBrk="1" hangingPunct="1"/>
            <a:endParaRPr lang="en-US" altLang="en-US" sz="600" b="1" u="sng">
              <a:solidFill>
                <a:srgbClr val="FF0000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1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</a:t>
            </a:r>
            <a:r>
              <a:rPr lang="en-US" altLang="en-US" sz="2000" b="1">
                <a:solidFill>
                  <a:srgbClr val="0000CC"/>
                </a:solidFill>
              </a:rPr>
              <a:t> v</a:t>
            </a:r>
            <a:r>
              <a:rPr lang="en-US" altLang="en-US" sz="2000" b="1" baseline="-25000">
                <a:solidFill>
                  <a:srgbClr val="0000CC"/>
                </a:solidFill>
              </a:rPr>
              <a:t>2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3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4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</a:t>
            </a:r>
            <a:r>
              <a:rPr lang="en-US" altLang="en-US" sz="2000" b="1">
                <a:solidFill>
                  <a:srgbClr val="0000CC"/>
                </a:solidFill>
              </a:rPr>
              <a:t> v</a:t>
            </a:r>
            <a:r>
              <a:rPr lang="en-US" altLang="en-US" sz="2000" b="1" baseline="-25000">
                <a:solidFill>
                  <a:srgbClr val="0000CC"/>
                </a:solidFill>
              </a:rPr>
              <a:t>6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7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} , 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5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}  </a:t>
            </a:r>
          </a:p>
        </p:txBody>
      </p:sp>
    </p:spTree>
    <p:extLst>
      <p:ext uri="{BB962C8B-B14F-4D97-AF65-F5344CB8AC3E}">
        <p14:creationId xmlns:p14="http://schemas.microsoft.com/office/powerpoint/2010/main" val="384044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E098DE-A496-A34F-89BC-88C96B1DE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3" name="Oval 9">
            <a:extLst>
              <a:ext uri="{FF2B5EF4-FFF2-40B4-BE49-F238E27FC236}">
                <a16:creationId xmlns:a16="http://schemas.microsoft.com/office/drawing/2014/main" id="{ED216E94-5CCB-3046-8CFF-65D251DD1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9763" y="1338263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" name="Oval 15">
            <a:extLst>
              <a:ext uri="{FF2B5EF4-FFF2-40B4-BE49-F238E27FC236}">
                <a16:creationId xmlns:a16="http://schemas.microsoft.com/office/drawing/2014/main" id="{CA127896-C3ED-544C-8D6B-80C6E90C2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8038" y="1343025"/>
            <a:ext cx="500062" cy="47148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" name="Oval 9">
            <a:extLst>
              <a:ext uri="{FF2B5EF4-FFF2-40B4-BE49-F238E27FC236}">
                <a16:creationId xmlns:a16="http://schemas.microsoft.com/office/drawing/2014/main" id="{EED71F08-DF05-B048-B7A9-84B700683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3173413"/>
            <a:ext cx="498475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6" name="Oval 15">
            <a:extLst>
              <a:ext uri="{FF2B5EF4-FFF2-40B4-BE49-F238E27FC236}">
                <a16:creationId xmlns:a16="http://schemas.microsoft.com/office/drawing/2014/main" id="{10010874-649E-1141-BA39-3AB0CBF50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3173413"/>
            <a:ext cx="49688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v7</a:t>
            </a:r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A3B9207A-7579-724F-B7F5-351BA7BF8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251075"/>
            <a:ext cx="496888" cy="473075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CA9C3736-BD7B-2F49-8E25-9440A2521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0963" y="2268538"/>
            <a:ext cx="496887" cy="471487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9" name="Oval 15">
            <a:extLst>
              <a:ext uri="{FF2B5EF4-FFF2-40B4-BE49-F238E27FC236}">
                <a16:creationId xmlns:a16="http://schemas.microsoft.com/office/drawing/2014/main" id="{0F773AA2-3674-344F-9EDE-0DCF97709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3" y="2273300"/>
            <a:ext cx="496887" cy="4699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9BEB331A-7D89-F143-B5F5-A91978E4FF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0938" y="1566863"/>
            <a:ext cx="938212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4">
            <a:extLst>
              <a:ext uri="{FF2B5EF4-FFF2-40B4-BE49-F238E27FC236}">
                <a16:creationId xmlns:a16="http://schemas.microsoft.com/office/drawing/2014/main" id="{B865DE42-F944-3449-A47D-A97C867F50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2509838"/>
            <a:ext cx="12144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5">
            <a:extLst>
              <a:ext uri="{FF2B5EF4-FFF2-40B4-BE49-F238E27FC236}">
                <a16:creationId xmlns:a16="http://schemas.microsoft.com/office/drawing/2014/main" id="{54C77ED1-D353-2D4E-9CD0-BB38463616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59275" y="2490788"/>
            <a:ext cx="1106488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F8120A0A-2C61-FA4D-817D-A656E3E0CB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79788" y="3397250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7">
            <a:extLst>
              <a:ext uri="{FF2B5EF4-FFF2-40B4-BE49-F238E27FC236}">
                <a16:creationId xmlns:a16="http://schemas.microsoft.com/office/drawing/2014/main" id="{41C6712E-6292-554B-B878-62DA09B104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4138" y="1722438"/>
            <a:ext cx="646112" cy="5953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8">
            <a:extLst>
              <a:ext uri="{FF2B5EF4-FFF2-40B4-BE49-F238E27FC236}">
                <a16:creationId xmlns:a16="http://schemas.microsoft.com/office/drawing/2014/main" id="{9436B81C-71AB-C54A-85A0-64E7F71484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62325" y="2665413"/>
            <a:ext cx="644525" cy="5937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57CD595F-5CEB-394E-BFA9-205F5C51BB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0800" y="2736850"/>
            <a:ext cx="498475" cy="4857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20">
            <a:extLst>
              <a:ext uri="{FF2B5EF4-FFF2-40B4-BE49-F238E27FC236}">
                <a16:creationId xmlns:a16="http://schemas.microsoft.com/office/drawing/2014/main" id="{75A5E311-9517-AE4E-B44D-9444958A36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18000" y="1812925"/>
            <a:ext cx="498475" cy="5175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21">
            <a:extLst>
              <a:ext uri="{FF2B5EF4-FFF2-40B4-BE49-F238E27FC236}">
                <a16:creationId xmlns:a16="http://schemas.microsoft.com/office/drawing/2014/main" id="{652EA443-F882-5F4D-AAC8-3054EEC1782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01913" y="2701925"/>
            <a:ext cx="425450" cy="479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22">
            <a:extLst>
              <a:ext uri="{FF2B5EF4-FFF2-40B4-BE49-F238E27FC236}">
                <a16:creationId xmlns:a16="http://schemas.microsoft.com/office/drawing/2014/main" id="{23B9AB9F-0F3C-8C4E-A90B-7D6E534D1CE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02125" y="2647950"/>
            <a:ext cx="517525" cy="5762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3">
            <a:extLst>
              <a:ext uri="{FF2B5EF4-FFF2-40B4-BE49-F238E27FC236}">
                <a16:creationId xmlns:a16="http://schemas.microsoft.com/office/drawing/2014/main" id="{C9B6D4B0-12A1-A648-B668-C87362CAD06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56188" y="1722438"/>
            <a:ext cx="519112" cy="5762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4">
            <a:extLst>
              <a:ext uri="{FF2B5EF4-FFF2-40B4-BE49-F238E27FC236}">
                <a16:creationId xmlns:a16="http://schemas.microsoft.com/office/drawing/2014/main" id="{7CEE22DD-7885-7A40-AA9A-4716CF108A0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98863" y="1782763"/>
            <a:ext cx="425450" cy="4810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90945F3-210D-7746-85C1-5B86D328B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4150" y="1219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C876302-4876-B245-AE4C-40B48D40C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3940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8E85D7A-1E1D-5547-A29C-C0FF68A8E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2863" y="17811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73BCFF2-769C-7943-B81D-55623320A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288" y="2890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D5B7EF4-9902-D447-AFA0-4ED06F29E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8813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1F7E1BBD-0237-DF4D-B56B-CAAA5382E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5950" y="2201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1EA5301F-674F-8644-A13D-5D79F80F7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9825" y="17367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5156BD9B-F15A-334B-AC28-E17018C0A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5300" y="18510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10A7F6CB-E8A4-EA4E-96C6-8928C292D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2338" y="2201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CBC86E93-8F70-C144-953F-0BCEF317A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8450" y="2890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AA2C6E53-D9A9-DE4B-BFA9-8777C9E87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625" y="27622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8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D2B002BA-C508-D743-8C80-1BAA015B6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0" y="16779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10</a:t>
            </a:r>
          </a:p>
        </p:txBody>
      </p:sp>
      <p:sp>
        <p:nvSpPr>
          <p:cNvPr id="34" name="Oval 9">
            <a:extLst>
              <a:ext uri="{FF2B5EF4-FFF2-40B4-BE49-F238E27FC236}">
                <a16:creationId xmlns:a16="http://schemas.microsoft.com/office/drawing/2014/main" id="{7C5D06B5-B5C2-D74D-8E95-202F3D9E0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3563" y="4114800"/>
            <a:ext cx="496887" cy="474663"/>
          </a:xfrm>
          <a:prstGeom prst="ellipse">
            <a:avLst/>
          </a:prstGeom>
          <a:solidFill>
            <a:schemeClr val="bg2">
              <a:lumMod val="90000"/>
            </a:schemeClr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</a:rPr>
              <a:t>v</a:t>
            </a:r>
            <a:r>
              <a:rPr lang="en-US" sz="2000" b="1" baseline="-25000" dirty="0">
                <a:latin typeface="Times New Roman" pitchFamily="18" charset="0"/>
              </a:rPr>
              <a:t>1</a:t>
            </a:r>
          </a:p>
        </p:txBody>
      </p:sp>
      <p:sp>
        <p:nvSpPr>
          <p:cNvPr id="35" name="Oval 15">
            <a:extLst>
              <a:ext uri="{FF2B5EF4-FFF2-40B4-BE49-F238E27FC236}">
                <a16:creationId xmlns:a16="http://schemas.microsoft.com/office/drawing/2014/main" id="{43E40724-44F7-6549-96F8-FD2839910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8" y="4117975"/>
            <a:ext cx="500062" cy="477838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6" name="Oval 9">
            <a:extLst>
              <a:ext uri="{FF2B5EF4-FFF2-40B4-BE49-F238E27FC236}">
                <a16:creationId xmlns:a16="http://schemas.microsoft.com/office/drawing/2014/main" id="{49F28EAB-6188-4C4F-8378-1B1E4B9FF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7813" y="5969000"/>
            <a:ext cx="498475" cy="474663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37" name="Oval 15">
            <a:extLst>
              <a:ext uri="{FF2B5EF4-FFF2-40B4-BE49-F238E27FC236}">
                <a16:creationId xmlns:a16="http://schemas.microsoft.com/office/drawing/2014/main" id="{1B90552B-E70E-3C49-963B-A12C62EC5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263" y="5969000"/>
            <a:ext cx="496887" cy="474663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8" name="Oval 9">
            <a:extLst>
              <a:ext uri="{FF2B5EF4-FFF2-40B4-BE49-F238E27FC236}">
                <a16:creationId xmlns:a16="http://schemas.microsoft.com/office/drawing/2014/main" id="{ADC8458B-49B3-764B-B484-02936980C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037138"/>
            <a:ext cx="496888" cy="47625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9" name="Oval 9">
            <a:extLst>
              <a:ext uri="{FF2B5EF4-FFF2-40B4-BE49-F238E27FC236}">
                <a16:creationId xmlns:a16="http://schemas.microsoft.com/office/drawing/2014/main" id="{743CA3B6-AD27-BB47-9855-3F641D395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4763" y="5054600"/>
            <a:ext cx="496887" cy="47625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0" name="Oval 15">
            <a:extLst>
              <a:ext uri="{FF2B5EF4-FFF2-40B4-BE49-F238E27FC236}">
                <a16:creationId xmlns:a16="http://schemas.microsoft.com/office/drawing/2014/main" id="{02AD8E4F-9C7C-084F-B2A3-B1EEE833F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0513" y="5059363"/>
            <a:ext cx="496887" cy="474662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v</a:t>
            </a:r>
            <a:r>
              <a:rPr lang="en-US" altLang="en-US" sz="2000" b="1" baseline="-250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E676503-DBED-744E-A30E-C94F0F4B3D34}"/>
              </a:ext>
            </a:extLst>
          </p:cNvPr>
          <p:cNvSpPr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3800" b="1"/>
              <a:t>Kruskal’s Algorithm</a:t>
            </a:r>
          </a:p>
        </p:txBody>
      </p:sp>
      <p:sp>
        <p:nvSpPr>
          <p:cNvPr id="42" name="Line 24">
            <a:extLst>
              <a:ext uri="{FF2B5EF4-FFF2-40B4-BE49-F238E27FC236}">
                <a16:creationId xmlns:a16="http://schemas.microsoft.com/office/drawing/2014/main" id="{3EA13D24-40AE-4147-B7FE-AAB913D61C3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05200" y="4576763"/>
            <a:ext cx="425450" cy="4810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TextBox 28">
            <a:extLst>
              <a:ext uri="{FF2B5EF4-FFF2-40B4-BE49-F238E27FC236}">
                <a16:creationId xmlns:a16="http://schemas.microsoft.com/office/drawing/2014/main" id="{9C25EFA0-0867-2D4B-BAB0-41AF4021A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6163" y="45307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44" name="Line 13">
            <a:extLst>
              <a:ext uri="{FF2B5EF4-FFF2-40B4-BE49-F238E27FC236}">
                <a16:creationId xmlns:a16="http://schemas.microsoft.com/office/drawing/2014/main" id="{1A24BDA6-59DC-1F4B-BBCF-4F926932AA2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4400550"/>
            <a:ext cx="938213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TextBox 22">
            <a:extLst>
              <a:ext uri="{FF2B5EF4-FFF2-40B4-BE49-F238E27FC236}">
                <a16:creationId xmlns:a16="http://schemas.microsoft.com/office/drawing/2014/main" id="{0B75DEE1-17CA-6746-BA1A-0A5972DA8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40528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46" name="Line 14">
            <a:extLst>
              <a:ext uri="{FF2B5EF4-FFF2-40B4-BE49-F238E27FC236}">
                <a16:creationId xmlns:a16="http://schemas.microsoft.com/office/drawing/2014/main" id="{15248DDB-1CAD-474E-B3C5-7F607434A4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5088" y="5303838"/>
            <a:ext cx="121443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TextBox 27">
            <a:extLst>
              <a:ext uri="{FF2B5EF4-FFF2-40B4-BE49-F238E27FC236}">
                <a16:creationId xmlns:a16="http://schemas.microsoft.com/office/drawing/2014/main" id="{E0BB45D4-C990-E34E-96E9-38EB91591B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0700" y="49958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2</a:t>
            </a:r>
          </a:p>
        </p:txBody>
      </p:sp>
      <p:sp>
        <p:nvSpPr>
          <p:cNvPr id="48" name="Line 16">
            <a:extLst>
              <a:ext uri="{FF2B5EF4-FFF2-40B4-BE49-F238E27FC236}">
                <a16:creationId xmlns:a16="http://schemas.microsoft.com/office/drawing/2014/main" id="{94166A44-F8BE-914B-9573-6C9F345B66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21050" y="6237288"/>
            <a:ext cx="1327150" cy="19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TextBox 23">
            <a:extLst>
              <a:ext uri="{FF2B5EF4-FFF2-40B4-BE49-F238E27FC236}">
                <a16:creationId xmlns:a16="http://schemas.microsoft.com/office/drawing/2014/main" id="{BB9B3AFB-4C28-1A4F-BAA6-9B392565C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1263" y="62341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1</a:t>
            </a:r>
          </a:p>
        </p:txBody>
      </p:sp>
      <p:sp>
        <p:nvSpPr>
          <p:cNvPr id="50" name="Line 22">
            <a:extLst>
              <a:ext uri="{FF2B5EF4-FFF2-40B4-BE49-F238E27FC236}">
                <a16:creationId xmlns:a16="http://schemas.microsoft.com/office/drawing/2014/main" id="{F4038205-FD00-864D-93F1-CE6067E468F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68788" y="5443538"/>
            <a:ext cx="517525" cy="5762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TextBox 26">
            <a:extLst>
              <a:ext uri="{FF2B5EF4-FFF2-40B4-BE49-F238E27FC236}">
                <a16:creationId xmlns:a16="http://schemas.microsoft.com/office/drawing/2014/main" id="{73B91237-7C8C-B849-9A3A-77CBF9CAA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475" y="54625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4</a:t>
            </a:r>
          </a:p>
        </p:txBody>
      </p:sp>
      <p:sp>
        <p:nvSpPr>
          <p:cNvPr id="52" name="Line 19">
            <a:extLst>
              <a:ext uri="{FF2B5EF4-FFF2-40B4-BE49-F238E27FC236}">
                <a16:creationId xmlns:a16="http://schemas.microsoft.com/office/drawing/2014/main" id="{08FADEB9-3535-DE4A-841D-971258BB67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7775" y="5546725"/>
            <a:ext cx="498475" cy="4857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TextBox 31">
            <a:extLst>
              <a:ext uri="{FF2B5EF4-FFF2-40B4-BE49-F238E27FC236}">
                <a16:creationId xmlns:a16="http://schemas.microsoft.com/office/drawing/2014/main" id="{1E6BA22E-FC9F-0346-916A-A3350CA49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5425" y="57007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 b="1">
                <a:solidFill>
                  <a:srgbClr val="0000CC"/>
                </a:solidFill>
              </a:rPr>
              <a:t>6</a:t>
            </a:r>
          </a:p>
        </p:txBody>
      </p:sp>
      <p:sp>
        <p:nvSpPr>
          <p:cNvPr id="54" name="Text Box 53">
            <a:extLst>
              <a:ext uri="{FF2B5EF4-FFF2-40B4-BE49-F238E27FC236}">
                <a16:creationId xmlns:a16="http://schemas.microsoft.com/office/drawing/2014/main" id="{1BA1735F-0410-1F40-8234-F90172BC9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352800"/>
            <a:ext cx="2781300" cy="138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</a:rPr>
              <a:t>Min Edge = 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7</a:t>
            </a:r>
            <a:r>
              <a:rPr lang="en-US" altLang="en-US" sz="1600" b="1">
                <a:solidFill>
                  <a:srgbClr val="7E2A48"/>
                </a:solidFill>
              </a:rPr>
              <a:t>,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5</a:t>
            </a:r>
            <a:r>
              <a:rPr lang="en-US" altLang="en-US" sz="1600" b="1" baseline="-25000">
                <a:solidFill>
                  <a:srgbClr val="7E2A48"/>
                </a:solidFill>
              </a:rPr>
              <a:t> </a:t>
            </a:r>
            <a:r>
              <a:rPr lang="en-US" altLang="en-US" sz="1600" b="1">
                <a:solidFill>
                  <a:srgbClr val="7E2A48"/>
                </a:solidFill>
              </a:rPr>
              <a:t>)</a:t>
            </a:r>
          </a:p>
          <a:p>
            <a:pPr algn="l" eaLnBrk="1" hangingPunct="1"/>
            <a:endParaRPr lang="en-US" altLang="en-US" sz="700" b="1">
              <a:solidFill>
                <a:srgbClr val="7E2A48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FindSet(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7</a:t>
            </a:r>
            <a:r>
              <a:rPr lang="en-US" altLang="en-US" sz="1600" b="1">
                <a:solidFill>
                  <a:srgbClr val="7E2A48"/>
                </a:solidFill>
              </a:rPr>
              <a:t> 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)  FindSet(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5</a:t>
            </a:r>
            <a:r>
              <a:rPr lang="en-US" altLang="en-US" sz="1600" b="1">
                <a:solidFill>
                  <a:srgbClr val="7E2A48"/>
                </a:solidFill>
              </a:rPr>
              <a:t> 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)</a:t>
            </a:r>
          </a:p>
          <a:p>
            <a:pPr algn="l" eaLnBrk="1" hangingPunct="1"/>
            <a:endParaRPr lang="en-US" altLang="en-US" sz="700" b="1">
              <a:solidFill>
                <a:srgbClr val="7E2A48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         </a:t>
            </a:r>
            <a:r>
              <a:rPr lang="en-US" altLang="en-US" sz="1600" b="1" i="1">
                <a:solidFill>
                  <a:srgbClr val="0000CC"/>
                </a:solidFill>
                <a:sym typeface="Symbol" pitchFamily="2" charset="2"/>
              </a:rPr>
              <a:t>F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= </a:t>
            </a:r>
            <a:r>
              <a:rPr lang="en-US" altLang="en-US" sz="1600" b="1" i="1">
                <a:solidFill>
                  <a:srgbClr val="0000CC"/>
                </a:solidFill>
                <a:sym typeface="Symbol" pitchFamily="2" charset="2"/>
              </a:rPr>
              <a:t>F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U {(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7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5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)}</a:t>
            </a:r>
          </a:p>
          <a:p>
            <a:pPr algn="l" eaLnBrk="1" hangingPunct="1"/>
            <a:endParaRPr lang="en-US" altLang="en-US" sz="700" b="1">
              <a:solidFill>
                <a:srgbClr val="7E2A48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         UNION(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7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1600" b="1">
                <a:solidFill>
                  <a:srgbClr val="0000CC"/>
                </a:solidFill>
              </a:rPr>
              <a:t>v</a:t>
            </a:r>
            <a:r>
              <a:rPr lang="en-US" altLang="en-US" sz="1600" b="1" baseline="-25000">
                <a:solidFill>
                  <a:srgbClr val="0000CC"/>
                </a:solidFill>
              </a:rPr>
              <a:t>5</a:t>
            </a:r>
            <a:r>
              <a:rPr lang="en-US" altLang="en-US" sz="1600" b="1">
                <a:solidFill>
                  <a:srgbClr val="7E2A48"/>
                </a:solidFill>
                <a:sym typeface="Symbol" pitchFamily="2" charset="2"/>
              </a:rPr>
              <a:t> )</a:t>
            </a:r>
          </a:p>
        </p:txBody>
      </p:sp>
      <p:sp>
        <p:nvSpPr>
          <p:cNvPr id="56" name="Rectangle 54">
            <a:extLst>
              <a:ext uri="{FF2B5EF4-FFF2-40B4-BE49-F238E27FC236}">
                <a16:creationId xmlns:a16="http://schemas.microsoft.com/office/drawing/2014/main" id="{27B50014-B09B-134D-8D25-0071F8EF5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005263"/>
            <a:ext cx="1916113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i="1">
                <a:solidFill>
                  <a:srgbClr val="0000CC"/>
                </a:solidFill>
                <a:sym typeface="Symbol" pitchFamily="2" charset="2"/>
              </a:rPr>
              <a:t>F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={ (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1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4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) ,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       (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6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7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) ,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       (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1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2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) ,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       (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3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4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) ,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       (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4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7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) ,</a:t>
            </a: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       (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7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5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) }</a:t>
            </a:r>
          </a:p>
          <a:p>
            <a:pPr algn="l" eaLnBrk="1" hangingPunct="1"/>
            <a:endParaRPr lang="en-US" altLang="en-US" sz="2000" b="1">
              <a:solidFill>
                <a:srgbClr val="7E2A48"/>
              </a:solidFill>
              <a:sym typeface="Symbol" pitchFamily="2" charset="2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7B46370-2A39-004B-B457-73EFAC035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762000"/>
            <a:ext cx="3525838" cy="800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u="sng">
                <a:solidFill>
                  <a:srgbClr val="FF0000"/>
                </a:solidFill>
                <a:sym typeface="Symbol" pitchFamily="2" charset="2"/>
              </a:rPr>
              <a:t>FINAL SET</a:t>
            </a:r>
          </a:p>
          <a:p>
            <a:pPr algn="l" eaLnBrk="1" hangingPunct="1"/>
            <a:endParaRPr lang="en-US" altLang="en-US" sz="600" b="1" u="sng">
              <a:solidFill>
                <a:srgbClr val="FF0000"/>
              </a:solidFill>
              <a:sym typeface="Symbol" pitchFamily="2" charset="2"/>
            </a:endParaRPr>
          </a:p>
          <a:p>
            <a:pPr algn="l" eaLnBrk="1" hangingPunct="1"/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{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1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</a:t>
            </a:r>
            <a:r>
              <a:rPr lang="en-US" altLang="en-US" sz="2000" b="1">
                <a:solidFill>
                  <a:srgbClr val="0000CC"/>
                </a:solidFill>
              </a:rPr>
              <a:t> v</a:t>
            </a:r>
            <a:r>
              <a:rPr lang="en-US" altLang="en-US" sz="2000" b="1" baseline="-25000">
                <a:solidFill>
                  <a:srgbClr val="0000CC"/>
                </a:solidFill>
              </a:rPr>
              <a:t>2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3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4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</a:t>
            </a:r>
            <a:r>
              <a:rPr lang="en-US" altLang="en-US" sz="2000" b="1">
                <a:solidFill>
                  <a:srgbClr val="0000CC"/>
                </a:solidFill>
              </a:rPr>
              <a:t> v</a:t>
            </a:r>
            <a:r>
              <a:rPr lang="en-US" altLang="en-US" sz="2000" b="1" baseline="-25000">
                <a:solidFill>
                  <a:srgbClr val="0000CC"/>
                </a:solidFill>
              </a:rPr>
              <a:t>5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</a:t>
            </a:r>
            <a:r>
              <a:rPr lang="en-US" altLang="en-US" sz="2000" b="1">
                <a:solidFill>
                  <a:srgbClr val="0000CC"/>
                </a:solidFill>
              </a:rPr>
              <a:t> v</a:t>
            </a:r>
            <a:r>
              <a:rPr lang="en-US" altLang="en-US" sz="2000" b="1" baseline="-25000">
                <a:solidFill>
                  <a:srgbClr val="0000CC"/>
                </a:solidFill>
              </a:rPr>
              <a:t>6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 , </a:t>
            </a:r>
            <a:r>
              <a:rPr lang="en-US" altLang="en-US" sz="2000" b="1">
                <a:solidFill>
                  <a:srgbClr val="0000CC"/>
                </a:solidFill>
              </a:rPr>
              <a:t>v</a:t>
            </a:r>
            <a:r>
              <a:rPr lang="en-US" altLang="en-US" sz="2000" b="1" baseline="-25000">
                <a:solidFill>
                  <a:srgbClr val="0000CC"/>
                </a:solidFill>
              </a:rPr>
              <a:t>7</a:t>
            </a:r>
            <a:r>
              <a:rPr lang="en-US" altLang="en-US" sz="2000" b="1">
                <a:solidFill>
                  <a:srgbClr val="7E2A48"/>
                </a:solidFill>
                <a:sym typeface="Symbol" pitchFamily="2" charset="2"/>
              </a:rPr>
              <a:t>} , </a:t>
            </a:r>
          </a:p>
        </p:txBody>
      </p:sp>
    </p:spTree>
    <p:extLst>
      <p:ext uri="{BB962C8B-B14F-4D97-AF65-F5344CB8AC3E}">
        <p14:creationId xmlns:p14="http://schemas.microsoft.com/office/powerpoint/2010/main" val="3878209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66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9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                   </a:t>
            </a:r>
            <a:r>
              <a:rPr lang="en-US" altLang="zh-CN" sz="28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704879" y="3813978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zahmaad.github.io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1593512</TotalTime>
  <Words>5031</Words>
  <Application>Microsoft Macintosh PowerPoint</Application>
  <PresentationFormat>A4 Paper (210x297 mm)</PresentationFormat>
  <Paragraphs>2871</Paragraphs>
  <Slides>66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81" baseType="lpstr">
      <vt:lpstr>Adobe Gothic Std B</vt:lpstr>
      <vt:lpstr>DengXian</vt:lpstr>
      <vt:lpstr>DengXian</vt:lpstr>
      <vt:lpstr>等线 Light</vt:lpstr>
      <vt:lpstr>SimSun</vt:lpstr>
      <vt:lpstr>Arial</vt:lpstr>
      <vt:lpstr>Calibri</vt:lpstr>
      <vt:lpstr>Comic Sans MS</vt:lpstr>
      <vt:lpstr>Courier New</vt:lpstr>
      <vt:lpstr>Symbol</vt:lpstr>
      <vt:lpstr>Times New Roman</vt:lpstr>
      <vt:lpstr>Trebuchet MS</vt:lpstr>
      <vt:lpstr>Wingdings</vt:lpstr>
      <vt:lpstr>Wingdings 2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901</cp:revision>
  <cp:lastPrinted>2025-03-21T05:26:40Z</cp:lastPrinted>
  <dcterms:created xsi:type="dcterms:W3CDTF">2018-07-17T04:46:00Z</dcterms:created>
  <dcterms:modified xsi:type="dcterms:W3CDTF">2025-12-15T07:33:43Z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